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vsdx" ContentType="application/vnd.ms-visio.drawi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11" r:id="rId4"/>
    <p:sldMasterId id="2147483799" r:id="rId5"/>
    <p:sldMasterId id="2147483873" r:id="rId6"/>
    <p:sldMasterId id="2147483898" r:id="rId7"/>
  </p:sldMasterIdLst>
  <p:notesMasterIdLst>
    <p:notesMasterId r:id="rId23"/>
  </p:notesMasterIdLst>
  <p:sldIdLst>
    <p:sldId id="2134803146" r:id="rId8"/>
    <p:sldId id="2134803265" r:id="rId9"/>
    <p:sldId id="2134803284" r:id="rId10"/>
    <p:sldId id="2134803285" r:id="rId11"/>
    <p:sldId id="2134803286" r:id="rId12"/>
    <p:sldId id="2134803292" r:id="rId13"/>
    <p:sldId id="2134803293" r:id="rId14"/>
    <p:sldId id="2134803294" r:id="rId15"/>
    <p:sldId id="2134803295" r:id="rId16"/>
    <p:sldId id="2134803287" r:id="rId17"/>
    <p:sldId id="2134803288" r:id="rId18"/>
    <p:sldId id="2134803291" r:id="rId19"/>
    <p:sldId id="2134803289" r:id="rId20"/>
    <p:sldId id="2134803290" r:id="rId21"/>
    <p:sldId id="2134803158" r:id="rId22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21898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121898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121898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121898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121898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121898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121898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121898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121898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28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4CACA"/>
          </a:solidFill>
        </a:fill>
      </a:tcStyle>
    </a:wholeTbl>
    <a:band2H>
      <a:tcTxStyle/>
      <a:tcStyle>
        <a:tcBdr/>
        <a:fill>
          <a:solidFill>
            <a:srgbClr val="F9E7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9CDD9"/>
          </a:solidFill>
        </a:fill>
      </a:tcStyle>
    </a:wholeTbl>
    <a:band2H>
      <a:tcTxStyle/>
      <a:tcStyle>
        <a:tcBdr/>
        <a:fill>
          <a:solidFill>
            <a:srgbClr val="FCE8ED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3E9CE"/>
          </a:solidFill>
        </a:fill>
      </a:tcStyle>
    </a:wholeTbl>
    <a:band2H>
      <a:tcTxStyle/>
      <a:tcStyle>
        <a:tcBdr/>
        <a:fill>
          <a:solidFill>
            <a:srgbClr val="EAF4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97"/>
    <p:restoredTop sz="81625" autoAdjust="0"/>
  </p:normalViewPr>
  <p:slideViewPr>
    <p:cSldViewPr snapToGrid="0" snapToObjects="1">
      <p:cViewPr varScale="1">
        <p:scale>
          <a:sx n="93" d="100"/>
          <a:sy n="93" d="100"/>
        </p:scale>
        <p:origin x="10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78C9FE9-5503-4646-8AB0-59D034149172}" type="doc">
      <dgm:prSet loTypeId="urn:microsoft.com/office/officeart/2005/8/layout/vList2" loCatId="list" qsTypeId="urn:microsoft.com/office/officeart/2005/8/quickstyle/simple2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508B290F-8A2E-468C-AEB5-131084B4A1E8}">
      <dgm:prSet/>
      <dgm:spPr/>
      <dgm:t>
        <a:bodyPr/>
        <a:lstStyle/>
        <a:p>
          <a:r>
            <a:rPr lang="en-US" b="0" i="0" dirty="0" err="1"/>
            <a:t>Submit_entry</a:t>
          </a:r>
          <a:r>
            <a:rPr lang="zh-CN" b="0" i="0" dirty="0"/>
            <a:t>串行，不能发挥 </a:t>
          </a:r>
          <a:r>
            <a:rPr lang="en-US" b="0" i="0" dirty="0"/>
            <a:t>Journal </a:t>
          </a:r>
          <a:r>
            <a:rPr lang="zh-CN" b="0" i="0" dirty="0"/>
            <a:t>条带作用</a:t>
          </a:r>
          <a:endParaRPr lang="en-US" dirty="0"/>
        </a:p>
      </dgm:t>
    </dgm:pt>
    <dgm:pt modelId="{A075BC10-64A7-41FA-9DB2-EF44B5A6D96F}" type="parTrans" cxnId="{2E801A0A-C664-4322-A3B7-9C21C01E9213}">
      <dgm:prSet/>
      <dgm:spPr/>
      <dgm:t>
        <a:bodyPr/>
        <a:lstStyle/>
        <a:p>
          <a:endParaRPr lang="en-US"/>
        </a:p>
      </dgm:t>
    </dgm:pt>
    <dgm:pt modelId="{A6039129-77FC-47E7-B80A-56068FFD7C24}" type="sibTrans" cxnId="{2E801A0A-C664-4322-A3B7-9C21C01E9213}">
      <dgm:prSet/>
      <dgm:spPr/>
      <dgm:t>
        <a:bodyPr/>
        <a:lstStyle/>
        <a:p>
          <a:endParaRPr lang="en-US"/>
        </a:p>
      </dgm:t>
    </dgm:pt>
    <dgm:pt modelId="{91F09E8C-838E-45E6-86A8-C49C90460A3E}">
      <dgm:prSet/>
      <dgm:spPr/>
      <dgm:t>
        <a:bodyPr/>
        <a:lstStyle/>
        <a:p>
          <a:pPr algn="just"/>
          <a:r>
            <a:rPr lang="zh-CN" b="0" i="0" dirty="0"/>
            <a:t>同一</a:t>
          </a:r>
          <a:r>
            <a:rPr lang="en-US" b="0" i="0" dirty="0"/>
            <a:t>MDS</a:t>
          </a:r>
          <a:r>
            <a:rPr lang="zh-CN" b="0" i="0" dirty="0"/>
            <a:t>服务进程内多</a:t>
          </a:r>
          <a:r>
            <a:rPr lang="en-US" b="0" i="0" dirty="0"/>
            <a:t>rank</a:t>
          </a:r>
          <a:r>
            <a:rPr lang="zh-CN" b="0" i="0" dirty="0"/>
            <a:t>共用</a:t>
          </a:r>
          <a:r>
            <a:rPr lang="en-US" b="0" i="0" dirty="0" err="1"/>
            <a:t>Objecter</a:t>
          </a:r>
          <a:endParaRPr lang="en-US" dirty="0"/>
        </a:p>
      </dgm:t>
    </dgm:pt>
    <dgm:pt modelId="{8EC202E4-1A6B-4EEC-BB40-3C60F5FCB546}" type="parTrans" cxnId="{D2C02408-B43A-4C73-AE8B-AF10A8A67085}">
      <dgm:prSet/>
      <dgm:spPr/>
      <dgm:t>
        <a:bodyPr/>
        <a:lstStyle/>
        <a:p>
          <a:endParaRPr lang="en-US"/>
        </a:p>
      </dgm:t>
    </dgm:pt>
    <dgm:pt modelId="{EE8811B1-DFAA-4475-87E3-DB461A0BC8C3}" type="sibTrans" cxnId="{D2C02408-B43A-4C73-AE8B-AF10A8A67085}">
      <dgm:prSet/>
      <dgm:spPr/>
      <dgm:t>
        <a:bodyPr/>
        <a:lstStyle/>
        <a:p>
          <a:endParaRPr lang="en-US"/>
        </a:p>
      </dgm:t>
    </dgm:pt>
    <dgm:pt modelId="{A0261C73-D9E0-4A74-B143-9C2187DCFDDD}" type="pres">
      <dgm:prSet presAssocID="{078C9FE9-5503-4646-8AB0-59D034149172}" presName="linear" presStyleCnt="0">
        <dgm:presLayoutVars>
          <dgm:animLvl val="lvl"/>
          <dgm:resizeHandles val="exact"/>
        </dgm:presLayoutVars>
      </dgm:prSet>
      <dgm:spPr/>
    </dgm:pt>
    <dgm:pt modelId="{6B8E3EB3-F44B-4185-9CA8-D221EE1935B6}" type="pres">
      <dgm:prSet presAssocID="{508B290F-8A2E-468C-AEB5-131084B4A1E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F9138FC-74B9-42AD-8C50-A14455339647}" type="pres">
      <dgm:prSet presAssocID="{A6039129-77FC-47E7-B80A-56068FFD7C24}" presName="spacer" presStyleCnt="0"/>
      <dgm:spPr/>
    </dgm:pt>
    <dgm:pt modelId="{915EA0AE-AAC5-4EC0-B0CE-FB803A4D235B}" type="pres">
      <dgm:prSet presAssocID="{91F09E8C-838E-45E6-86A8-C49C90460A3E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D2C02408-B43A-4C73-AE8B-AF10A8A67085}" srcId="{078C9FE9-5503-4646-8AB0-59D034149172}" destId="{91F09E8C-838E-45E6-86A8-C49C90460A3E}" srcOrd="1" destOrd="0" parTransId="{8EC202E4-1A6B-4EEC-BB40-3C60F5FCB546}" sibTransId="{EE8811B1-DFAA-4475-87E3-DB461A0BC8C3}"/>
    <dgm:cxn modelId="{2E801A0A-C664-4322-A3B7-9C21C01E9213}" srcId="{078C9FE9-5503-4646-8AB0-59D034149172}" destId="{508B290F-8A2E-468C-AEB5-131084B4A1E8}" srcOrd="0" destOrd="0" parTransId="{A075BC10-64A7-41FA-9DB2-EF44B5A6D96F}" sibTransId="{A6039129-77FC-47E7-B80A-56068FFD7C24}"/>
    <dgm:cxn modelId="{CD787A43-8440-4BFC-A8BC-A69D59F82BA9}" type="presOf" srcId="{91F09E8C-838E-45E6-86A8-C49C90460A3E}" destId="{915EA0AE-AAC5-4EC0-B0CE-FB803A4D235B}" srcOrd="0" destOrd="0" presId="urn:microsoft.com/office/officeart/2005/8/layout/vList2"/>
    <dgm:cxn modelId="{A0986EAC-548D-4C43-81AC-B6BB3EBAB47F}" type="presOf" srcId="{078C9FE9-5503-4646-8AB0-59D034149172}" destId="{A0261C73-D9E0-4A74-B143-9C2187DCFDDD}" srcOrd="0" destOrd="0" presId="urn:microsoft.com/office/officeart/2005/8/layout/vList2"/>
    <dgm:cxn modelId="{B86428C0-0301-40DC-BB4E-7CD6FA2BDD40}" type="presOf" srcId="{508B290F-8A2E-468C-AEB5-131084B4A1E8}" destId="{6B8E3EB3-F44B-4185-9CA8-D221EE1935B6}" srcOrd="0" destOrd="0" presId="urn:microsoft.com/office/officeart/2005/8/layout/vList2"/>
    <dgm:cxn modelId="{27323691-7228-4D8C-83FF-9B40DD834058}" type="presParOf" srcId="{A0261C73-D9E0-4A74-B143-9C2187DCFDDD}" destId="{6B8E3EB3-F44B-4185-9CA8-D221EE1935B6}" srcOrd="0" destOrd="0" presId="urn:microsoft.com/office/officeart/2005/8/layout/vList2"/>
    <dgm:cxn modelId="{5D54CC92-7F74-4D2B-8CA9-1770F9B900B1}" type="presParOf" srcId="{A0261C73-D9E0-4A74-B143-9C2187DCFDDD}" destId="{8F9138FC-74B9-42AD-8C50-A14455339647}" srcOrd="1" destOrd="0" presId="urn:microsoft.com/office/officeart/2005/8/layout/vList2"/>
    <dgm:cxn modelId="{E50DFA4F-0913-4D60-A927-62CE773528B3}" type="presParOf" srcId="{A0261C73-D9E0-4A74-B143-9C2187DCFDDD}" destId="{915EA0AE-AAC5-4EC0-B0CE-FB803A4D235B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8E3EB3-F44B-4185-9CA8-D221EE1935B6}">
      <dsp:nvSpPr>
        <dsp:cNvPr id="0" name=""/>
        <dsp:cNvSpPr/>
      </dsp:nvSpPr>
      <dsp:spPr>
        <a:xfrm>
          <a:off x="0" y="299979"/>
          <a:ext cx="5174848" cy="151514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0" i="0" kern="1200" dirty="0" err="1"/>
            <a:t>Submit_entry</a:t>
          </a:r>
          <a:r>
            <a:rPr lang="zh-CN" sz="3500" b="0" i="0" kern="1200" dirty="0"/>
            <a:t>串行，不能发挥 </a:t>
          </a:r>
          <a:r>
            <a:rPr lang="en-US" sz="3500" b="0" i="0" kern="1200" dirty="0"/>
            <a:t>Journal </a:t>
          </a:r>
          <a:r>
            <a:rPr lang="zh-CN" sz="3500" b="0" i="0" kern="1200" dirty="0"/>
            <a:t>条带作用</a:t>
          </a:r>
          <a:endParaRPr lang="en-US" sz="3500" kern="1200" dirty="0"/>
        </a:p>
      </dsp:txBody>
      <dsp:txXfrm>
        <a:off x="73963" y="373942"/>
        <a:ext cx="5026922" cy="1367223"/>
      </dsp:txXfrm>
    </dsp:sp>
    <dsp:sp modelId="{915EA0AE-AAC5-4EC0-B0CE-FB803A4D235B}">
      <dsp:nvSpPr>
        <dsp:cNvPr id="0" name=""/>
        <dsp:cNvSpPr/>
      </dsp:nvSpPr>
      <dsp:spPr>
        <a:xfrm>
          <a:off x="0" y="1915929"/>
          <a:ext cx="5174848" cy="151514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just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3500" b="0" i="0" kern="1200" dirty="0"/>
            <a:t>同一</a:t>
          </a:r>
          <a:r>
            <a:rPr lang="en-US" sz="3500" b="0" i="0" kern="1200" dirty="0"/>
            <a:t>MDS</a:t>
          </a:r>
          <a:r>
            <a:rPr lang="zh-CN" sz="3500" b="0" i="0" kern="1200" dirty="0"/>
            <a:t>服务进程内多</a:t>
          </a:r>
          <a:r>
            <a:rPr lang="en-US" sz="3500" b="0" i="0" kern="1200" dirty="0"/>
            <a:t>rank</a:t>
          </a:r>
          <a:r>
            <a:rPr lang="zh-CN" sz="3500" b="0" i="0" kern="1200" dirty="0"/>
            <a:t>共用</a:t>
          </a:r>
          <a:r>
            <a:rPr lang="en-US" sz="3500" b="0" i="0" kern="1200" dirty="0" err="1"/>
            <a:t>Objecter</a:t>
          </a:r>
          <a:endParaRPr lang="en-US" sz="3500" kern="1200" dirty="0"/>
        </a:p>
      </dsp:txBody>
      <dsp:txXfrm>
        <a:off x="73963" y="1989892"/>
        <a:ext cx="5026922" cy="13672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Shape 114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42" name="Shape 114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86126243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1218987" latinLnBrk="0">
      <a:defRPr sz="1600">
        <a:latin typeface="+mj-lt"/>
        <a:ea typeface="+mj-ea"/>
        <a:cs typeface="+mj-cs"/>
        <a:sym typeface="Calibri"/>
      </a:defRPr>
    </a:lvl1pPr>
    <a:lvl2pPr indent="228600" defTabSz="1218987" latinLnBrk="0">
      <a:defRPr sz="1600">
        <a:latin typeface="+mj-lt"/>
        <a:ea typeface="+mj-ea"/>
        <a:cs typeface="+mj-cs"/>
        <a:sym typeface="Calibri"/>
      </a:defRPr>
    </a:lvl2pPr>
    <a:lvl3pPr indent="457200" defTabSz="1218987" latinLnBrk="0">
      <a:defRPr sz="1600">
        <a:latin typeface="+mj-lt"/>
        <a:ea typeface="+mj-ea"/>
        <a:cs typeface="+mj-cs"/>
        <a:sym typeface="Calibri"/>
      </a:defRPr>
    </a:lvl3pPr>
    <a:lvl4pPr indent="685800" defTabSz="1218987" latinLnBrk="0">
      <a:defRPr sz="1600">
        <a:latin typeface="+mj-lt"/>
        <a:ea typeface="+mj-ea"/>
        <a:cs typeface="+mj-cs"/>
        <a:sym typeface="Calibri"/>
      </a:defRPr>
    </a:lvl4pPr>
    <a:lvl5pPr indent="914400" defTabSz="1218987" latinLnBrk="0">
      <a:defRPr sz="1600">
        <a:latin typeface="+mj-lt"/>
        <a:ea typeface="+mj-ea"/>
        <a:cs typeface="+mj-cs"/>
        <a:sym typeface="Calibri"/>
      </a:defRPr>
    </a:lvl5pPr>
    <a:lvl6pPr indent="1143000" defTabSz="1218987" latinLnBrk="0">
      <a:defRPr sz="1600">
        <a:latin typeface="+mj-lt"/>
        <a:ea typeface="+mj-ea"/>
        <a:cs typeface="+mj-cs"/>
        <a:sym typeface="Calibri"/>
      </a:defRPr>
    </a:lvl6pPr>
    <a:lvl7pPr indent="1371600" defTabSz="1218987" latinLnBrk="0">
      <a:defRPr sz="1600">
        <a:latin typeface="+mj-lt"/>
        <a:ea typeface="+mj-ea"/>
        <a:cs typeface="+mj-cs"/>
        <a:sym typeface="Calibri"/>
      </a:defRPr>
    </a:lvl7pPr>
    <a:lvl8pPr indent="1600200" defTabSz="1218987" latinLnBrk="0">
      <a:defRPr sz="1600">
        <a:latin typeface="+mj-lt"/>
        <a:ea typeface="+mj-ea"/>
        <a:cs typeface="+mj-cs"/>
        <a:sym typeface="Calibri"/>
      </a:defRPr>
    </a:lvl8pPr>
    <a:lvl9pPr indent="1828800" defTabSz="1218987" latinLnBrk="0">
      <a:defRPr sz="16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nblogs.com/zhijiyiyu/p/15339674.html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70361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94065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 err="1">
                <a:hlinkClick r:id="rId3"/>
              </a:rPr>
              <a:t>GlusterFS</a:t>
            </a:r>
            <a:r>
              <a:rPr lang="zh-CN" altLang="en-US" dirty="0">
                <a:hlinkClick r:id="rId3"/>
              </a:rPr>
              <a:t>（</a:t>
            </a:r>
            <a:r>
              <a:rPr lang="en-US" altLang="zh-CN" dirty="0">
                <a:hlinkClick r:id="rId3"/>
              </a:rPr>
              <a:t>GFS</a:t>
            </a:r>
            <a:r>
              <a:rPr lang="zh-CN" altLang="en-US" dirty="0">
                <a:hlinkClick r:id="rId3"/>
              </a:rPr>
              <a:t>） 分布式存储 </a:t>
            </a:r>
            <a:r>
              <a:rPr lang="en-US" altLang="zh-CN" dirty="0">
                <a:hlinkClick r:id="rId3"/>
              </a:rPr>
              <a:t>- </a:t>
            </a:r>
            <a:r>
              <a:rPr lang="zh-CN" altLang="en-US" dirty="0">
                <a:hlinkClick r:id="rId3"/>
              </a:rPr>
              <a:t>知己一语 </a:t>
            </a:r>
            <a:r>
              <a:rPr lang="en-US" altLang="zh-CN" dirty="0">
                <a:hlinkClick r:id="rId3"/>
              </a:rPr>
              <a:t>- </a:t>
            </a:r>
            <a:r>
              <a:rPr lang="zh-CN" altLang="en-US" dirty="0">
                <a:hlinkClick r:id="rId3"/>
              </a:rPr>
              <a:t>博客园 </a:t>
            </a:r>
            <a:r>
              <a:rPr lang="en-US" altLang="zh-CN" dirty="0">
                <a:hlinkClick r:id="rId3"/>
              </a:rPr>
              <a:t>(cnblogs.com)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956662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432995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504163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213701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72479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32473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51771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60BD665-2FCF-3644-8CBA-94A20241F9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793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044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底纹3rd Lenovo NetApp-03.png" descr="底纹3rd Lenovo NetApp-03.png">
            <a:extLst>
              <a:ext uri="{FF2B5EF4-FFF2-40B4-BE49-F238E27FC236}">
                <a16:creationId xmlns:a16="http://schemas.microsoft.com/office/drawing/2014/main" id="{5BD97B16-32F4-0A4A-9F51-AA53DA4A7B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6934" y="-12701"/>
            <a:ext cx="12285134" cy="690798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159059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（1）">
    <p:bg>
      <p:bgPr>
        <a:solidFill>
          <a:srgbClr val="792751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87CD63CB-0CD2-4F49-A256-3CFF53C690D3}"/>
              </a:ext>
            </a:extLst>
          </p:cNvPr>
          <p:cNvSpPr/>
          <p:nvPr userDrawn="1"/>
        </p:nvSpPr>
        <p:spPr>
          <a:xfrm>
            <a:off x="12414858" y="1"/>
            <a:ext cx="580729" cy="581183"/>
          </a:xfrm>
          <a:prstGeom prst="rect">
            <a:avLst/>
          </a:prstGeom>
          <a:solidFill>
            <a:srgbClr val="7927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398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7FFAD42-AE4B-A54B-AD19-B78A93DA3C02}"/>
              </a:ext>
            </a:extLst>
          </p:cNvPr>
          <p:cNvSpPr/>
          <p:nvPr userDrawn="1"/>
        </p:nvSpPr>
        <p:spPr>
          <a:xfrm>
            <a:off x="12414858" y="787854"/>
            <a:ext cx="580729" cy="581183"/>
          </a:xfrm>
          <a:prstGeom prst="rect">
            <a:avLst/>
          </a:prstGeom>
          <a:solidFill>
            <a:srgbClr val="006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398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0A49A80-5BCA-F042-BAD7-FEAFC4BB0E48}"/>
              </a:ext>
            </a:extLst>
          </p:cNvPr>
          <p:cNvSpPr/>
          <p:nvPr userDrawn="1"/>
        </p:nvSpPr>
        <p:spPr>
          <a:xfrm>
            <a:off x="12414858" y="1575707"/>
            <a:ext cx="580729" cy="581183"/>
          </a:xfrm>
          <a:prstGeom prst="rect">
            <a:avLst/>
          </a:prstGeom>
          <a:solidFill>
            <a:srgbClr val="E513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398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AE4722E-9019-054E-B4E2-80733EEDB390}"/>
              </a:ext>
            </a:extLst>
          </p:cNvPr>
          <p:cNvSpPr/>
          <p:nvPr userDrawn="1"/>
        </p:nvSpPr>
        <p:spPr>
          <a:xfrm>
            <a:off x="12414858" y="2363560"/>
            <a:ext cx="580729" cy="581183"/>
          </a:xfrm>
          <a:prstGeom prst="rect">
            <a:avLst/>
          </a:prstGeom>
          <a:solidFill>
            <a:srgbClr val="464B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398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B640AF9-57C0-F54D-A032-DDFDD08CD3E3}"/>
              </a:ext>
            </a:extLst>
          </p:cNvPr>
          <p:cNvSpPr/>
          <p:nvPr userDrawn="1"/>
        </p:nvSpPr>
        <p:spPr>
          <a:xfrm>
            <a:off x="12414858" y="3151415"/>
            <a:ext cx="580729" cy="58118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398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4B793C3-1F6F-144A-BA1A-D0FECBD7B11E}"/>
              </a:ext>
            </a:extLst>
          </p:cNvPr>
          <p:cNvSpPr/>
          <p:nvPr userDrawn="1"/>
        </p:nvSpPr>
        <p:spPr>
          <a:xfrm>
            <a:off x="4726736" y="6430345"/>
            <a:ext cx="2725828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799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2019 Lenovo-NetApp Internal. All rights reserved.</a:t>
            </a:r>
          </a:p>
        </p:txBody>
      </p: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4F31F51E-F0C5-B94E-873F-125067CA39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222" y="1302322"/>
            <a:ext cx="11258508" cy="4979779"/>
          </a:xfrm>
          <a:prstGeom prst="rect">
            <a:avLst/>
          </a:prstGeom>
        </p:spPr>
        <p:txBody>
          <a:bodyPr numCol="1"/>
          <a:lstStyle>
            <a:lvl1pPr marL="166555" indent="-166555" algn="l">
              <a:buClr>
                <a:srgbClr val="792751"/>
              </a:buClr>
              <a:buSzPct val="100000"/>
              <a:buFont typeface="Arial" panose="020B0604020202020204" pitchFamily="34" charset="0"/>
              <a:buChar char="•"/>
              <a:defRPr sz="1998" b="0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01317" indent="-234762">
              <a:buFont typeface="Arial" panose="020B0604020202020204" pitchFamily="34" charset="0"/>
              <a:buChar char="−"/>
              <a:defRPr sz="1799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623389" indent="-222072">
              <a:defRPr sz="1599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</a:lstStyle>
          <a:p>
            <a:pPr lvl="0"/>
            <a:r>
              <a:rPr kumimoji="1" lang="en-US" altLang="zh-CN" dirty="0"/>
              <a:t>Click to edit Master text styles</a:t>
            </a:r>
          </a:p>
          <a:p>
            <a:pPr lvl="1"/>
            <a:r>
              <a:rPr kumimoji="1" lang="en-US" altLang="zh-CN" dirty="0"/>
              <a:t>Add next level</a:t>
            </a:r>
          </a:p>
          <a:p>
            <a:pPr lvl="2"/>
            <a:r>
              <a:rPr kumimoji="1" lang="en-US" altLang="zh-CN" dirty="0"/>
              <a:t>Third level</a:t>
            </a:r>
          </a:p>
        </p:txBody>
      </p:sp>
      <p:sp>
        <p:nvSpPr>
          <p:cNvPr id="22" name="标题 1">
            <a:extLst>
              <a:ext uri="{FF2B5EF4-FFF2-40B4-BE49-F238E27FC236}">
                <a16:creationId xmlns:a16="http://schemas.microsoft.com/office/drawing/2014/main" id="{327F672D-4E83-8141-BB90-387B5613E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475" y="332789"/>
            <a:ext cx="11236155" cy="769097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000" b="0" i="0" cap="none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en-US" altLang="zh-CN" dirty="0"/>
              <a:t>Click to edit master title style</a:t>
            </a:r>
            <a:endParaRPr kumimoji="1" lang="zh-CN" altLang="en-US" dirty="0"/>
          </a:p>
        </p:txBody>
      </p:sp>
      <p:grpSp>
        <p:nvGrpSpPr>
          <p:cNvPr id="23" name="组合 130">
            <a:extLst>
              <a:ext uri="{FF2B5EF4-FFF2-40B4-BE49-F238E27FC236}">
                <a16:creationId xmlns:a16="http://schemas.microsoft.com/office/drawing/2014/main" id="{9994A3D8-A64F-6B49-80C2-DDE7CB5F877F}"/>
              </a:ext>
            </a:extLst>
          </p:cNvPr>
          <p:cNvGrpSpPr/>
          <p:nvPr userDrawn="1"/>
        </p:nvGrpSpPr>
        <p:grpSpPr>
          <a:xfrm rot="10800000">
            <a:off x="-10266" y="0"/>
            <a:ext cx="111425" cy="6858000"/>
            <a:chOff x="6634976" y="0"/>
            <a:chExt cx="334536" cy="6551416"/>
          </a:xfrm>
        </p:grpSpPr>
        <p:sp>
          <p:nvSpPr>
            <p:cNvPr id="24" name="矩形 131">
              <a:extLst>
                <a:ext uri="{FF2B5EF4-FFF2-40B4-BE49-F238E27FC236}">
                  <a16:creationId xmlns:a16="http://schemas.microsoft.com/office/drawing/2014/main" id="{8457CD3C-74FC-5042-BEAF-9B41FAD7CE60}"/>
                </a:ext>
              </a:extLst>
            </p:cNvPr>
            <p:cNvSpPr/>
            <p:nvPr userDrawn="1"/>
          </p:nvSpPr>
          <p:spPr>
            <a:xfrm>
              <a:off x="6634976" y="0"/>
              <a:ext cx="334536" cy="2185639"/>
            </a:xfrm>
            <a:prstGeom prst="rect">
              <a:avLst/>
            </a:prstGeom>
            <a:solidFill>
              <a:srgbClr val="E510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398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  <p:sp>
          <p:nvSpPr>
            <p:cNvPr id="25" name="矩形 132">
              <a:extLst>
                <a:ext uri="{FF2B5EF4-FFF2-40B4-BE49-F238E27FC236}">
                  <a16:creationId xmlns:a16="http://schemas.microsoft.com/office/drawing/2014/main" id="{5DFFF8A0-ECCD-134A-B457-33936B272661}"/>
                </a:ext>
              </a:extLst>
            </p:cNvPr>
            <p:cNvSpPr/>
            <p:nvPr userDrawn="1"/>
          </p:nvSpPr>
          <p:spPr>
            <a:xfrm>
              <a:off x="6634976" y="2180138"/>
              <a:ext cx="334536" cy="2185639"/>
            </a:xfrm>
            <a:prstGeom prst="rect">
              <a:avLst/>
            </a:prstGeom>
            <a:solidFill>
              <a:srgbClr val="7927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398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  <p:sp>
          <p:nvSpPr>
            <p:cNvPr id="26" name="矩形 133">
              <a:extLst>
                <a:ext uri="{FF2B5EF4-FFF2-40B4-BE49-F238E27FC236}">
                  <a16:creationId xmlns:a16="http://schemas.microsoft.com/office/drawing/2014/main" id="{34E68C8A-4DAA-FD43-9B68-4A3E4D986145}"/>
                </a:ext>
              </a:extLst>
            </p:cNvPr>
            <p:cNvSpPr/>
            <p:nvPr userDrawn="1"/>
          </p:nvSpPr>
          <p:spPr>
            <a:xfrm>
              <a:off x="6634976" y="4365777"/>
              <a:ext cx="334536" cy="2185639"/>
            </a:xfrm>
            <a:prstGeom prst="rect">
              <a:avLst/>
            </a:prstGeom>
            <a:solidFill>
              <a:srgbClr val="006F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398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</p:grpSp>
      <p:grpSp>
        <p:nvGrpSpPr>
          <p:cNvPr id="31" name="组合 130">
            <a:extLst>
              <a:ext uri="{FF2B5EF4-FFF2-40B4-BE49-F238E27FC236}">
                <a16:creationId xmlns:a16="http://schemas.microsoft.com/office/drawing/2014/main" id="{6AFE6468-A323-1940-9174-271FB9FE663F}"/>
              </a:ext>
            </a:extLst>
          </p:cNvPr>
          <p:cNvGrpSpPr/>
          <p:nvPr userDrawn="1"/>
        </p:nvGrpSpPr>
        <p:grpSpPr>
          <a:xfrm rot="10800000">
            <a:off x="-6528" y="-2564"/>
            <a:ext cx="111425" cy="6858000"/>
            <a:chOff x="6634976" y="0"/>
            <a:chExt cx="334536" cy="6551416"/>
          </a:xfrm>
        </p:grpSpPr>
        <p:sp>
          <p:nvSpPr>
            <p:cNvPr id="32" name="矩形 131">
              <a:extLst>
                <a:ext uri="{FF2B5EF4-FFF2-40B4-BE49-F238E27FC236}">
                  <a16:creationId xmlns:a16="http://schemas.microsoft.com/office/drawing/2014/main" id="{1BF2E8FE-B09E-0D49-B409-CFCB27D334FF}"/>
                </a:ext>
              </a:extLst>
            </p:cNvPr>
            <p:cNvSpPr/>
            <p:nvPr userDrawn="1"/>
          </p:nvSpPr>
          <p:spPr>
            <a:xfrm>
              <a:off x="6634976" y="0"/>
              <a:ext cx="334536" cy="2185639"/>
            </a:xfrm>
            <a:prstGeom prst="rect">
              <a:avLst/>
            </a:prstGeom>
            <a:solidFill>
              <a:srgbClr val="E510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398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  <p:sp>
          <p:nvSpPr>
            <p:cNvPr id="33" name="矩形 132">
              <a:extLst>
                <a:ext uri="{FF2B5EF4-FFF2-40B4-BE49-F238E27FC236}">
                  <a16:creationId xmlns:a16="http://schemas.microsoft.com/office/drawing/2014/main" id="{D04CC1EE-D35F-364E-8281-BC65D887FFEB}"/>
                </a:ext>
              </a:extLst>
            </p:cNvPr>
            <p:cNvSpPr/>
            <p:nvPr userDrawn="1"/>
          </p:nvSpPr>
          <p:spPr>
            <a:xfrm>
              <a:off x="6634976" y="2180138"/>
              <a:ext cx="334536" cy="2185639"/>
            </a:xfrm>
            <a:prstGeom prst="rect">
              <a:avLst/>
            </a:prstGeom>
            <a:solidFill>
              <a:srgbClr val="7927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398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  <p:sp>
          <p:nvSpPr>
            <p:cNvPr id="34" name="矩形 133">
              <a:extLst>
                <a:ext uri="{FF2B5EF4-FFF2-40B4-BE49-F238E27FC236}">
                  <a16:creationId xmlns:a16="http://schemas.microsoft.com/office/drawing/2014/main" id="{D6C3D336-2805-1F44-A5E5-D11092D7B883}"/>
                </a:ext>
              </a:extLst>
            </p:cNvPr>
            <p:cNvSpPr/>
            <p:nvPr userDrawn="1"/>
          </p:nvSpPr>
          <p:spPr>
            <a:xfrm>
              <a:off x="6634976" y="4365777"/>
              <a:ext cx="334536" cy="2185639"/>
            </a:xfrm>
            <a:prstGeom prst="rect">
              <a:avLst/>
            </a:prstGeom>
            <a:solidFill>
              <a:srgbClr val="006F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398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</p:grpSp>
      <p:pic>
        <p:nvPicPr>
          <p:cNvPr id="35" name="图片 22">
            <a:extLst>
              <a:ext uri="{FF2B5EF4-FFF2-40B4-BE49-F238E27FC236}">
                <a16:creationId xmlns:a16="http://schemas.microsoft.com/office/drawing/2014/main" id="{4C3C465F-7EDF-B24A-A1F6-4015671E34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9810" y="6359856"/>
            <a:ext cx="755408" cy="252000"/>
          </a:xfrm>
          <a:prstGeom prst="rect">
            <a:avLst/>
          </a:prstGeom>
        </p:spPr>
      </p:pic>
      <p:sp>
        <p:nvSpPr>
          <p:cNvPr id="36" name="Slide Number Placeholder 5">
            <a:extLst>
              <a:ext uri="{FF2B5EF4-FFF2-40B4-BE49-F238E27FC236}">
                <a16:creationId xmlns:a16="http://schemas.microsoft.com/office/drawing/2014/main" id="{74477896-D757-9C4F-9246-8540325F91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40731" y="6473952"/>
            <a:ext cx="438569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99" b="0" i="0">
                <a:solidFill>
                  <a:schemeClr val="tx1"/>
                </a:solidFill>
                <a:latin typeface="Gotham Book" panose="02000504050000020004" pitchFamily="2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EC578F-BCFD-4CC7-A0B9-9532D533B353}"/>
              </a:ext>
            </a:extLst>
          </p:cNvPr>
          <p:cNvSpPr txBox="1"/>
          <p:nvPr userDrawn="1"/>
        </p:nvSpPr>
        <p:spPr>
          <a:xfrm>
            <a:off x="8409885" y="6473953"/>
            <a:ext cx="31231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99" dirty="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rPr>
              <a:t>2020 Lenovo NetApp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13715442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章节页/一级标题（白底）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3BCC8EF6-CEAF-6B43-B0E0-12B47ED78F1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366" y="-2564"/>
            <a:ext cx="12169782" cy="6860564"/>
          </a:xfrm>
          <a:prstGeom prst="rect">
            <a:avLst/>
          </a:prstGeom>
        </p:spPr>
      </p:pic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548210" y="1391544"/>
            <a:ext cx="9950034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012" rtl="0" eaLnBrk="1" latinLnBrk="0" hangingPunct="1">
              <a:lnSpc>
                <a:spcPts val="4996"/>
              </a:lnSpc>
              <a:spcBef>
                <a:spcPct val="0"/>
              </a:spcBef>
              <a:buNone/>
              <a:defRPr lang="en-US" sz="5995" b="1" i="0" kern="1200" cap="none" spc="-150" baseline="0" dirty="0">
                <a:solidFill>
                  <a:srgbClr val="792751"/>
                </a:solidFill>
                <a:latin typeface="FZLanTingHeiS-B-GB" panose="02000000000000000000" pitchFamily="2" charset="-122"/>
                <a:ea typeface="FZLanTingHeiS-B-GB" panose="02000000000000000000" pitchFamily="2" charset="-122"/>
                <a:cs typeface="Arial" pitchFamily="34" charset="0"/>
              </a:defRPr>
            </a:lvl1pPr>
          </a:lstStyle>
          <a:p>
            <a:r>
              <a:rPr lang="zh-CN" altLang="en-US" dirty="0"/>
              <a:t>一级标题文字示意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548211" y="3999750"/>
            <a:ext cx="9950034" cy="46201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398"/>
              </a:lnSpc>
              <a:spcBef>
                <a:spcPts val="0"/>
              </a:spcBef>
              <a:buNone/>
              <a:defRPr sz="2498" b="0" i="0" spc="0" baseline="0">
                <a:solidFill>
                  <a:srgbClr val="792751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</a:defRPr>
            </a:lvl1pPr>
            <a:lvl2pPr marL="456834" indent="0">
              <a:buNone/>
              <a:defRPr sz="1998">
                <a:solidFill>
                  <a:schemeClr val="tx1">
                    <a:tint val="75000"/>
                  </a:schemeClr>
                </a:solidFill>
              </a:defRPr>
            </a:lvl2pPr>
            <a:lvl3pPr marL="913668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0503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4pPr>
            <a:lvl5pPr marL="1827337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5pPr>
            <a:lvl6pPr marL="2284171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6pPr>
            <a:lvl7pPr marL="2741005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7pPr>
            <a:lvl8pPr marL="3197840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8pPr>
            <a:lvl9pPr marL="3654674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二级标题文字示意</a:t>
            </a:r>
            <a:endParaRPr 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ADB0CFA-5938-804F-ACFB-F1197B1A91E8}"/>
              </a:ext>
            </a:extLst>
          </p:cNvPr>
          <p:cNvSpPr/>
          <p:nvPr userDrawn="1"/>
        </p:nvSpPr>
        <p:spPr>
          <a:xfrm>
            <a:off x="12414858" y="1"/>
            <a:ext cx="580729" cy="581183"/>
          </a:xfrm>
          <a:prstGeom prst="rect">
            <a:avLst/>
          </a:prstGeom>
          <a:solidFill>
            <a:srgbClr val="7927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398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6794F9E-C5FE-BF4A-B695-C98AE729755D}"/>
              </a:ext>
            </a:extLst>
          </p:cNvPr>
          <p:cNvSpPr/>
          <p:nvPr userDrawn="1"/>
        </p:nvSpPr>
        <p:spPr>
          <a:xfrm>
            <a:off x="12414858" y="787854"/>
            <a:ext cx="580729" cy="581183"/>
          </a:xfrm>
          <a:prstGeom prst="rect">
            <a:avLst/>
          </a:prstGeom>
          <a:solidFill>
            <a:srgbClr val="006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398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52AA079-9289-EB41-B110-2CD4E5743020}"/>
              </a:ext>
            </a:extLst>
          </p:cNvPr>
          <p:cNvSpPr/>
          <p:nvPr userDrawn="1"/>
        </p:nvSpPr>
        <p:spPr>
          <a:xfrm>
            <a:off x="12414858" y="1575707"/>
            <a:ext cx="580729" cy="581183"/>
          </a:xfrm>
          <a:prstGeom prst="rect">
            <a:avLst/>
          </a:prstGeom>
          <a:solidFill>
            <a:srgbClr val="E513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398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0DFA15F-869E-AE4D-86C0-0E148D6EEC32}"/>
              </a:ext>
            </a:extLst>
          </p:cNvPr>
          <p:cNvSpPr/>
          <p:nvPr userDrawn="1"/>
        </p:nvSpPr>
        <p:spPr>
          <a:xfrm>
            <a:off x="12414858" y="2363560"/>
            <a:ext cx="580729" cy="581183"/>
          </a:xfrm>
          <a:prstGeom prst="rect">
            <a:avLst/>
          </a:prstGeom>
          <a:solidFill>
            <a:srgbClr val="464B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398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968CE07-E2F4-A64F-A7A2-1CC729E3F823}"/>
              </a:ext>
            </a:extLst>
          </p:cNvPr>
          <p:cNvSpPr/>
          <p:nvPr userDrawn="1"/>
        </p:nvSpPr>
        <p:spPr>
          <a:xfrm>
            <a:off x="12414858" y="3151415"/>
            <a:ext cx="580729" cy="58118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398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pic>
        <p:nvPicPr>
          <p:cNvPr id="26" name="图片 22">
            <a:extLst>
              <a:ext uri="{FF2B5EF4-FFF2-40B4-BE49-F238E27FC236}">
                <a16:creationId xmlns:a16="http://schemas.microsoft.com/office/drawing/2014/main" id="{7816B15B-168A-FC4B-8D22-E0D747D3129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8210" y="395085"/>
            <a:ext cx="1296646" cy="432554"/>
          </a:xfrm>
          <a:prstGeom prst="rect">
            <a:avLst/>
          </a:prstGeom>
        </p:spPr>
      </p:pic>
      <p:grpSp>
        <p:nvGrpSpPr>
          <p:cNvPr id="28" name="组合 130">
            <a:extLst>
              <a:ext uri="{FF2B5EF4-FFF2-40B4-BE49-F238E27FC236}">
                <a16:creationId xmlns:a16="http://schemas.microsoft.com/office/drawing/2014/main" id="{57F69334-07CD-1444-9CAA-F7CD203F6167}"/>
              </a:ext>
            </a:extLst>
          </p:cNvPr>
          <p:cNvGrpSpPr/>
          <p:nvPr userDrawn="1"/>
        </p:nvGrpSpPr>
        <p:grpSpPr>
          <a:xfrm rot="10800000">
            <a:off x="-6528" y="-2564"/>
            <a:ext cx="111425" cy="6858000"/>
            <a:chOff x="6634976" y="0"/>
            <a:chExt cx="334536" cy="6551416"/>
          </a:xfrm>
        </p:grpSpPr>
        <p:sp>
          <p:nvSpPr>
            <p:cNvPr id="29" name="矩形 131">
              <a:extLst>
                <a:ext uri="{FF2B5EF4-FFF2-40B4-BE49-F238E27FC236}">
                  <a16:creationId xmlns:a16="http://schemas.microsoft.com/office/drawing/2014/main" id="{BC762FA6-0523-9147-8962-22CAEFBCEB30}"/>
                </a:ext>
              </a:extLst>
            </p:cNvPr>
            <p:cNvSpPr/>
            <p:nvPr userDrawn="1"/>
          </p:nvSpPr>
          <p:spPr>
            <a:xfrm>
              <a:off x="6634976" y="0"/>
              <a:ext cx="334536" cy="2185639"/>
            </a:xfrm>
            <a:prstGeom prst="rect">
              <a:avLst/>
            </a:prstGeom>
            <a:solidFill>
              <a:srgbClr val="E510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398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  <p:sp>
          <p:nvSpPr>
            <p:cNvPr id="30" name="矩形 132">
              <a:extLst>
                <a:ext uri="{FF2B5EF4-FFF2-40B4-BE49-F238E27FC236}">
                  <a16:creationId xmlns:a16="http://schemas.microsoft.com/office/drawing/2014/main" id="{473F2E13-4FE8-F448-8979-6626FC6C8318}"/>
                </a:ext>
              </a:extLst>
            </p:cNvPr>
            <p:cNvSpPr/>
            <p:nvPr userDrawn="1"/>
          </p:nvSpPr>
          <p:spPr>
            <a:xfrm>
              <a:off x="6634976" y="2180138"/>
              <a:ext cx="334536" cy="2185639"/>
            </a:xfrm>
            <a:prstGeom prst="rect">
              <a:avLst/>
            </a:prstGeom>
            <a:solidFill>
              <a:srgbClr val="7927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398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  <p:sp>
          <p:nvSpPr>
            <p:cNvPr id="31" name="矩形 133">
              <a:extLst>
                <a:ext uri="{FF2B5EF4-FFF2-40B4-BE49-F238E27FC236}">
                  <a16:creationId xmlns:a16="http://schemas.microsoft.com/office/drawing/2014/main" id="{DA8BE87A-BEEA-B344-8428-C43B7E243C89}"/>
                </a:ext>
              </a:extLst>
            </p:cNvPr>
            <p:cNvSpPr/>
            <p:nvPr userDrawn="1"/>
          </p:nvSpPr>
          <p:spPr>
            <a:xfrm>
              <a:off x="6634976" y="4365777"/>
              <a:ext cx="334536" cy="2185639"/>
            </a:xfrm>
            <a:prstGeom prst="rect">
              <a:avLst/>
            </a:prstGeom>
            <a:solidFill>
              <a:srgbClr val="006F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398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</p:grp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E58C0ED9-6B8B-E642-9486-C31B2FBF3F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40731" y="6473952"/>
            <a:ext cx="438569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99" b="0" i="0">
                <a:solidFill>
                  <a:schemeClr val="tx1"/>
                </a:solidFill>
                <a:latin typeface="Gotham Book" panose="02000504050000020004" pitchFamily="2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387375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ags" Target="../tags/tag1.xml"/><Relationship Id="rId2" Type="http://schemas.openxmlformats.org/officeDocument/2006/relationships/vmlDrawing" Target="../drawings/vmlDrawing1.vml"/><Relationship Id="rId1" Type="http://schemas.openxmlformats.org/officeDocument/2006/relationships/theme" Target="../theme/theme4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1.bin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9B746A-E72E-F14C-BA0B-56D6A5F6B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3" y="365125"/>
            <a:ext cx="1050607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DEBA4D-EDA0-164F-84BA-7BEF85C1A0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3" y="1825625"/>
            <a:ext cx="1050607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56F6D-E8D7-1444-860E-072FF6AF18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613" y="6356350"/>
            <a:ext cx="2741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B65436-1538-F642-A79B-BC0B623C3AF3}" type="datetimeFigureOut">
              <a:t>2022/3/15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2F2D4-0E20-8F4C-9EE5-BFEFA69956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3838" y="6356350"/>
            <a:ext cx="41116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D3A38B-5288-E24A-A724-FD3379C7B0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1075" y="6356350"/>
            <a:ext cx="27416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5BCDE6-579A-9A4C-8840-26DB4280CBBA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33413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96" r:id="rId2"/>
    <p:sldLayoutId id="2147483797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99819" y="6473952"/>
            <a:ext cx="438569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99" b="0" i="0">
                <a:solidFill>
                  <a:schemeClr val="tx1"/>
                </a:solidFill>
                <a:latin typeface="Gotham Book" panose="02000504050000020004" pitchFamily="2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298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</p:sldLayoutIdLst>
  <p:transition spd="med"/>
  <p:hf hdr="0" dt="0"/>
  <p:txStyles>
    <p:titleStyle>
      <a:lvl1pPr algn="ctr" defTabSz="1218012" rtl="0" eaLnBrk="1" latinLnBrk="0" hangingPunct="1">
        <a:spcBef>
          <a:spcPct val="0"/>
        </a:spcBef>
        <a:buNone/>
        <a:defRPr sz="4297" kern="1200" cap="all" baseline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456754" indent="-456754" algn="l" defTabSz="1218012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4297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989635" indent="-380628" algn="l" defTabSz="1218012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3697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522514" indent="-304503" algn="l" defTabSz="1218012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3197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2131520" indent="-304503" algn="l" defTabSz="1218012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2698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740526" indent="-304503" algn="l" defTabSz="1218012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2698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3349531" indent="-304503" algn="l" defTabSz="1218012" rtl="0" eaLnBrk="1" latinLnBrk="0" hangingPunct="1">
        <a:spcBef>
          <a:spcPct val="20000"/>
        </a:spcBef>
        <a:buFont typeface="Arial" pitchFamily="34" charset="0"/>
        <a:buChar char="•"/>
        <a:defRPr sz="2698" kern="1200">
          <a:solidFill>
            <a:schemeClr val="tx1"/>
          </a:solidFill>
          <a:latin typeface="+mn-lt"/>
          <a:ea typeface="+mn-ea"/>
          <a:cs typeface="+mn-cs"/>
        </a:defRPr>
      </a:lvl6pPr>
      <a:lvl7pPr marL="3958538" indent="-304503" algn="l" defTabSz="1218012" rtl="0" eaLnBrk="1" latinLnBrk="0" hangingPunct="1">
        <a:spcBef>
          <a:spcPct val="20000"/>
        </a:spcBef>
        <a:buFont typeface="Arial" pitchFamily="34" charset="0"/>
        <a:buChar char="•"/>
        <a:defRPr sz="2698" kern="1200">
          <a:solidFill>
            <a:schemeClr val="tx1"/>
          </a:solidFill>
          <a:latin typeface="+mn-lt"/>
          <a:ea typeface="+mn-ea"/>
          <a:cs typeface="+mn-cs"/>
        </a:defRPr>
      </a:lvl7pPr>
      <a:lvl8pPr marL="4567543" indent="-304503" algn="l" defTabSz="1218012" rtl="0" eaLnBrk="1" latinLnBrk="0" hangingPunct="1">
        <a:spcBef>
          <a:spcPct val="20000"/>
        </a:spcBef>
        <a:buFont typeface="Arial" pitchFamily="34" charset="0"/>
        <a:buChar char="•"/>
        <a:defRPr sz="2698" kern="1200">
          <a:solidFill>
            <a:schemeClr val="tx1"/>
          </a:solidFill>
          <a:latin typeface="+mn-lt"/>
          <a:ea typeface="+mn-ea"/>
          <a:cs typeface="+mn-cs"/>
        </a:defRPr>
      </a:lvl8pPr>
      <a:lvl9pPr marL="5176548" indent="-304503" algn="l" defTabSz="1218012" rtl="0" eaLnBrk="1" latinLnBrk="0" hangingPunct="1">
        <a:spcBef>
          <a:spcPct val="20000"/>
        </a:spcBef>
        <a:buFont typeface="Arial" pitchFamily="34" charset="0"/>
        <a:buChar char="•"/>
        <a:defRPr sz="26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012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005" algn="l" defTabSz="1218012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012" algn="l" defTabSz="1218012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017" algn="l" defTabSz="1218012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023" algn="l" defTabSz="1218012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5029" algn="l" defTabSz="1218012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4034" algn="l" defTabSz="1218012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3040" algn="l" defTabSz="1218012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2046" algn="l" defTabSz="1218012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9B746A-E72E-F14C-BA0B-56D6A5F6B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3" y="365125"/>
            <a:ext cx="1050607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DEBA4D-EDA0-164F-84BA-7BEF85C1A0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3" y="1825625"/>
            <a:ext cx="1050607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56F6D-E8D7-1444-860E-072FF6AF18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613" y="6356350"/>
            <a:ext cx="2741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B65436-1538-F642-A79B-BC0B623C3AF3}" type="datetimeFigureOut">
              <a:t>2022/3/15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2F2D4-0E20-8F4C-9EE5-BFEFA69956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3838" y="6356350"/>
            <a:ext cx="41116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D3A38B-5288-E24A-A724-FD3379C7B0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1075" y="6356350"/>
            <a:ext cx="27416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5BCDE6-579A-9A4C-8840-26DB4280CBBA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714398308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9FB9CDC7-0795-4893-852B-1E30C3ED229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6729479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" name="think-cell Slide" r:id="rId5" imgW="530" imgH="531" progId="TCLayout.ActiveDocument.1">
                  <p:embed/>
                </p:oleObj>
              </mc:Choice>
              <mc:Fallback>
                <p:oleObj name="think-cell Slide" r:id="rId5" imgW="530" imgH="531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9FB9CDC7-0795-4893-852B-1E30C3ED22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20564F89-35FC-4A55-AB1F-5162268192E1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altLang="zh-CN" sz="4400" b="0" i="0" baseline="0" dirty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9B746A-E72E-F14C-BA0B-56D6A5F6B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3" y="365125"/>
            <a:ext cx="1050607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DEBA4D-EDA0-164F-84BA-7BEF85C1A0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3" y="1825625"/>
            <a:ext cx="1050607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56F6D-E8D7-1444-860E-072FF6AF18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613" y="6356350"/>
            <a:ext cx="2741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B65436-1538-F642-A79B-BC0B623C3AF3}" type="datetimeFigureOut">
              <a:t>2022/3/15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2F2D4-0E20-8F4C-9EE5-BFEFA69956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3838" y="6356350"/>
            <a:ext cx="41116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D3A38B-5288-E24A-A724-FD3379C7B0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1075" y="6356350"/>
            <a:ext cx="27416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5BCDE6-579A-9A4C-8840-26DB4280CBBA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083823996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emf"/><Relationship Id="rId5" Type="http://schemas.openxmlformats.org/officeDocument/2006/relationships/package" Target="../embeddings/Microsoft_Visio_Drawing.vsdx"/><Relationship Id="rId4" Type="http://schemas.openxmlformats.org/officeDocument/2006/relationships/image" Target="../media/image9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">
            <a:extLst>
              <a:ext uri="{FF2B5EF4-FFF2-40B4-BE49-F238E27FC236}">
                <a16:creationId xmlns:a16="http://schemas.microsoft.com/office/drawing/2014/main" id="{19EF322F-3D76-114B-8221-273B088500C3}"/>
              </a:ext>
            </a:extLst>
          </p:cNvPr>
          <p:cNvSpPr/>
          <p:nvPr/>
        </p:nvSpPr>
        <p:spPr>
          <a:xfrm>
            <a:off x="3738" y="2487170"/>
            <a:ext cx="10383436" cy="138618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pic>
        <p:nvPicPr>
          <p:cNvPr id="4" name="Picture 3" descr="Picture 3">
            <a:extLst>
              <a:ext uri="{FF2B5EF4-FFF2-40B4-BE49-F238E27FC236}">
                <a16:creationId xmlns:a16="http://schemas.microsoft.com/office/drawing/2014/main" id="{B24A4BBE-891B-0844-A2DA-3798E3DEE3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5329"/>
          <a:stretch>
            <a:fillRect/>
          </a:stretch>
        </p:blipFill>
        <p:spPr>
          <a:xfrm>
            <a:off x="-5196" y="2806340"/>
            <a:ext cx="2039074" cy="963694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矩形 7">
            <a:extLst>
              <a:ext uri="{FF2B5EF4-FFF2-40B4-BE49-F238E27FC236}">
                <a16:creationId xmlns:a16="http://schemas.microsoft.com/office/drawing/2014/main" id="{EA19AD55-BE46-EE49-BCFF-A6DA43F955B1}"/>
              </a:ext>
            </a:extLst>
          </p:cNvPr>
          <p:cNvSpPr txBox="1"/>
          <p:nvPr/>
        </p:nvSpPr>
        <p:spPr>
          <a:xfrm>
            <a:off x="2331720" y="2756526"/>
            <a:ext cx="7808873" cy="584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>
              <a:defRPr sz="2200">
                <a:solidFill>
                  <a:srgbClr val="702A54"/>
                </a:solidFill>
                <a:latin typeface="FZLanTingHeiS-B-GB"/>
                <a:ea typeface="FZLanTingHeiS-B-GB"/>
                <a:cs typeface="FZLanTingHeiS-B-GB"/>
                <a:sym typeface="FZLanTingHeiS-B-GB"/>
              </a:defRPr>
            </a:pPr>
            <a:r>
              <a:rPr lang="zh-CN" altLang="en-US" sz="3200" b="1" dirty="0"/>
              <a:t>大话</a:t>
            </a:r>
            <a:r>
              <a:rPr lang="en-US" altLang="zh-CN" sz="3200" b="1" dirty="0"/>
              <a:t>TFS</a:t>
            </a:r>
            <a:r>
              <a:rPr lang="zh-CN" altLang="en-US" sz="3200" b="1" dirty="0"/>
              <a:t>之</a:t>
            </a:r>
            <a:r>
              <a:rPr lang="en-US" altLang="zh-CN" sz="3200" b="1" dirty="0"/>
              <a:t>Journal</a:t>
            </a:r>
            <a:r>
              <a:rPr lang="zh-CN" altLang="en-US" sz="3200" b="1" dirty="0"/>
              <a:t>篇</a:t>
            </a:r>
            <a:r>
              <a:rPr lang="en-US" altLang="zh-CN" sz="3200" b="1" dirty="0"/>
              <a:t>		</a:t>
            </a:r>
            <a:endParaRPr sz="2800" b="1" dirty="0"/>
          </a:p>
        </p:txBody>
      </p:sp>
      <p:sp>
        <p:nvSpPr>
          <p:cNvPr id="6" name="2020 Lenovo NetApp. All rights reserved.">
            <a:extLst>
              <a:ext uri="{FF2B5EF4-FFF2-40B4-BE49-F238E27FC236}">
                <a16:creationId xmlns:a16="http://schemas.microsoft.com/office/drawing/2014/main" id="{20BE1DA2-2ABA-0245-9556-D562AA939F31}"/>
              </a:ext>
            </a:extLst>
          </p:cNvPr>
          <p:cNvSpPr txBox="1"/>
          <p:nvPr/>
        </p:nvSpPr>
        <p:spPr>
          <a:xfrm>
            <a:off x="5228144" y="6446775"/>
            <a:ext cx="2253589" cy="2098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800">
                <a:solidFill>
                  <a:srgbClr val="FFFFFF"/>
                </a:solidFill>
                <a:latin typeface="Gotham Book"/>
                <a:ea typeface="Gotham Book"/>
                <a:cs typeface="Gotham Book"/>
                <a:sym typeface="Gotham Book"/>
              </a:defRPr>
            </a:lvl1pPr>
          </a:lstStyle>
          <a:p>
            <a:r>
              <a:t>2020 Lenovo NetApp. All rights reserved.</a:t>
            </a:r>
          </a:p>
        </p:txBody>
      </p:sp>
      <p:sp>
        <p:nvSpPr>
          <p:cNvPr id="8" name="灯片编号占位符 1">
            <a:extLst>
              <a:ext uri="{FF2B5EF4-FFF2-40B4-BE49-F238E27FC236}">
                <a16:creationId xmlns:a16="http://schemas.microsoft.com/office/drawing/2014/main" id="{B646EC5E-9A7A-934E-B576-F65DF48ACC91}"/>
              </a:ext>
            </a:extLst>
          </p:cNvPr>
          <p:cNvSpPr txBox="1"/>
          <p:nvPr/>
        </p:nvSpPr>
        <p:spPr>
          <a:xfrm>
            <a:off x="11671106" y="6529105"/>
            <a:ext cx="438151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latin typeface="Gotham Book"/>
                <a:ea typeface="Gotham Book"/>
                <a:cs typeface="Gotham Book"/>
                <a:sym typeface="Gotham Book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1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3A12251-B691-48D9-B722-093F7C99965D}"/>
              </a:ext>
            </a:extLst>
          </p:cNvPr>
          <p:cNvSpPr txBox="1"/>
          <p:nvPr/>
        </p:nvSpPr>
        <p:spPr>
          <a:xfrm>
            <a:off x="586064" y="5057114"/>
            <a:ext cx="22535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200">
                <a:solidFill>
                  <a:srgbClr val="702A54"/>
                </a:solidFill>
                <a:latin typeface="FZLanTingHeiS-B-GB"/>
                <a:ea typeface="FZLanTingHeiS-B-GB"/>
                <a:cs typeface="FZLanTingHeiS-B-GB"/>
                <a:sym typeface="FZLanTingHeiS-B-GB"/>
              </a:defRPr>
            </a:pPr>
            <a:r>
              <a:rPr lang="en-US" altLang="zh-CN" sz="2400" b="1" dirty="0">
                <a:solidFill>
                  <a:schemeClr val="bg1"/>
                </a:solidFill>
              </a:rPr>
              <a:t>2021 - </a:t>
            </a:r>
            <a:r>
              <a:rPr lang="en-US" altLang="zh-CN" b="1" dirty="0">
                <a:solidFill>
                  <a:schemeClr val="bg1"/>
                </a:solidFill>
              </a:rPr>
              <a:t>03</a:t>
            </a:r>
            <a:r>
              <a:rPr lang="en-US" altLang="zh-CN" sz="2400" b="1" dirty="0">
                <a:solidFill>
                  <a:schemeClr val="bg1"/>
                </a:solidFill>
              </a:rPr>
              <a:t> - 15 </a:t>
            </a:r>
          </a:p>
          <a:p>
            <a:pPr>
              <a:defRPr sz="2200">
                <a:solidFill>
                  <a:srgbClr val="702A54"/>
                </a:solidFill>
                <a:latin typeface="FZLanTingHeiS-B-GB"/>
                <a:ea typeface="FZLanTingHeiS-B-GB"/>
                <a:cs typeface="FZLanTingHeiS-B-GB"/>
                <a:sym typeface="FZLanTingHeiS-B-GB"/>
              </a:defRPr>
            </a:pPr>
            <a:r>
              <a:rPr lang="en-US" altLang="zh-CN" sz="2400" b="1" dirty="0">
                <a:solidFill>
                  <a:schemeClr val="bg1"/>
                </a:solidFill>
              </a:rPr>
              <a:t>Guowei . </a:t>
            </a:r>
            <a:r>
              <a:rPr lang="en-US" altLang="zh-CN" sz="2400" b="1" dirty="0" err="1">
                <a:solidFill>
                  <a:schemeClr val="bg1"/>
                </a:solidFill>
              </a:rPr>
              <a:t>bian</a:t>
            </a:r>
            <a:endParaRPr lang="en-US" altLang="zh-CN" sz="2000" b="1" dirty="0">
              <a:solidFill>
                <a:schemeClr val="bg1"/>
              </a:solidFill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04476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793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793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9EBCDC8-5B4C-491E-B4B8-7A350AA38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5851" y="548640"/>
            <a:ext cx="9533464" cy="11887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tabLst>
                <a:tab pos="1218987" algn="l"/>
              </a:tabLst>
            </a:pPr>
            <a:r>
              <a:rPr lang="en-US" altLang="zh-CN" sz="4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Agenda</a:t>
            </a: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80184748-27BC-4AE7-8F11-B16E4E878F91}"/>
              </a:ext>
            </a:extLst>
          </p:cNvPr>
          <p:cNvSpPr txBox="1">
            <a:spLocks/>
          </p:cNvSpPr>
          <p:nvPr/>
        </p:nvSpPr>
        <p:spPr>
          <a:xfrm>
            <a:off x="1135850" y="1737360"/>
            <a:ext cx="9684549" cy="43820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en-US" altLang="zh-CN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TFS</a:t>
            </a:r>
            <a:r>
              <a:rPr lang="zh-CN" altLang="en-US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框架简介</a:t>
            </a:r>
            <a:endParaRPr lang="en-US" altLang="zh-CN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Bef>
                <a:spcPts val="600"/>
              </a:spcBef>
            </a:pPr>
            <a:r>
              <a:rPr lang="en-US" altLang="zh-CN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Journal</a:t>
            </a:r>
            <a:r>
              <a:rPr lang="zh-CN" altLang="en-US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功能</a:t>
            </a:r>
            <a:endParaRPr lang="en-US" altLang="zh-CN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Bef>
                <a:spcPts val="600"/>
              </a:spcBef>
            </a:pPr>
            <a:r>
              <a:rPr lang="en-US" altLang="zh-CN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Journal</a:t>
            </a:r>
            <a:r>
              <a:rPr lang="zh-CN" altLang="en-US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存储结构</a:t>
            </a:r>
            <a:endParaRPr lang="en-US" altLang="zh-CN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Bef>
                <a:spcPts val="600"/>
              </a:spcBef>
            </a:pPr>
            <a:r>
              <a:rPr lang="en-US" altLang="zh-CN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Journal</a:t>
            </a:r>
            <a:r>
              <a:rPr lang="zh-CN" altLang="en-US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内存结构</a:t>
            </a:r>
            <a:endParaRPr lang="en-US" altLang="zh-CN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Bef>
                <a:spcPts val="600"/>
              </a:spcBef>
            </a:pPr>
            <a:r>
              <a:rPr lang="en-US" altLang="zh-CN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Journal</a:t>
            </a:r>
            <a:r>
              <a:rPr lang="zh-CN" altLang="en-US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读</a:t>
            </a:r>
            <a:endParaRPr lang="en-US" altLang="zh-CN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Bef>
                <a:spcPts val="600"/>
              </a:spcBef>
            </a:pPr>
            <a:r>
              <a:rPr lang="en-US" altLang="zh-CN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Journal</a:t>
            </a:r>
            <a:r>
              <a:rPr lang="zh-CN" altLang="en-US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写</a:t>
            </a:r>
            <a:endParaRPr lang="en-US" altLang="zh-CN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Bef>
                <a:spcPts val="600"/>
              </a:spcBef>
            </a:pPr>
            <a:r>
              <a:rPr lang="en-US" altLang="zh-CN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Journal</a:t>
            </a:r>
            <a:r>
              <a:rPr lang="zh-CN" altLang="en-US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优化</a:t>
            </a:r>
            <a:endParaRPr lang="en-US" altLang="zh-CN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Bef>
                <a:spcPts val="600"/>
              </a:spcBef>
            </a:pPr>
            <a:endParaRPr lang="en-US" altLang="zh-CN" sz="20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2268" y="5970896"/>
            <a:ext cx="9957033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15A2F-8863-454B-9654-8FB293B177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1630" y="6356350"/>
            <a:ext cx="2740343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 indent="0" algn="r" defTabSz="914400" fontAlgn="auto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rPr>
              <a:pPr marR="0" lvl="0" indent="0" algn="r" defTabSz="914400" fontAlgn="auto" hangingPunct="1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4014844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793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796042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A93906-9242-4F7A-A9AB-4EACEC9C1E90}"/>
              </a:ext>
            </a:extLst>
          </p:cNvPr>
          <p:cNvSpPr txBox="1"/>
          <p:nvPr/>
        </p:nvSpPr>
        <p:spPr>
          <a:xfrm>
            <a:off x="772602" y="992094"/>
            <a:ext cx="3613145" cy="2795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CN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TFS</a:t>
            </a:r>
            <a:r>
              <a:rPr lang="zh-CN" alt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数据通路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F51FC77-AFF2-43E6-B550-2DDEEBB87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3260" y="578738"/>
            <a:ext cx="4589195" cy="567054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15A2F-8863-454B-9654-8FB293B177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1630" y="6356350"/>
            <a:ext cx="2740343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 indent="0" algn="r" defTabSz="914400" fontAlgn="auto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rPr>
              <a:pPr marR="0" lvl="0" indent="0" algn="r" defTabSz="914400" fontAlgn="auto" hangingPunct="1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71294246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793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793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1B480A1-CA82-4C01-8603-9EC174480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5851" y="548640"/>
            <a:ext cx="9533464" cy="11887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z="4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Journal</a:t>
            </a:r>
            <a:r>
              <a:rPr lang="zh-CN" altLang="en-US" sz="4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功能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80EF6C5-DC9F-4872-BF0A-29B7275510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5851" y="1875692"/>
            <a:ext cx="9754887" cy="454855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spcAft>
                <a:spcPts val="600"/>
              </a:spcAft>
            </a:pP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</a:rPr>
              <a:t>Journal</a:t>
            </a: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</a:rPr>
              <a:t>定义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+mn-lt"/>
              <a:ea typeface="+mn-ea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</a:rPr>
              <a:t>在文件系统中，元数据事务机制在文件系统设计中通常被称为</a:t>
            </a: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</a:rPr>
              <a:t>journal </a:t>
            </a: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</a:rPr>
              <a:t>，主要为了在断电等异常情况下，确保数据的安全性和一致性，也有提升性能等诸多好处。</a:t>
            </a:r>
          </a:p>
          <a:p>
            <a:pPr indent="-228600"/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</a:rPr>
              <a:t>Journal</a:t>
            </a: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</a:rPr>
              <a:t>功能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+mn-lt"/>
              <a:ea typeface="+mn-ea"/>
            </a:endParaRPr>
          </a:p>
          <a:p>
            <a:pPr marL="0" indent="0">
              <a:buNone/>
            </a:pP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</a:rPr>
              <a:t>TFS</a:t>
            </a: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</a:rPr>
              <a:t>中</a:t>
            </a: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</a:rPr>
              <a:t>journal</a:t>
            </a: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</a:rPr>
              <a:t>的设计总体思路是将</a:t>
            </a:r>
            <a:r>
              <a:rPr lang="en-US" altLang="zh-CN" sz="280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</a:rPr>
              <a:t>cephfs</a:t>
            </a: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</a:rPr>
              <a:t>的元数据操作封装成</a:t>
            </a: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</a:rPr>
              <a:t>event</a:t>
            </a: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</a:rPr>
              <a:t>，将</a:t>
            </a: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</a:rPr>
              <a:t>event</a:t>
            </a: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</a:rPr>
              <a:t>序列化并持久化到</a:t>
            </a: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</a:rPr>
              <a:t>journal</a:t>
            </a: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</a:rPr>
              <a:t>文件中，</a:t>
            </a: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</a:rPr>
              <a:t>journal</a:t>
            </a: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</a:rPr>
              <a:t>文件拥有固定</a:t>
            </a:r>
            <a:r>
              <a:rPr lang="en-US" altLang="zh-CN" sz="280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</a:rPr>
              <a:t>ino</a:t>
            </a: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</a:rPr>
              <a:t>，</a:t>
            </a: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</a:rPr>
              <a:t>journal</a:t>
            </a: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</a:rPr>
              <a:t>文件是</a:t>
            </a:r>
            <a:r>
              <a:rPr lang="en-US" altLang="zh-CN" sz="280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</a:rPr>
              <a:t>ceph</a:t>
            </a: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</a:rPr>
              <a:t> </a:t>
            </a:r>
            <a:r>
              <a:rPr lang="en-US" altLang="zh-CN" sz="280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</a:rPr>
              <a:t>rados</a:t>
            </a: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</a:rPr>
              <a:t>层向外提供的文件接口进行读写管理。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2268" y="5970896"/>
            <a:ext cx="9957033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833163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5E04739-92E1-4028-BBAF-4CD618EB5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Journal</a:t>
            </a:r>
            <a:r>
              <a:rPr lang="zh-CN" altLang="en-US" dirty="0"/>
              <a:t>存储结构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EF2F0D0-DEA6-435A-BBD0-119C749D2D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475" y="1315096"/>
            <a:ext cx="11268888" cy="3565130"/>
          </a:xfrm>
          <a:prstGeom prst="rect">
            <a:avLst/>
          </a:prstGeom>
        </p:spPr>
      </p:pic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42E1C3E4-CDDC-4104-86C2-807C3FA8A2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1890604"/>
              </p:ext>
            </p:extLst>
          </p:nvPr>
        </p:nvGraphicFramePr>
        <p:xfrm>
          <a:off x="567096" y="5012702"/>
          <a:ext cx="11122729" cy="12416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6" name="Visio" r:id="rId5" imgW="6353452" imgH="847791" progId="Visio.Drawing.15">
                  <p:embed/>
                </p:oleObj>
              </mc:Choice>
              <mc:Fallback>
                <p:oleObj name="Visio" r:id="rId5" imgW="6353452" imgH="847791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67096" y="5012702"/>
                        <a:ext cx="11122729" cy="12416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6808021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793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47549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EBCAD08-A6C8-4A53-8F69-65D0691A9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923" y="609600"/>
            <a:ext cx="4103849" cy="133083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Journal Header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90068A1-63EE-4F2A-AC20-F05D8A6C7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155" y="1940439"/>
            <a:ext cx="3698744" cy="416224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altLang="zh-CN" sz="2800" b="1" dirty="0">
                <a:effectLst/>
                <a:latin typeface="+mn-lt"/>
                <a:ea typeface="+mn-ea"/>
              </a:rPr>
              <a:t>Journal header</a:t>
            </a:r>
            <a:r>
              <a:rPr lang="zh-CN" altLang="en-US" sz="1700" dirty="0">
                <a:effectLst/>
                <a:latin typeface="+mn-lt"/>
                <a:ea typeface="+mn-ea"/>
              </a:rPr>
              <a:t>负责记录</a:t>
            </a:r>
            <a:r>
              <a:rPr lang="en-US" altLang="zh-CN" sz="1700" dirty="0">
                <a:effectLst/>
                <a:latin typeface="+mn-lt"/>
                <a:ea typeface="+mn-ea"/>
              </a:rPr>
              <a:t>journal</a:t>
            </a:r>
            <a:r>
              <a:rPr lang="zh-CN" altLang="en-US" sz="1700" dirty="0">
                <a:effectLst/>
                <a:latin typeface="+mn-lt"/>
                <a:ea typeface="+mn-ea"/>
              </a:rPr>
              <a:t>的执行情况，每个</a:t>
            </a:r>
            <a:r>
              <a:rPr lang="en-US" altLang="zh-CN" sz="1700" dirty="0">
                <a:effectLst/>
                <a:latin typeface="+mn-lt"/>
                <a:ea typeface="+mn-ea"/>
              </a:rPr>
              <a:t>rank</a:t>
            </a:r>
            <a:r>
              <a:rPr lang="zh-CN" altLang="en-US" sz="1700" dirty="0">
                <a:effectLst/>
                <a:latin typeface="+mn-lt"/>
                <a:ea typeface="+mn-ea"/>
              </a:rPr>
              <a:t>有一个</a:t>
            </a:r>
            <a:r>
              <a:rPr lang="en-US" altLang="zh-CN" sz="1700" dirty="0">
                <a:effectLst/>
                <a:latin typeface="+mn-lt"/>
                <a:ea typeface="+mn-ea"/>
              </a:rPr>
              <a:t>journal header</a:t>
            </a:r>
            <a:r>
              <a:rPr lang="zh-CN" altLang="en-US" sz="1700" dirty="0">
                <a:effectLst/>
                <a:latin typeface="+mn-lt"/>
                <a:ea typeface="+mn-ea"/>
              </a:rPr>
              <a:t>。</a:t>
            </a:r>
            <a:endParaRPr lang="en-US" altLang="zh-CN" sz="1700" dirty="0">
              <a:latin typeface="+mn-lt"/>
              <a:ea typeface="+mn-ea"/>
            </a:endParaRPr>
          </a:p>
          <a:p>
            <a:pPr indent="-228600"/>
            <a:r>
              <a:rPr lang="en-US" altLang="zh-CN" sz="1700" b="1" dirty="0">
                <a:effectLst/>
                <a:latin typeface="+mn-lt"/>
                <a:ea typeface="+mn-ea"/>
              </a:rPr>
              <a:t>type</a:t>
            </a:r>
            <a:r>
              <a:rPr lang="zh-CN" altLang="en-US" sz="1700" b="1" dirty="0">
                <a:effectLst/>
                <a:latin typeface="+mn-lt"/>
                <a:ea typeface="+mn-ea"/>
              </a:rPr>
              <a:t>：</a:t>
            </a:r>
            <a:endParaRPr lang="en-US" altLang="zh-CN" sz="1700" b="1" dirty="0">
              <a:effectLst/>
              <a:latin typeface="+mn-lt"/>
              <a:ea typeface="+mn-ea"/>
            </a:endParaRPr>
          </a:p>
          <a:p>
            <a:pPr marL="0" indent="0">
              <a:buNone/>
            </a:pPr>
            <a:r>
              <a:rPr lang="zh-CN" altLang="en-US" sz="1700" dirty="0">
                <a:effectLst/>
                <a:latin typeface="+mn-lt"/>
                <a:ea typeface="+mn-ea"/>
              </a:rPr>
              <a:t>一位</a:t>
            </a:r>
            <a:r>
              <a:rPr lang="en-US" altLang="zh-CN" sz="1700" dirty="0">
                <a:effectLst/>
                <a:latin typeface="+mn-lt"/>
                <a:ea typeface="+mn-ea"/>
              </a:rPr>
              <a:t>16</a:t>
            </a:r>
            <a:r>
              <a:rPr lang="zh-CN" altLang="en-US" sz="1700" dirty="0">
                <a:effectLst/>
                <a:latin typeface="+mn-lt"/>
                <a:ea typeface="+mn-ea"/>
              </a:rPr>
              <a:t>进制，</a:t>
            </a:r>
            <a:r>
              <a:rPr lang="en-US" altLang="zh-CN" sz="1700" dirty="0">
                <a:effectLst/>
                <a:latin typeface="+mn-lt"/>
                <a:ea typeface="+mn-ea"/>
              </a:rPr>
              <a:t>2</a:t>
            </a:r>
            <a:r>
              <a:rPr lang="zh-CN" altLang="en-US" sz="1700" dirty="0">
                <a:effectLst/>
                <a:latin typeface="+mn-lt"/>
                <a:ea typeface="+mn-ea"/>
              </a:rPr>
              <a:t>表示类型是</a:t>
            </a:r>
            <a:r>
              <a:rPr lang="en-US" altLang="zh-CN" sz="1700" dirty="0">
                <a:effectLst/>
                <a:latin typeface="+mn-lt"/>
                <a:ea typeface="+mn-ea"/>
              </a:rPr>
              <a:t>journal header</a:t>
            </a:r>
          </a:p>
          <a:p>
            <a:pPr indent="-228600"/>
            <a:r>
              <a:rPr lang="en-US" altLang="zh-CN" sz="1700" b="1" dirty="0" err="1">
                <a:effectLst/>
                <a:latin typeface="+mn-lt"/>
                <a:ea typeface="+mn-ea"/>
              </a:rPr>
              <a:t>mds</a:t>
            </a:r>
            <a:r>
              <a:rPr lang="en-US" altLang="zh-CN" sz="1700" b="1" dirty="0">
                <a:effectLst/>
                <a:latin typeface="+mn-lt"/>
                <a:ea typeface="+mn-ea"/>
              </a:rPr>
              <a:t> rank id</a:t>
            </a:r>
            <a:r>
              <a:rPr lang="zh-CN" altLang="en-US" sz="1700" b="1" dirty="0">
                <a:effectLst/>
                <a:latin typeface="+mn-lt"/>
                <a:ea typeface="+mn-ea"/>
              </a:rPr>
              <a:t>：</a:t>
            </a:r>
            <a:endParaRPr lang="en-US" altLang="zh-CN" sz="1700" b="1" dirty="0">
              <a:effectLst/>
              <a:latin typeface="+mn-lt"/>
              <a:ea typeface="+mn-ea"/>
            </a:endParaRPr>
          </a:p>
          <a:p>
            <a:pPr marL="0" indent="0">
              <a:buNone/>
            </a:pPr>
            <a:r>
              <a:rPr lang="en-US" altLang="zh-CN" sz="1700" dirty="0">
                <a:effectLst/>
                <a:latin typeface="+mn-lt"/>
                <a:ea typeface="+mn-ea"/>
              </a:rPr>
              <a:t>3</a:t>
            </a:r>
            <a:r>
              <a:rPr lang="zh-CN" altLang="en-US" sz="1700" dirty="0">
                <a:effectLst/>
                <a:latin typeface="+mn-lt"/>
                <a:ea typeface="+mn-ea"/>
              </a:rPr>
              <a:t>位</a:t>
            </a:r>
            <a:r>
              <a:rPr lang="en-US" altLang="zh-CN" sz="1700" dirty="0">
                <a:effectLst/>
                <a:latin typeface="+mn-lt"/>
                <a:ea typeface="+mn-ea"/>
              </a:rPr>
              <a:t>16</a:t>
            </a:r>
            <a:r>
              <a:rPr lang="zh-CN" altLang="en-US" sz="1700" dirty="0">
                <a:effectLst/>
                <a:latin typeface="+mn-lt"/>
                <a:ea typeface="+mn-ea"/>
              </a:rPr>
              <a:t>进制</a:t>
            </a:r>
            <a:r>
              <a:rPr lang="en-US" altLang="zh-CN" sz="1700" dirty="0">
                <a:effectLst/>
                <a:latin typeface="+mn-lt"/>
                <a:ea typeface="+mn-ea"/>
              </a:rPr>
              <a:t>(</a:t>
            </a:r>
            <a:r>
              <a:rPr lang="zh-CN" altLang="en-US" sz="1700" dirty="0">
                <a:effectLst/>
                <a:latin typeface="+mn-lt"/>
                <a:ea typeface="+mn-ea"/>
              </a:rPr>
              <a:t>目前暂定支持最大</a:t>
            </a:r>
            <a:r>
              <a:rPr lang="en-US" altLang="zh-CN" sz="1700" dirty="0">
                <a:effectLst/>
                <a:latin typeface="+mn-lt"/>
                <a:ea typeface="+mn-ea"/>
              </a:rPr>
              <a:t>4096</a:t>
            </a:r>
            <a:r>
              <a:rPr lang="zh-CN" altLang="en-US" sz="1700" dirty="0">
                <a:effectLst/>
                <a:latin typeface="+mn-lt"/>
                <a:ea typeface="+mn-ea"/>
              </a:rPr>
              <a:t>个</a:t>
            </a:r>
            <a:r>
              <a:rPr lang="en-US" altLang="zh-CN" sz="1700" dirty="0">
                <a:effectLst/>
                <a:latin typeface="+mn-lt"/>
                <a:ea typeface="+mn-ea"/>
              </a:rPr>
              <a:t>rank)</a:t>
            </a:r>
            <a:r>
              <a:rPr lang="zh-CN" altLang="en-US" sz="1700" dirty="0">
                <a:effectLst/>
                <a:latin typeface="+mn-lt"/>
                <a:ea typeface="+mn-ea"/>
              </a:rPr>
              <a:t>，</a:t>
            </a:r>
            <a:r>
              <a:rPr lang="en-US" altLang="zh-CN" sz="1700" dirty="0">
                <a:effectLst/>
                <a:latin typeface="+mn-lt"/>
                <a:ea typeface="+mn-ea"/>
              </a:rPr>
              <a:t>001</a:t>
            </a:r>
            <a:r>
              <a:rPr lang="zh-CN" altLang="en-US" sz="1700" dirty="0">
                <a:effectLst/>
                <a:latin typeface="+mn-lt"/>
                <a:ea typeface="+mn-ea"/>
              </a:rPr>
              <a:t>代表</a:t>
            </a:r>
            <a:r>
              <a:rPr lang="en-US" altLang="zh-CN" sz="1700" dirty="0" err="1">
                <a:effectLst/>
                <a:latin typeface="+mn-lt"/>
                <a:ea typeface="+mn-ea"/>
              </a:rPr>
              <a:t>mds</a:t>
            </a:r>
            <a:r>
              <a:rPr lang="en-US" altLang="zh-CN" sz="1700" dirty="0">
                <a:effectLst/>
                <a:latin typeface="+mn-lt"/>
                <a:ea typeface="+mn-ea"/>
              </a:rPr>
              <a:t> rank id</a:t>
            </a:r>
            <a:r>
              <a:rPr lang="zh-CN" altLang="en-US" sz="1700" dirty="0">
                <a:effectLst/>
                <a:latin typeface="+mn-lt"/>
                <a:ea typeface="+mn-ea"/>
              </a:rPr>
              <a:t>是</a:t>
            </a:r>
            <a:r>
              <a:rPr lang="en-US" altLang="zh-CN" sz="1700" dirty="0">
                <a:effectLst/>
                <a:latin typeface="+mn-lt"/>
                <a:ea typeface="+mn-ea"/>
              </a:rPr>
              <a:t>1(rank id</a:t>
            </a:r>
            <a:r>
              <a:rPr lang="zh-CN" altLang="en-US" sz="1700" dirty="0">
                <a:effectLst/>
                <a:latin typeface="+mn-lt"/>
                <a:ea typeface="+mn-ea"/>
              </a:rPr>
              <a:t>从</a:t>
            </a:r>
            <a:r>
              <a:rPr lang="en-US" altLang="zh-CN" sz="1700" dirty="0">
                <a:effectLst/>
                <a:latin typeface="+mn-lt"/>
                <a:ea typeface="+mn-ea"/>
              </a:rPr>
              <a:t>0</a:t>
            </a:r>
            <a:r>
              <a:rPr lang="zh-CN" altLang="en-US" sz="1700" dirty="0">
                <a:effectLst/>
                <a:latin typeface="+mn-lt"/>
                <a:ea typeface="+mn-ea"/>
              </a:rPr>
              <a:t>开始</a:t>
            </a:r>
            <a:r>
              <a:rPr lang="en-US" altLang="zh-CN" sz="1700" dirty="0">
                <a:effectLst/>
                <a:latin typeface="+mn-lt"/>
                <a:ea typeface="+mn-ea"/>
              </a:rPr>
              <a:t>)</a:t>
            </a:r>
          </a:p>
          <a:p>
            <a:pPr indent="-228600"/>
            <a:r>
              <a:rPr lang="en-US" altLang="zh-CN" sz="1700" b="1" dirty="0">
                <a:effectLst/>
                <a:latin typeface="+mn-lt"/>
                <a:ea typeface="+mn-ea"/>
              </a:rPr>
              <a:t>block id</a:t>
            </a:r>
            <a:r>
              <a:rPr lang="zh-CN" altLang="en-US" sz="1700" b="1" dirty="0">
                <a:effectLst/>
                <a:latin typeface="+mn-lt"/>
                <a:ea typeface="+mn-ea"/>
              </a:rPr>
              <a:t>：</a:t>
            </a:r>
            <a:endParaRPr lang="en-US" altLang="zh-CN" sz="1700" b="1" dirty="0">
              <a:effectLst/>
              <a:latin typeface="+mn-lt"/>
              <a:ea typeface="+mn-ea"/>
            </a:endParaRPr>
          </a:p>
          <a:p>
            <a:pPr marL="0" indent="0">
              <a:buNone/>
            </a:pPr>
            <a:r>
              <a:rPr lang="en-US" altLang="zh-CN" sz="1700" dirty="0">
                <a:effectLst/>
                <a:latin typeface="+mn-lt"/>
                <a:ea typeface="+mn-ea"/>
              </a:rPr>
              <a:t>8</a:t>
            </a:r>
            <a:r>
              <a:rPr lang="zh-CN" altLang="en-US" sz="1700" dirty="0">
                <a:effectLst/>
                <a:latin typeface="+mn-lt"/>
                <a:ea typeface="+mn-ea"/>
              </a:rPr>
              <a:t>位</a:t>
            </a:r>
            <a:r>
              <a:rPr lang="en-US" altLang="zh-CN" sz="1700" dirty="0">
                <a:effectLst/>
                <a:latin typeface="+mn-lt"/>
                <a:ea typeface="+mn-ea"/>
              </a:rPr>
              <a:t>16</a:t>
            </a:r>
            <a:r>
              <a:rPr lang="zh-CN" altLang="en-US" sz="1700" dirty="0">
                <a:effectLst/>
                <a:latin typeface="+mn-lt"/>
                <a:ea typeface="+mn-ea"/>
              </a:rPr>
              <a:t>进制，</a:t>
            </a:r>
            <a:r>
              <a:rPr lang="en-US" altLang="zh-CN" sz="1700" dirty="0">
                <a:effectLst/>
                <a:latin typeface="+mn-lt"/>
                <a:ea typeface="+mn-ea"/>
              </a:rPr>
              <a:t>0000000</a:t>
            </a:r>
            <a:r>
              <a:rPr lang="zh-CN" altLang="en-US" sz="1700" dirty="0">
                <a:effectLst/>
                <a:latin typeface="+mn-lt"/>
                <a:ea typeface="+mn-ea"/>
              </a:rPr>
              <a:t>表示第</a:t>
            </a:r>
            <a:r>
              <a:rPr lang="en-US" altLang="zh-CN" sz="1700" dirty="0">
                <a:effectLst/>
                <a:latin typeface="+mn-lt"/>
                <a:ea typeface="+mn-ea"/>
              </a:rPr>
              <a:t>0</a:t>
            </a:r>
            <a:r>
              <a:rPr lang="zh-CN" altLang="en-US" sz="1700" dirty="0">
                <a:effectLst/>
                <a:latin typeface="+mn-lt"/>
                <a:ea typeface="+mn-ea"/>
              </a:rPr>
              <a:t>个</a:t>
            </a:r>
            <a:r>
              <a:rPr lang="en-US" altLang="zh-CN" sz="1700" dirty="0">
                <a:effectLst/>
                <a:latin typeface="+mn-lt"/>
                <a:ea typeface="+mn-ea"/>
              </a:rPr>
              <a:t>block</a:t>
            </a:r>
            <a:r>
              <a:rPr lang="zh-CN" altLang="en-US" sz="1700" dirty="0">
                <a:effectLst/>
                <a:latin typeface="+mn-lt"/>
                <a:ea typeface="+mn-ea"/>
              </a:rPr>
              <a:t>，</a:t>
            </a:r>
            <a:r>
              <a:rPr lang="en-US" altLang="zh-CN" sz="1700" dirty="0">
                <a:effectLst/>
                <a:latin typeface="+mn-lt"/>
                <a:ea typeface="+mn-ea"/>
              </a:rPr>
              <a:t>journal head</a:t>
            </a:r>
            <a:r>
              <a:rPr lang="zh-CN" altLang="en-US" sz="1700" dirty="0">
                <a:effectLst/>
                <a:latin typeface="+mn-lt"/>
                <a:ea typeface="+mn-ea"/>
              </a:rPr>
              <a:t>只会有一个</a:t>
            </a:r>
            <a:r>
              <a:rPr lang="en-US" altLang="zh-CN" sz="1700" dirty="0">
                <a:effectLst/>
                <a:latin typeface="+mn-lt"/>
                <a:ea typeface="+mn-ea"/>
              </a:rPr>
              <a:t>block</a:t>
            </a:r>
            <a:endParaRPr lang="en-US" altLang="zh-CN" sz="1700" dirty="0">
              <a:latin typeface="+mn-lt"/>
              <a:ea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B73B6C2-AD94-4FA1-8F88-16A648563B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669" y="661916"/>
            <a:ext cx="5274959" cy="5557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08720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793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47549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B1E92E1-D5E8-4446-93DA-7EE602383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820" y="609600"/>
            <a:ext cx="3904952" cy="133083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Journal File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696F28C-39AB-4024-98FC-A979F1D79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820" y="1940439"/>
            <a:ext cx="3904951" cy="416224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effectLst/>
                <a:latin typeface="+mn-lt"/>
                <a:ea typeface="+mn-ea"/>
              </a:rPr>
              <a:t>Journal file</a:t>
            </a:r>
            <a:r>
              <a:rPr lang="zh-CN" altLang="en-US" sz="1600" dirty="0">
                <a:effectLst/>
                <a:latin typeface="+mn-lt"/>
                <a:ea typeface="+mn-ea"/>
              </a:rPr>
              <a:t>中记录了每个</a:t>
            </a:r>
            <a:r>
              <a:rPr lang="en-US" altLang="zh-CN" sz="1600" dirty="0">
                <a:effectLst/>
                <a:latin typeface="+mn-lt"/>
                <a:ea typeface="+mn-ea"/>
              </a:rPr>
              <a:t>event</a:t>
            </a:r>
            <a:r>
              <a:rPr lang="zh-CN" altLang="en-US" sz="1600" dirty="0">
                <a:effectLst/>
                <a:latin typeface="+mn-lt"/>
                <a:ea typeface="+mn-ea"/>
              </a:rPr>
              <a:t>的详细信息，每个</a:t>
            </a:r>
            <a:r>
              <a:rPr lang="en-US" altLang="zh-CN" sz="1600" dirty="0">
                <a:effectLst/>
                <a:latin typeface="+mn-lt"/>
                <a:ea typeface="+mn-ea"/>
              </a:rPr>
              <a:t>journal file</a:t>
            </a:r>
            <a:r>
              <a:rPr lang="zh-CN" altLang="en-US" sz="1600" dirty="0">
                <a:effectLst/>
                <a:latin typeface="+mn-lt"/>
                <a:ea typeface="+mn-ea"/>
              </a:rPr>
              <a:t>是由一组</a:t>
            </a:r>
            <a:r>
              <a:rPr lang="en-US" altLang="zh-CN" sz="1600" dirty="0">
                <a:effectLst/>
                <a:latin typeface="+mn-lt"/>
                <a:ea typeface="+mn-ea"/>
              </a:rPr>
              <a:t>object</a:t>
            </a:r>
            <a:r>
              <a:rPr lang="zh-CN" altLang="en-US" sz="1600" dirty="0">
                <a:effectLst/>
                <a:latin typeface="+mn-lt"/>
                <a:ea typeface="+mn-ea"/>
              </a:rPr>
              <a:t>组成。</a:t>
            </a:r>
            <a:endParaRPr lang="en-US" altLang="zh-CN" sz="1600" dirty="0">
              <a:effectLst/>
              <a:latin typeface="+mn-lt"/>
              <a:ea typeface="+mn-ea"/>
            </a:endParaRPr>
          </a:p>
          <a:p>
            <a:pPr indent="-228600"/>
            <a:r>
              <a:rPr lang="en-US" altLang="zh-CN" sz="1600" b="1" dirty="0">
                <a:effectLst/>
                <a:latin typeface="+mn-lt"/>
                <a:ea typeface="+mn-ea"/>
              </a:rPr>
              <a:t>type</a:t>
            </a:r>
            <a:r>
              <a:rPr lang="zh-CN" altLang="en-US" sz="1600" b="1" dirty="0">
                <a:effectLst/>
                <a:latin typeface="+mn-lt"/>
                <a:ea typeface="+mn-ea"/>
              </a:rPr>
              <a:t>：</a:t>
            </a:r>
            <a:endParaRPr lang="en-US" altLang="zh-CN" sz="1600" b="1" dirty="0">
              <a:effectLst/>
              <a:latin typeface="+mn-lt"/>
              <a:ea typeface="+mn-ea"/>
            </a:endParaRPr>
          </a:p>
          <a:p>
            <a:pPr marL="0" indent="0">
              <a:buNone/>
            </a:pPr>
            <a:r>
              <a:rPr lang="zh-CN" altLang="en-US" sz="1600" dirty="0">
                <a:effectLst/>
                <a:latin typeface="+mn-lt"/>
                <a:ea typeface="+mn-ea"/>
              </a:rPr>
              <a:t>一位</a:t>
            </a:r>
            <a:r>
              <a:rPr lang="en-US" altLang="zh-CN" sz="1600" dirty="0">
                <a:effectLst/>
                <a:latin typeface="+mn-lt"/>
                <a:ea typeface="+mn-ea"/>
              </a:rPr>
              <a:t>16</a:t>
            </a:r>
            <a:r>
              <a:rPr lang="zh-CN" altLang="en-US" sz="1600" dirty="0">
                <a:effectLst/>
                <a:latin typeface="+mn-lt"/>
                <a:ea typeface="+mn-ea"/>
              </a:rPr>
              <a:t>进制，</a:t>
            </a:r>
            <a:r>
              <a:rPr lang="en-US" altLang="zh-CN" sz="1600" dirty="0">
                <a:effectLst/>
                <a:latin typeface="+mn-lt"/>
                <a:ea typeface="+mn-ea"/>
              </a:rPr>
              <a:t>3</a:t>
            </a:r>
            <a:r>
              <a:rPr lang="zh-CN" altLang="en-US" sz="1600" dirty="0">
                <a:effectLst/>
                <a:latin typeface="+mn-lt"/>
                <a:ea typeface="+mn-ea"/>
              </a:rPr>
              <a:t>表示类型是</a:t>
            </a:r>
            <a:r>
              <a:rPr lang="en-US" altLang="zh-CN" sz="1600" dirty="0">
                <a:effectLst/>
                <a:latin typeface="+mn-lt"/>
                <a:ea typeface="+mn-ea"/>
              </a:rPr>
              <a:t>journal </a:t>
            </a:r>
            <a:r>
              <a:rPr lang="zh-CN" altLang="en-US" sz="1600" dirty="0">
                <a:effectLst/>
                <a:latin typeface="+mn-lt"/>
                <a:ea typeface="+mn-ea"/>
              </a:rPr>
              <a:t>文件，</a:t>
            </a:r>
          </a:p>
          <a:p>
            <a:pPr indent="-228600"/>
            <a:r>
              <a:rPr lang="en-US" altLang="zh-CN" sz="1600" b="1" dirty="0" err="1">
                <a:effectLst/>
                <a:latin typeface="+mn-lt"/>
                <a:ea typeface="+mn-ea"/>
              </a:rPr>
              <a:t>mds</a:t>
            </a:r>
            <a:r>
              <a:rPr lang="en-US" altLang="zh-CN" sz="1600" b="1" dirty="0">
                <a:effectLst/>
                <a:latin typeface="+mn-lt"/>
                <a:ea typeface="+mn-ea"/>
              </a:rPr>
              <a:t> rank id</a:t>
            </a:r>
            <a:r>
              <a:rPr lang="zh-CN" altLang="en-US" sz="1600" dirty="0">
                <a:effectLst/>
                <a:latin typeface="+mn-lt"/>
                <a:ea typeface="+mn-ea"/>
              </a:rPr>
              <a:t>：</a:t>
            </a:r>
            <a:endParaRPr lang="en-US" altLang="zh-CN" sz="1600" dirty="0">
              <a:effectLst/>
              <a:latin typeface="+mn-lt"/>
              <a:ea typeface="+mn-ea"/>
            </a:endParaRPr>
          </a:p>
          <a:p>
            <a:pPr marL="0" indent="0">
              <a:buNone/>
            </a:pPr>
            <a:r>
              <a:rPr lang="en-US" altLang="zh-CN" sz="1600" dirty="0">
                <a:effectLst/>
                <a:latin typeface="+mn-lt"/>
                <a:ea typeface="+mn-ea"/>
              </a:rPr>
              <a:t>3</a:t>
            </a:r>
            <a:r>
              <a:rPr lang="zh-CN" altLang="en-US" sz="1600" dirty="0">
                <a:effectLst/>
                <a:latin typeface="+mn-lt"/>
                <a:ea typeface="+mn-ea"/>
              </a:rPr>
              <a:t>位</a:t>
            </a:r>
            <a:r>
              <a:rPr lang="en-US" altLang="zh-CN" sz="1600" dirty="0">
                <a:effectLst/>
                <a:latin typeface="+mn-lt"/>
                <a:ea typeface="+mn-ea"/>
              </a:rPr>
              <a:t>16</a:t>
            </a:r>
            <a:r>
              <a:rPr lang="zh-CN" altLang="en-US" sz="1600" dirty="0">
                <a:effectLst/>
                <a:latin typeface="+mn-lt"/>
                <a:ea typeface="+mn-ea"/>
              </a:rPr>
              <a:t>进制，</a:t>
            </a:r>
            <a:r>
              <a:rPr lang="en-US" altLang="zh-CN" sz="1600" dirty="0">
                <a:effectLst/>
                <a:latin typeface="+mn-lt"/>
                <a:ea typeface="+mn-ea"/>
              </a:rPr>
              <a:t>001</a:t>
            </a:r>
            <a:r>
              <a:rPr lang="zh-CN" altLang="en-US" sz="1600" dirty="0">
                <a:effectLst/>
                <a:latin typeface="+mn-lt"/>
                <a:ea typeface="+mn-ea"/>
              </a:rPr>
              <a:t>代表</a:t>
            </a:r>
            <a:r>
              <a:rPr lang="en-US" altLang="zh-CN" sz="1600" dirty="0" err="1">
                <a:effectLst/>
                <a:latin typeface="+mn-lt"/>
                <a:ea typeface="+mn-ea"/>
              </a:rPr>
              <a:t>mds</a:t>
            </a:r>
            <a:r>
              <a:rPr lang="en-US" altLang="zh-CN" sz="1600" dirty="0">
                <a:effectLst/>
                <a:latin typeface="+mn-lt"/>
                <a:ea typeface="+mn-ea"/>
              </a:rPr>
              <a:t> rank id</a:t>
            </a:r>
            <a:r>
              <a:rPr lang="zh-CN" altLang="en-US" sz="1600" dirty="0">
                <a:effectLst/>
                <a:latin typeface="+mn-lt"/>
                <a:ea typeface="+mn-ea"/>
              </a:rPr>
              <a:t>是</a:t>
            </a:r>
            <a:r>
              <a:rPr lang="en-US" altLang="zh-CN" sz="1600" dirty="0">
                <a:effectLst/>
                <a:latin typeface="+mn-lt"/>
                <a:ea typeface="+mn-ea"/>
              </a:rPr>
              <a:t>1</a:t>
            </a:r>
          </a:p>
          <a:p>
            <a:pPr indent="-228600"/>
            <a:r>
              <a:rPr lang="en-US" altLang="zh-CN" sz="1600" b="1" dirty="0">
                <a:effectLst/>
                <a:latin typeface="+mn-lt"/>
                <a:ea typeface="+mn-ea"/>
              </a:rPr>
              <a:t>journal id</a:t>
            </a:r>
            <a:r>
              <a:rPr lang="zh-CN" altLang="en-US" sz="1600" b="1" dirty="0">
                <a:effectLst/>
                <a:latin typeface="+mn-lt"/>
                <a:ea typeface="+mn-ea"/>
              </a:rPr>
              <a:t>：</a:t>
            </a:r>
            <a:endParaRPr lang="en-US" altLang="zh-CN" sz="1600" b="1" dirty="0">
              <a:effectLst/>
              <a:latin typeface="+mn-lt"/>
              <a:ea typeface="+mn-ea"/>
            </a:endParaRPr>
          </a:p>
          <a:p>
            <a:pPr marL="0" indent="0">
              <a:buNone/>
            </a:pPr>
            <a:r>
              <a:rPr lang="en-US" altLang="zh-CN" sz="1600" dirty="0">
                <a:effectLst/>
                <a:latin typeface="+mn-lt"/>
                <a:ea typeface="+mn-ea"/>
              </a:rPr>
              <a:t>4</a:t>
            </a:r>
            <a:r>
              <a:rPr lang="zh-CN" altLang="en-US" sz="1600" dirty="0">
                <a:effectLst/>
                <a:latin typeface="+mn-lt"/>
                <a:ea typeface="+mn-ea"/>
              </a:rPr>
              <a:t>位</a:t>
            </a:r>
            <a:r>
              <a:rPr lang="en-US" altLang="zh-CN" sz="1600" dirty="0">
                <a:effectLst/>
                <a:latin typeface="+mn-lt"/>
                <a:ea typeface="+mn-ea"/>
              </a:rPr>
              <a:t>16</a:t>
            </a:r>
            <a:r>
              <a:rPr lang="zh-CN" altLang="en-US" sz="1600" dirty="0">
                <a:effectLst/>
                <a:latin typeface="+mn-lt"/>
                <a:ea typeface="+mn-ea"/>
              </a:rPr>
              <a:t>进制，</a:t>
            </a:r>
            <a:r>
              <a:rPr lang="en-US" altLang="zh-CN" sz="1600" dirty="0">
                <a:effectLst/>
                <a:latin typeface="+mn-lt"/>
                <a:ea typeface="+mn-ea"/>
              </a:rPr>
              <a:t>0000</a:t>
            </a:r>
            <a:r>
              <a:rPr lang="zh-CN" altLang="en-US" sz="1600" dirty="0">
                <a:effectLst/>
                <a:latin typeface="+mn-lt"/>
                <a:ea typeface="+mn-ea"/>
              </a:rPr>
              <a:t>表示</a:t>
            </a:r>
            <a:r>
              <a:rPr lang="en-US" altLang="zh-CN" sz="1600" dirty="0">
                <a:effectLst/>
                <a:latin typeface="+mn-lt"/>
                <a:ea typeface="+mn-ea"/>
              </a:rPr>
              <a:t>journal id</a:t>
            </a:r>
            <a:r>
              <a:rPr lang="zh-CN" altLang="en-US" sz="1600" dirty="0">
                <a:effectLst/>
                <a:latin typeface="+mn-lt"/>
                <a:ea typeface="+mn-ea"/>
              </a:rPr>
              <a:t>为</a:t>
            </a:r>
            <a:r>
              <a:rPr lang="en-US" altLang="zh-CN" sz="1600" dirty="0">
                <a:effectLst/>
                <a:latin typeface="+mn-lt"/>
                <a:ea typeface="+mn-ea"/>
              </a:rPr>
              <a:t>0</a:t>
            </a:r>
            <a:r>
              <a:rPr lang="zh-CN" altLang="en-US" sz="1600" dirty="0">
                <a:effectLst/>
                <a:latin typeface="+mn-lt"/>
                <a:ea typeface="+mn-ea"/>
              </a:rPr>
              <a:t>，每个</a:t>
            </a:r>
            <a:r>
              <a:rPr lang="en-US" altLang="zh-CN" sz="1600" dirty="0">
                <a:effectLst/>
                <a:latin typeface="+mn-lt"/>
                <a:ea typeface="+mn-ea"/>
              </a:rPr>
              <a:t>rank</a:t>
            </a:r>
            <a:r>
              <a:rPr lang="zh-CN" altLang="en-US" sz="1600" dirty="0">
                <a:effectLst/>
                <a:latin typeface="+mn-lt"/>
                <a:ea typeface="+mn-ea"/>
              </a:rPr>
              <a:t>拥有多个</a:t>
            </a:r>
            <a:r>
              <a:rPr lang="en-US" altLang="zh-CN" sz="1600" dirty="0">
                <a:effectLst/>
                <a:latin typeface="+mn-lt"/>
                <a:ea typeface="+mn-ea"/>
              </a:rPr>
              <a:t>journal </a:t>
            </a:r>
            <a:r>
              <a:rPr lang="zh-CN" altLang="en-US" sz="1600" dirty="0">
                <a:effectLst/>
                <a:latin typeface="+mn-lt"/>
                <a:ea typeface="+mn-ea"/>
              </a:rPr>
              <a:t>文件</a:t>
            </a:r>
            <a:r>
              <a:rPr lang="en-US" altLang="zh-CN" sz="1600" dirty="0">
                <a:effectLst/>
                <a:latin typeface="+mn-lt"/>
                <a:ea typeface="+mn-ea"/>
              </a:rPr>
              <a:t>(</a:t>
            </a:r>
            <a:r>
              <a:rPr lang="zh-CN" altLang="en-US" sz="1600" dirty="0">
                <a:effectLst/>
                <a:latin typeface="+mn-lt"/>
                <a:ea typeface="+mn-ea"/>
              </a:rPr>
              <a:t>即</a:t>
            </a:r>
            <a:r>
              <a:rPr lang="en-US" altLang="zh-CN" sz="1600" dirty="0">
                <a:effectLst/>
                <a:latin typeface="+mn-lt"/>
                <a:ea typeface="+mn-ea"/>
              </a:rPr>
              <a:t>stripe num)</a:t>
            </a:r>
            <a:r>
              <a:rPr lang="zh-CN" altLang="en-US" sz="1600" dirty="0">
                <a:effectLst/>
                <a:latin typeface="+mn-lt"/>
                <a:ea typeface="+mn-ea"/>
              </a:rPr>
              <a:t>，每个</a:t>
            </a:r>
            <a:r>
              <a:rPr lang="en-US" altLang="zh-CN" sz="1600" dirty="0">
                <a:effectLst/>
                <a:latin typeface="+mn-lt"/>
                <a:ea typeface="+mn-ea"/>
              </a:rPr>
              <a:t>journal</a:t>
            </a:r>
            <a:r>
              <a:rPr lang="zh-CN" altLang="en-US" sz="1600" dirty="0">
                <a:effectLst/>
                <a:latin typeface="+mn-lt"/>
                <a:ea typeface="+mn-ea"/>
              </a:rPr>
              <a:t>文件拥有自己的</a:t>
            </a:r>
            <a:r>
              <a:rPr lang="en-US" altLang="zh-CN" sz="1600" dirty="0">
                <a:effectLst/>
                <a:latin typeface="+mn-lt"/>
                <a:ea typeface="+mn-ea"/>
              </a:rPr>
              <a:t>journal id</a:t>
            </a:r>
            <a:r>
              <a:rPr lang="zh-CN" altLang="en-US" sz="1600" dirty="0">
                <a:effectLst/>
                <a:latin typeface="+mn-lt"/>
                <a:ea typeface="+mn-ea"/>
              </a:rPr>
              <a:t>，</a:t>
            </a:r>
            <a:r>
              <a:rPr lang="en-US" altLang="zh-CN" sz="1600" dirty="0">
                <a:effectLst/>
                <a:latin typeface="+mn-lt"/>
                <a:ea typeface="+mn-ea"/>
              </a:rPr>
              <a:t> journal id</a:t>
            </a:r>
            <a:r>
              <a:rPr lang="zh-CN" altLang="en-US" sz="1600" dirty="0">
                <a:effectLst/>
                <a:latin typeface="+mn-lt"/>
                <a:ea typeface="+mn-ea"/>
              </a:rPr>
              <a:t>按照自然数从</a:t>
            </a:r>
            <a:r>
              <a:rPr lang="en-US" altLang="zh-CN" sz="1600" dirty="0">
                <a:effectLst/>
                <a:latin typeface="+mn-lt"/>
                <a:ea typeface="+mn-ea"/>
              </a:rPr>
              <a:t>0</a:t>
            </a:r>
            <a:r>
              <a:rPr lang="zh-CN" altLang="en-US" sz="1600" dirty="0">
                <a:effectLst/>
                <a:latin typeface="+mn-lt"/>
                <a:ea typeface="+mn-ea"/>
              </a:rPr>
              <a:t>递增</a:t>
            </a:r>
          </a:p>
          <a:p>
            <a:pPr indent="-228600"/>
            <a:r>
              <a:rPr lang="en-US" altLang="zh-CN" sz="1600" b="1" dirty="0">
                <a:effectLst/>
                <a:latin typeface="+mn-lt"/>
                <a:ea typeface="+mn-ea"/>
              </a:rPr>
              <a:t>block id</a:t>
            </a:r>
            <a:r>
              <a:rPr lang="zh-CN" altLang="en-US" sz="1600" b="1" dirty="0">
                <a:effectLst/>
                <a:latin typeface="+mn-lt"/>
                <a:ea typeface="+mn-ea"/>
              </a:rPr>
              <a:t>：</a:t>
            </a:r>
            <a:endParaRPr lang="en-US" altLang="zh-CN" sz="1600" b="1" dirty="0">
              <a:effectLst/>
              <a:latin typeface="+mn-lt"/>
              <a:ea typeface="+mn-ea"/>
            </a:endParaRPr>
          </a:p>
          <a:p>
            <a:pPr marL="0" indent="0">
              <a:buNone/>
            </a:pPr>
            <a:r>
              <a:rPr lang="en-US" altLang="zh-CN" sz="1600" dirty="0">
                <a:effectLst/>
                <a:latin typeface="+mn-lt"/>
                <a:ea typeface="+mn-ea"/>
              </a:rPr>
              <a:t>8</a:t>
            </a:r>
            <a:r>
              <a:rPr lang="zh-CN" altLang="en-US" sz="1600" dirty="0">
                <a:effectLst/>
                <a:latin typeface="+mn-lt"/>
                <a:ea typeface="+mn-ea"/>
              </a:rPr>
              <a:t>位</a:t>
            </a:r>
            <a:r>
              <a:rPr lang="en-US" altLang="zh-CN" sz="1600" dirty="0">
                <a:effectLst/>
                <a:latin typeface="+mn-lt"/>
                <a:ea typeface="+mn-ea"/>
              </a:rPr>
              <a:t>16</a:t>
            </a:r>
            <a:r>
              <a:rPr lang="zh-CN" altLang="en-US" sz="1600" dirty="0">
                <a:effectLst/>
                <a:latin typeface="+mn-lt"/>
                <a:ea typeface="+mn-ea"/>
              </a:rPr>
              <a:t>进制，</a:t>
            </a:r>
            <a:r>
              <a:rPr lang="en-US" altLang="zh-CN" sz="1600" dirty="0">
                <a:effectLst/>
                <a:latin typeface="+mn-lt"/>
                <a:ea typeface="+mn-ea"/>
              </a:rPr>
              <a:t>0000000</a:t>
            </a:r>
            <a:r>
              <a:rPr lang="zh-CN" altLang="en-US" sz="1600" dirty="0">
                <a:effectLst/>
                <a:latin typeface="+mn-lt"/>
                <a:ea typeface="+mn-ea"/>
              </a:rPr>
              <a:t>表示第</a:t>
            </a:r>
            <a:r>
              <a:rPr lang="en-US" altLang="zh-CN" sz="1600" dirty="0">
                <a:effectLst/>
                <a:latin typeface="+mn-lt"/>
                <a:ea typeface="+mn-ea"/>
              </a:rPr>
              <a:t>0</a:t>
            </a:r>
            <a:r>
              <a:rPr lang="zh-CN" altLang="en-US" sz="1600" dirty="0">
                <a:effectLst/>
                <a:latin typeface="+mn-lt"/>
                <a:ea typeface="+mn-ea"/>
              </a:rPr>
              <a:t>个</a:t>
            </a:r>
            <a:r>
              <a:rPr lang="en-US" altLang="zh-CN" sz="1600" dirty="0">
                <a:effectLst/>
                <a:latin typeface="+mn-lt"/>
                <a:ea typeface="+mn-ea"/>
              </a:rPr>
              <a:t>block</a:t>
            </a:r>
            <a:r>
              <a:rPr lang="zh-CN" altLang="en-US" sz="1600" dirty="0">
                <a:effectLst/>
                <a:latin typeface="+mn-lt"/>
                <a:ea typeface="+mn-ea"/>
              </a:rPr>
              <a:t>。</a:t>
            </a:r>
          </a:p>
          <a:p>
            <a:pPr indent="-228600"/>
            <a:endParaRPr lang="en-US" altLang="zh-CN" sz="1600" dirty="0">
              <a:latin typeface="+mn-lt"/>
              <a:ea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CB74411-BA40-454F-9551-AA29AEA15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9784" y="699996"/>
            <a:ext cx="6148730" cy="5481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119569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E805C7F-A84C-48EE-8A08-6531B2813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Journal</a:t>
            </a:r>
            <a:r>
              <a:rPr lang="zh-CN" altLang="en-US" sz="3200" dirty="0">
                <a:latin typeface="+mj-lt"/>
                <a:ea typeface="+mj-ea"/>
              </a:rPr>
              <a:t> 文件示意图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F9FDC3A1-ABC8-49D2-A4EF-E2F2F31606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178" y="1319725"/>
            <a:ext cx="10695525" cy="224492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D78EFD5-CC6F-485D-A07E-2F7111FE56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113" y="3882711"/>
            <a:ext cx="10571042" cy="1398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16169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CBD8E0C8-0235-4A96-B1A4-242BA30F1B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5989009"/>
              </p:ext>
            </p:extLst>
          </p:nvPr>
        </p:nvGraphicFramePr>
        <p:xfrm>
          <a:off x="581943" y="1081338"/>
          <a:ext cx="11236155" cy="451813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301407">
                  <a:extLst>
                    <a:ext uri="{9D8B030D-6E8A-4147-A177-3AD203B41FA5}">
                      <a16:colId xmlns:a16="http://schemas.microsoft.com/office/drawing/2014/main" val="2413331500"/>
                    </a:ext>
                  </a:extLst>
                </a:gridCol>
                <a:gridCol w="7934748">
                  <a:extLst>
                    <a:ext uri="{9D8B030D-6E8A-4147-A177-3AD203B41FA5}">
                      <a16:colId xmlns:a16="http://schemas.microsoft.com/office/drawing/2014/main" val="3455951072"/>
                    </a:ext>
                  </a:extLst>
                </a:gridCol>
              </a:tblGrid>
              <a:tr h="301209">
                <a:tc>
                  <a:txBody>
                    <a:bodyPr/>
                    <a:lstStyle/>
                    <a:p>
                      <a:pPr algn="just"/>
                      <a:r>
                        <a:rPr lang="zh-CN" sz="1800" kern="100">
                          <a:effectLst/>
                        </a:rPr>
                        <a:t>主要成员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800" kern="100">
                          <a:effectLst/>
                        </a:rPr>
                        <a:t>含义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33431650"/>
                  </a:ext>
                </a:extLst>
              </a:tr>
              <a:tr h="301209">
                <a:tc>
                  <a:txBody>
                    <a:bodyPr/>
                    <a:lstStyle/>
                    <a:p>
                      <a:pPr algn="just"/>
                      <a:r>
                        <a:rPr lang="en-US" sz="1800" kern="100">
                          <a:effectLst/>
                        </a:rPr>
                        <a:t>uint64_t write_pos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kern="100" dirty="0">
                          <a:effectLst/>
                        </a:rPr>
                        <a:t>journal</a:t>
                      </a:r>
                      <a:r>
                        <a:rPr lang="zh-CN" sz="1800" kern="100" dirty="0">
                          <a:effectLst/>
                        </a:rPr>
                        <a:t>中最后一个</a:t>
                      </a:r>
                      <a:r>
                        <a:rPr lang="en-US" sz="1800" kern="100" dirty="0">
                          <a:effectLst/>
                        </a:rPr>
                        <a:t>event</a:t>
                      </a:r>
                      <a:r>
                        <a:rPr lang="zh-CN" sz="1800" kern="100" dirty="0">
                          <a:effectLst/>
                        </a:rPr>
                        <a:t>结束的位置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27352542"/>
                  </a:ext>
                </a:extLst>
              </a:tr>
              <a:tr h="301209">
                <a:tc>
                  <a:txBody>
                    <a:bodyPr/>
                    <a:lstStyle/>
                    <a:p>
                      <a:pPr algn="just"/>
                      <a:r>
                        <a:rPr lang="en-US" sz="1800" kern="100" dirty="0">
                          <a:effectLst/>
                        </a:rPr>
                        <a:t>uint64_t </a:t>
                      </a:r>
                      <a:r>
                        <a:rPr lang="en-US" sz="1800" kern="100" dirty="0" err="1">
                          <a:effectLst/>
                        </a:rPr>
                        <a:t>flush_pos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800" kern="100">
                          <a:effectLst/>
                        </a:rPr>
                        <a:t>下一次</a:t>
                      </a:r>
                      <a:r>
                        <a:rPr lang="en-US" sz="1800" kern="100">
                          <a:effectLst/>
                        </a:rPr>
                        <a:t>flush</a:t>
                      </a:r>
                      <a:r>
                        <a:rPr lang="zh-CN" sz="1800" kern="100">
                          <a:effectLst/>
                        </a:rPr>
                        <a:t>开始的位置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15182674"/>
                  </a:ext>
                </a:extLst>
              </a:tr>
              <a:tr h="602417">
                <a:tc>
                  <a:txBody>
                    <a:bodyPr/>
                    <a:lstStyle/>
                    <a:p>
                      <a:pPr algn="just"/>
                      <a:r>
                        <a:rPr lang="en-US" sz="1800" kern="100">
                          <a:effectLst/>
                        </a:rPr>
                        <a:t>uint64_t prezero_pos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kern="100" dirty="0">
                          <a:effectLst/>
                        </a:rPr>
                        <a:t>journal </a:t>
                      </a:r>
                      <a:r>
                        <a:rPr lang="zh-CN" sz="1800" kern="100" dirty="0">
                          <a:effectLst/>
                        </a:rPr>
                        <a:t>最后一个已经</a:t>
                      </a:r>
                      <a:r>
                        <a:rPr lang="en-US" sz="1800" kern="100" dirty="0">
                          <a:effectLst/>
                        </a:rPr>
                        <a:t>zero </a:t>
                      </a:r>
                      <a:r>
                        <a:rPr lang="zh-CN" sz="1800" kern="100" dirty="0">
                          <a:effectLst/>
                        </a:rPr>
                        <a:t>的</a:t>
                      </a:r>
                      <a:r>
                        <a:rPr lang="en-US" sz="1800" kern="100" dirty="0">
                          <a:effectLst/>
                        </a:rPr>
                        <a:t>block </a:t>
                      </a:r>
                      <a:r>
                        <a:rPr lang="zh-CN" sz="1800" kern="100" dirty="0">
                          <a:effectLst/>
                        </a:rPr>
                        <a:t>结束的位置，一定是</a:t>
                      </a:r>
                      <a:r>
                        <a:rPr lang="en-US" sz="1800" kern="100" dirty="0">
                          <a:effectLst/>
                        </a:rPr>
                        <a:t>object</a:t>
                      </a:r>
                      <a:r>
                        <a:rPr lang="zh-CN" sz="1800" kern="100" dirty="0">
                          <a:effectLst/>
                        </a:rPr>
                        <a:t>大小对齐的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04607461"/>
                  </a:ext>
                </a:extLst>
              </a:tr>
              <a:tr h="903625">
                <a:tc>
                  <a:txBody>
                    <a:bodyPr/>
                    <a:lstStyle/>
                    <a:p>
                      <a:pPr algn="just"/>
                      <a:r>
                        <a:rPr lang="en-US" sz="1800" kern="100">
                          <a:effectLst/>
                        </a:rPr>
                        <a:t>uint64_t prezeroing_pos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800" kern="100" dirty="0">
                          <a:effectLst/>
                        </a:rPr>
                        <a:t>已发送的最后一个</a:t>
                      </a:r>
                      <a:r>
                        <a:rPr lang="en-US" sz="1800" kern="100" dirty="0">
                          <a:effectLst/>
                        </a:rPr>
                        <a:t>zero</a:t>
                      </a:r>
                      <a:r>
                        <a:rPr lang="zh-CN" sz="1800" kern="100" dirty="0">
                          <a:effectLst/>
                        </a:rPr>
                        <a:t>的 </a:t>
                      </a:r>
                      <a:r>
                        <a:rPr lang="en-US" sz="1800" kern="100" dirty="0">
                          <a:effectLst/>
                        </a:rPr>
                        <a:t>block</a:t>
                      </a:r>
                      <a:r>
                        <a:rPr lang="zh-CN" sz="1800" kern="100" dirty="0">
                          <a:effectLst/>
                        </a:rPr>
                        <a:t>结束的位置，一定是</a:t>
                      </a:r>
                      <a:r>
                        <a:rPr lang="en-US" sz="1800" kern="100" dirty="0">
                          <a:effectLst/>
                        </a:rPr>
                        <a:t>object</a:t>
                      </a:r>
                      <a:r>
                        <a:rPr lang="zh-CN" sz="1800" kern="100" dirty="0">
                          <a:effectLst/>
                        </a:rPr>
                        <a:t>大小对齐的，提前发送</a:t>
                      </a:r>
                      <a:r>
                        <a:rPr lang="en-US" sz="1800" kern="100" dirty="0">
                          <a:effectLst/>
                        </a:rPr>
                        <a:t>zero</a:t>
                      </a:r>
                      <a:r>
                        <a:rPr lang="zh-CN" sz="1800" kern="100" dirty="0">
                          <a:effectLst/>
                        </a:rPr>
                        <a:t>对应的</a:t>
                      </a:r>
                      <a:r>
                        <a:rPr lang="en-US" sz="1800" kern="100" dirty="0">
                          <a:effectLst/>
                        </a:rPr>
                        <a:t>block</a:t>
                      </a:r>
                      <a:r>
                        <a:rPr lang="zh-CN" sz="1800" kern="100" dirty="0">
                          <a:effectLst/>
                        </a:rPr>
                        <a:t>是为了</a:t>
                      </a:r>
                      <a:r>
                        <a:rPr lang="en-US" sz="1800" kern="100" dirty="0">
                          <a:effectLst/>
                        </a:rPr>
                        <a:t>journal </a:t>
                      </a:r>
                      <a:r>
                        <a:rPr lang="zh-CN" sz="1800" kern="100" dirty="0">
                          <a:effectLst/>
                        </a:rPr>
                        <a:t>在</a:t>
                      </a:r>
                      <a:r>
                        <a:rPr lang="en-US" sz="1800" kern="100" dirty="0">
                          <a:effectLst/>
                        </a:rPr>
                        <a:t>replay</a:t>
                      </a:r>
                      <a:r>
                        <a:rPr lang="zh-CN" sz="1800" kern="100" dirty="0">
                          <a:effectLst/>
                        </a:rPr>
                        <a:t>的时候能够探明</a:t>
                      </a:r>
                      <a:r>
                        <a:rPr lang="en-US" sz="1800" kern="100" dirty="0">
                          <a:effectLst/>
                        </a:rPr>
                        <a:t>journal</a:t>
                      </a:r>
                      <a:r>
                        <a:rPr lang="zh-CN" sz="1800" kern="100" dirty="0">
                          <a:effectLst/>
                        </a:rPr>
                        <a:t>结束的位置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53109471"/>
                  </a:ext>
                </a:extLst>
              </a:tr>
              <a:tr h="301209">
                <a:tc>
                  <a:txBody>
                    <a:bodyPr/>
                    <a:lstStyle/>
                    <a:p>
                      <a:pPr algn="just"/>
                      <a:r>
                        <a:rPr lang="en-US" sz="1800" kern="100">
                          <a:effectLst/>
                        </a:rPr>
                        <a:t>uint64_t safe_pos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800" kern="100">
                          <a:effectLst/>
                        </a:rPr>
                        <a:t>已经持久化的</a:t>
                      </a:r>
                      <a:r>
                        <a:rPr lang="en-US" sz="1800" kern="100">
                          <a:effectLst/>
                        </a:rPr>
                        <a:t>event entry</a:t>
                      </a:r>
                      <a:r>
                        <a:rPr lang="zh-CN" sz="1800" kern="100">
                          <a:effectLst/>
                        </a:rPr>
                        <a:t>在</a:t>
                      </a:r>
                      <a:r>
                        <a:rPr lang="en-US" sz="1800" kern="100">
                          <a:effectLst/>
                        </a:rPr>
                        <a:t>journal</a:t>
                      </a:r>
                      <a:r>
                        <a:rPr lang="zh-CN" sz="1800" kern="100">
                          <a:effectLst/>
                        </a:rPr>
                        <a:t>文件中的偏移。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57259155"/>
                  </a:ext>
                </a:extLst>
              </a:tr>
              <a:tr h="602417">
                <a:tc>
                  <a:txBody>
                    <a:bodyPr/>
                    <a:lstStyle/>
                    <a:p>
                      <a:pPr algn="just"/>
                      <a:r>
                        <a:rPr lang="en-US" sz="1800" kern="100">
                          <a:effectLst/>
                        </a:rPr>
                        <a:t>uint64_t next_safe_pos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800" kern="100">
                          <a:effectLst/>
                        </a:rPr>
                        <a:t>正在下刷的</a:t>
                      </a:r>
                      <a:r>
                        <a:rPr lang="en-US" sz="1800" kern="100">
                          <a:effectLst/>
                        </a:rPr>
                        <a:t>event entry</a:t>
                      </a:r>
                      <a:r>
                        <a:rPr lang="zh-CN" sz="1800" kern="100">
                          <a:effectLst/>
                        </a:rPr>
                        <a:t>在</a:t>
                      </a:r>
                      <a:r>
                        <a:rPr lang="en-US" sz="1800" kern="100">
                          <a:effectLst/>
                        </a:rPr>
                        <a:t>journal</a:t>
                      </a:r>
                      <a:r>
                        <a:rPr lang="zh-CN" sz="1800" kern="100">
                          <a:effectLst/>
                        </a:rPr>
                        <a:t>文件中的偏移</a:t>
                      </a:r>
                      <a:r>
                        <a:rPr lang="en-US" sz="1800" kern="100">
                          <a:effectLst/>
                        </a:rPr>
                        <a:t>,</a:t>
                      </a:r>
                      <a:r>
                        <a:rPr lang="zh-CN" sz="1800" kern="100">
                          <a:effectLst/>
                        </a:rPr>
                        <a:t>通常</a:t>
                      </a:r>
                      <a:r>
                        <a:rPr lang="en-US" sz="1800" kern="100">
                          <a:effectLst/>
                        </a:rPr>
                        <a:t>safe_pos &lt;= next_safe_pos &lt;=flush_pos&lt;= write_pos</a:t>
                      </a:r>
                      <a:r>
                        <a:rPr lang="zh-CN" sz="1800" kern="100">
                          <a:effectLst/>
                        </a:rPr>
                        <a:t>。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74210006"/>
                  </a:ext>
                </a:extLst>
              </a:tr>
              <a:tr h="301209">
                <a:tc>
                  <a:txBody>
                    <a:bodyPr/>
                    <a:lstStyle/>
                    <a:p>
                      <a:pPr algn="just"/>
                      <a:r>
                        <a:rPr lang="en-US" sz="1800" kern="100">
                          <a:effectLst/>
                        </a:rPr>
                        <a:t>Header last_committed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800" kern="100">
                          <a:effectLst/>
                        </a:rPr>
                        <a:t>最新一次持久化的</a:t>
                      </a:r>
                      <a:r>
                        <a:rPr lang="en-US" sz="1800" kern="100">
                          <a:effectLst/>
                        </a:rPr>
                        <a:t>journal header</a:t>
                      </a:r>
                      <a:r>
                        <a:rPr lang="zh-CN" sz="1800" kern="100">
                          <a:effectLst/>
                        </a:rPr>
                        <a:t>。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15125520"/>
                  </a:ext>
                </a:extLst>
              </a:tr>
              <a:tr h="301209">
                <a:tc>
                  <a:txBody>
                    <a:bodyPr/>
                    <a:lstStyle/>
                    <a:p>
                      <a:pPr algn="just"/>
                      <a:r>
                        <a:rPr lang="en-US" sz="1800" kern="100">
                          <a:effectLst/>
                        </a:rPr>
                        <a:t>uint64_t trimming_pos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800" kern="100">
                          <a:effectLst/>
                        </a:rPr>
                        <a:t>正在清空回收的</a:t>
                      </a:r>
                      <a:r>
                        <a:rPr lang="en-US" sz="1800" kern="100">
                          <a:effectLst/>
                        </a:rPr>
                        <a:t>journal</a:t>
                      </a:r>
                      <a:r>
                        <a:rPr lang="zh-CN" sz="1800" kern="100">
                          <a:effectLst/>
                        </a:rPr>
                        <a:t>文件偏移。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48767580"/>
                  </a:ext>
                </a:extLst>
              </a:tr>
              <a:tr h="602417">
                <a:tc>
                  <a:txBody>
                    <a:bodyPr/>
                    <a:lstStyle/>
                    <a:p>
                      <a:pPr algn="just"/>
                      <a:r>
                        <a:rPr lang="en-US" sz="1800" kern="100">
                          <a:effectLst/>
                        </a:rPr>
                        <a:t>uint64_t trimmed_pos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800" kern="100" dirty="0">
                          <a:effectLst/>
                        </a:rPr>
                        <a:t>已经清空回收的</a:t>
                      </a:r>
                      <a:r>
                        <a:rPr lang="en-US" sz="1800" kern="100" dirty="0">
                          <a:effectLst/>
                        </a:rPr>
                        <a:t>journal</a:t>
                      </a:r>
                      <a:r>
                        <a:rPr lang="zh-CN" sz="1800" kern="100" dirty="0">
                          <a:effectLst/>
                        </a:rPr>
                        <a:t>文件偏移，通常</a:t>
                      </a:r>
                      <a:r>
                        <a:rPr lang="en-US" sz="1800" kern="100" dirty="0" err="1">
                          <a:effectLst/>
                        </a:rPr>
                        <a:t>trimmed_pos</a:t>
                      </a:r>
                      <a:r>
                        <a:rPr lang="en-US" sz="1800" kern="100" dirty="0">
                          <a:effectLst/>
                        </a:rPr>
                        <a:t>&lt;= </a:t>
                      </a:r>
                      <a:r>
                        <a:rPr lang="en-US" sz="1800" kern="100" dirty="0" err="1">
                          <a:effectLst/>
                        </a:rPr>
                        <a:t>trimming_pos</a:t>
                      </a:r>
                      <a:r>
                        <a:rPr lang="en-US" sz="1800" kern="100" dirty="0">
                          <a:effectLst/>
                        </a:rPr>
                        <a:t>&lt;= </a:t>
                      </a:r>
                      <a:r>
                        <a:rPr lang="en-US" sz="1800" kern="100" dirty="0" err="1">
                          <a:effectLst/>
                        </a:rPr>
                        <a:t>expire_pos</a:t>
                      </a:r>
                      <a:r>
                        <a:rPr lang="zh-CN" sz="1800" kern="100" dirty="0">
                          <a:effectLst/>
                        </a:rPr>
                        <a:t>。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48263052"/>
                  </a:ext>
                </a:extLst>
              </a:tr>
            </a:tbl>
          </a:graphicData>
        </a:graphic>
      </p:graphicFrame>
      <p:sp>
        <p:nvSpPr>
          <p:cNvPr id="3" name="标题 2">
            <a:extLst>
              <a:ext uri="{FF2B5EF4-FFF2-40B4-BE49-F238E27FC236}">
                <a16:creationId xmlns:a16="http://schemas.microsoft.com/office/drawing/2014/main" id="{7FFF9FBA-91D0-49D1-8544-F3032DF70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Journal</a:t>
            </a:r>
            <a:r>
              <a:rPr lang="zh-CN" alt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存储结构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40C0500-A68C-406A-B2DD-FAE2404F669F}"/>
              </a:ext>
            </a:extLst>
          </p:cNvPr>
          <p:cNvSpPr txBox="1"/>
          <p:nvPr/>
        </p:nvSpPr>
        <p:spPr>
          <a:xfrm>
            <a:off x="581943" y="5679408"/>
            <a:ext cx="109764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i="1" kern="100" dirty="0">
                <a:effectLst/>
                <a:highlight>
                  <a:srgbClr val="FFFF00"/>
                </a:highlight>
                <a:latin typeface="等线" panose="02010600030101010101" pitchFamily="2" charset="-122"/>
                <a:cs typeface="Times New Roman" panose="02020603050405020304" pitchFamily="18" charset="0"/>
              </a:rPr>
              <a:t>Journal file</a:t>
            </a:r>
            <a:r>
              <a:rPr lang="zh-CN" altLang="zh-CN" sz="2400" i="1" kern="100" dirty="0">
                <a:effectLst/>
                <a:highlight>
                  <a:srgbClr val="FFFF00"/>
                </a:highlight>
                <a:ea typeface="等线" panose="02010600030101010101" pitchFamily="2" charset="-122"/>
                <a:cs typeface="Times New Roman" panose="02020603050405020304" pitchFamily="18" charset="0"/>
              </a:rPr>
              <a:t>中关键 </a:t>
            </a:r>
            <a:r>
              <a:rPr lang="en-US" altLang="zh-CN" sz="2400" i="1" kern="100" dirty="0">
                <a:effectLst/>
                <a:highlight>
                  <a:srgbClr val="FFFF00"/>
                </a:highlight>
                <a:ea typeface="等线" panose="02010600030101010101" pitchFamily="2" charset="-122"/>
                <a:cs typeface="Times New Roman" panose="02020603050405020304" pitchFamily="18" charset="0"/>
              </a:rPr>
              <a:t>pos</a:t>
            </a:r>
            <a:r>
              <a:rPr lang="zh-CN" altLang="en-US" sz="2400" i="1" kern="100" dirty="0">
                <a:effectLst/>
                <a:highlight>
                  <a:srgbClr val="FFFF00"/>
                </a:highlight>
                <a:ea typeface="等线" panose="02010600030101010101" pitchFamily="2" charset="-122"/>
                <a:cs typeface="Times New Roman" panose="02020603050405020304" pitchFamily="18" charset="0"/>
              </a:rPr>
              <a:t>，其中</a:t>
            </a:r>
            <a:r>
              <a:rPr lang="zh-CN" altLang="zh-CN" sz="2400" i="1" kern="100" dirty="0">
                <a:effectLst/>
                <a:highlight>
                  <a:srgbClr val="FFFF00"/>
                </a:highlight>
                <a:ea typeface="等线" panose="02010600030101010101" pitchFamily="2" charset="-122"/>
                <a:cs typeface="Times New Roman" panose="02020603050405020304" pitchFamily="18" charset="0"/>
              </a:rPr>
              <a:t>部分需要持久化到</a:t>
            </a:r>
            <a:r>
              <a:rPr lang="en-US" altLang="zh-CN" sz="2400" i="1" kern="100" dirty="0">
                <a:effectLst/>
                <a:highlight>
                  <a:srgbClr val="FFFF00"/>
                </a:highlight>
                <a:ea typeface="等线" panose="02010600030101010101" pitchFamily="2" charset="-122"/>
                <a:cs typeface="Times New Roman" panose="02020603050405020304" pitchFamily="18" charset="0"/>
              </a:rPr>
              <a:t>header</a:t>
            </a:r>
            <a:r>
              <a:rPr lang="zh-CN" altLang="zh-CN" sz="2400" i="1" kern="100" dirty="0">
                <a:effectLst/>
                <a:highlight>
                  <a:srgbClr val="FFFF00"/>
                </a:highlight>
                <a:ea typeface="等线" panose="02010600030101010101" pitchFamily="2" charset="-122"/>
                <a:cs typeface="Times New Roman" panose="02020603050405020304" pitchFamily="18" charset="0"/>
              </a:rPr>
              <a:t>中</a:t>
            </a:r>
            <a:endParaRPr lang="zh-CN" altLang="en-US" i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102127192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D1820D1-8109-4F0C-AA4E-8B2CB7A01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Journal</a:t>
            </a:r>
            <a:r>
              <a:rPr lang="zh-CN" altLang="en-US" dirty="0"/>
              <a:t>内存结构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3A860E0-E585-4980-8F4A-263675114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475" y="1101886"/>
            <a:ext cx="5705475" cy="510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604854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9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7625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CB90923-4018-44DA-8C6E-D703B03B3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326" y="184805"/>
            <a:ext cx="10504647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z="5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Journal</a:t>
            </a:r>
            <a:r>
              <a:rPr lang="zh-CN" altLang="en-US" sz="5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恢复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ACDB152-8A7A-4E8C-AE19-E14495D2DF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40376" y="1606100"/>
            <a:ext cx="10501597" cy="4291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86967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9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7625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CB90923-4018-44DA-8C6E-D703B03B3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326" y="184805"/>
            <a:ext cx="10504647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z="5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Journal</a:t>
            </a:r>
            <a:r>
              <a:rPr lang="zh-CN" altLang="en-US" sz="5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恢复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5F21390-4E95-452F-95AA-8D92B846DA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326" y="1573535"/>
            <a:ext cx="10633055" cy="4758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764053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7625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BD693A4-FBDC-4587-BFD1-5170A73A4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326" y="184805"/>
            <a:ext cx="10504647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z="5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Journal</a:t>
            </a:r>
            <a:r>
              <a:rPr lang="zh-CN" altLang="en-US" sz="5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写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F5A5092-18E6-4779-8E40-F2657A461F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608" y="1480969"/>
            <a:ext cx="10269037" cy="4940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501143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19">
            <a:extLst>
              <a:ext uri="{FF2B5EF4-FFF2-40B4-BE49-F238E27FC236}">
                <a16:creationId xmlns:a16="http://schemas.microsoft.com/office/drawing/2014/main" id="{60E9A6ED-B880-44EA-8D60-C9D3C82CCB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7625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A19E5CC-3070-49AD-803B-B273FDABC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253" y="557190"/>
            <a:ext cx="5165465" cy="16715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z="4000">
                <a:latin typeface="+mj-lt"/>
                <a:ea typeface="+mj-ea"/>
              </a:rPr>
              <a:t>Journal</a:t>
            </a:r>
            <a:r>
              <a:rPr lang="zh-CN" altLang="en-US" sz="4000">
                <a:latin typeface="+mj-lt"/>
                <a:ea typeface="+mj-ea"/>
              </a:rPr>
              <a:t>优化</a:t>
            </a:r>
          </a:p>
        </p:txBody>
      </p:sp>
      <p:graphicFrame>
        <p:nvGraphicFramePr>
          <p:cNvPr id="5" name="内容占位符 1">
            <a:extLst>
              <a:ext uri="{FF2B5EF4-FFF2-40B4-BE49-F238E27FC236}">
                <a16:creationId xmlns:a16="http://schemas.microsoft.com/office/drawing/2014/main" id="{EE9D0161-BE8A-43D6-B1CB-3F669A1D6F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0563297"/>
              </p:ext>
            </p:extLst>
          </p:nvPr>
        </p:nvGraphicFramePr>
        <p:xfrm>
          <a:off x="648254" y="2398030"/>
          <a:ext cx="5174848" cy="37310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58580020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0">
            <a:extLst>
              <a:ext uri="{FF2B5EF4-FFF2-40B4-BE49-F238E27FC236}">
                <a16:creationId xmlns:a16="http://schemas.microsoft.com/office/drawing/2014/main" id="{7E8C2C9A-F8BC-4A4A-AC6A-5AB121C690FB}"/>
              </a:ext>
            </a:extLst>
          </p:cNvPr>
          <p:cNvSpPr txBox="1"/>
          <p:nvPr/>
        </p:nvSpPr>
        <p:spPr>
          <a:xfrm>
            <a:off x="450315" y="2745539"/>
            <a:ext cx="2620798" cy="1767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just" defTabSz="1218563">
              <a:defRPr sz="11000" spc="824">
                <a:solidFill>
                  <a:srgbClr val="FFFFFF"/>
                </a:solidFill>
                <a:latin typeface="FZLanTingHeiS-B-GB"/>
                <a:ea typeface="FZLanTingHeiS-B-GB"/>
                <a:cs typeface="FZLanTingHeiS-B-GB"/>
                <a:sym typeface="FZLanTingHeiS-B-GB"/>
              </a:defRPr>
            </a:lvl1pPr>
          </a:lstStyle>
          <a:p>
            <a:pPr marL="0" marR="0" lvl="0" indent="0" algn="just" defTabSz="1218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1000" b="1" i="0" u="none" strike="noStrike" kern="0" cap="none" spc="824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ZLanTingHeiS-B-GB"/>
              <a:sym typeface="FZLanTingHeiS-B-GB"/>
            </a:endParaRPr>
          </a:p>
        </p:txBody>
      </p:sp>
      <p:sp>
        <p:nvSpPr>
          <p:cNvPr id="3" name="矩形 10">
            <a:extLst>
              <a:ext uri="{FF2B5EF4-FFF2-40B4-BE49-F238E27FC236}">
                <a16:creationId xmlns:a16="http://schemas.microsoft.com/office/drawing/2014/main" id="{E2544B16-C358-3C4E-9825-841B50DDE3A1}"/>
              </a:ext>
            </a:extLst>
          </p:cNvPr>
          <p:cNvSpPr txBox="1"/>
          <p:nvPr/>
        </p:nvSpPr>
        <p:spPr>
          <a:xfrm>
            <a:off x="539579" y="2745539"/>
            <a:ext cx="8830563" cy="17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just" defTabSz="1218563">
              <a:defRPr sz="11000" spc="824">
                <a:solidFill>
                  <a:srgbClr val="FFFFFF"/>
                </a:solidFill>
                <a:latin typeface="FZLanTingHeiS-B-GB"/>
                <a:ea typeface="FZLanTingHeiS-B-GB"/>
                <a:cs typeface="FZLanTingHeiS-B-GB"/>
                <a:sym typeface="FZLanTingHeiS-B-GB"/>
              </a:defRPr>
            </a:lvl1pPr>
          </a:lstStyle>
          <a:p>
            <a:pPr marL="0" marR="0" lvl="0" indent="0" algn="just" defTabSz="1218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0" b="1" i="0" u="none" strike="noStrike" kern="0" cap="none" spc="824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FZLanTingHeiS-B-GB"/>
              </a:rPr>
              <a:t>Thank</a:t>
            </a:r>
            <a:r>
              <a:rPr kumimoji="0" lang="en-US" sz="11000" b="1" i="0" u="none" strike="noStrike" kern="0" cap="none" spc="824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ZLanTingHeiS-B-GB"/>
                <a:sym typeface="FZLanTingHeiS-B-GB"/>
              </a:rPr>
              <a:t> You</a:t>
            </a:r>
            <a:endParaRPr kumimoji="0" sz="11000" b="1" i="0" u="none" strike="noStrike" kern="0" cap="none" spc="824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ZLanTingHeiS-B-GB"/>
              <a:sym typeface="FZLanTingHeiS-B-GB"/>
            </a:endParaRPr>
          </a:p>
        </p:txBody>
      </p:sp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E84746E-14AD-2D45-A5D5-E8A158B41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79" y="572539"/>
            <a:ext cx="1974476" cy="670713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2020 Lenovo NetApp. All rights reserved.">
            <a:extLst>
              <a:ext uri="{FF2B5EF4-FFF2-40B4-BE49-F238E27FC236}">
                <a16:creationId xmlns:a16="http://schemas.microsoft.com/office/drawing/2014/main" id="{2D4E48B2-E55E-B740-8D05-BD071F0FE933}"/>
              </a:ext>
            </a:extLst>
          </p:cNvPr>
          <p:cNvSpPr txBox="1"/>
          <p:nvPr/>
        </p:nvSpPr>
        <p:spPr>
          <a:xfrm>
            <a:off x="5228144" y="6446775"/>
            <a:ext cx="2253589" cy="2098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800">
                <a:solidFill>
                  <a:srgbClr val="FFFFFF"/>
                </a:solidFill>
                <a:latin typeface="Gotham Book"/>
                <a:ea typeface="Gotham Book"/>
                <a:cs typeface="Gotham Book"/>
                <a:sym typeface="Gotham Book"/>
              </a:defRPr>
            </a:lvl1pPr>
          </a:lstStyle>
          <a:p>
            <a:pPr marL="0" marR="0" lvl="0" indent="0" algn="l" defTabSz="121898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 Book"/>
                <a:sym typeface="Gotham Book"/>
              </a:rPr>
              <a:t>2020 Lenovo NetApp.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3231905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YZtWAjqzSmjKBawky4mGA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Lenovo-NetApp Master">
  <a:themeElements>
    <a:clrScheme name="Lenovo Colors">
      <a:dk1>
        <a:srgbClr val="000000"/>
      </a:dk1>
      <a:lt1>
        <a:sysClr val="window" lastClr="FFFFFF"/>
      </a:lt1>
      <a:dk2>
        <a:srgbClr val="8246AF"/>
      </a:dk2>
      <a:lt2>
        <a:srgbClr val="333F48"/>
      </a:lt2>
      <a:accent1>
        <a:srgbClr val="E1140A"/>
      </a:accent1>
      <a:accent2>
        <a:srgbClr val="FF6A00"/>
      </a:accent2>
      <a:accent3>
        <a:srgbClr val="F04187"/>
      </a:accent3>
      <a:accent4>
        <a:srgbClr val="3E8DDD"/>
      </a:accent4>
      <a:accent5>
        <a:srgbClr val="46C8E1"/>
      </a:accent5>
      <a:accent6>
        <a:srgbClr val="6AC346"/>
      </a:accent6>
      <a:hlink>
        <a:srgbClr val="4AC0E0"/>
      </a:hlink>
      <a:folHlink>
        <a:srgbClr val="4AC0E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smtClean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N PPT Template-FY20-标准版-Internal" id="{6202B33B-6F9A-3F49-B473-E2F9BA687C67}" vid="{2ADB34D8-659B-C740-8494-2FC8934B81CD}"/>
    </a:ext>
  </a:extLst>
</a:theme>
</file>

<file path=ppt/theme/theme3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Lenovo-NetApp Master">
  <a:themeElements>
    <a:clrScheme name="Lenovo-NetApp Master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1140A"/>
      </a:accent1>
      <a:accent2>
        <a:srgbClr val="FF6A00"/>
      </a:accent2>
      <a:accent3>
        <a:srgbClr val="F04187"/>
      </a:accent3>
      <a:accent4>
        <a:srgbClr val="3E8DDD"/>
      </a:accent4>
      <a:accent5>
        <a:srgbClr val="46C8E1"/>
      </a:accent5>
      <a:accent6>
        <a:srgbClr val="6AC346"/>
      </a:accent6>
      <a:hlink>
        <a:srgbClr val="0000FF"/>
      </a:hlink>
      <a:folHlink>
        <a:srgbClr val="FF00FF"/>
      </a:folHlink>
    </a:clrScheme>
    <a:fontScheme name="Lenovo-NetApp Master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Lenovo-NetApp Mast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1218987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1218987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936D7C5FF40CB4C9FED9BC653BFA27E" ma:contentTypeVersion="2" ma:contentTypeDescription="Create a new document." ma:contentTypeScope="" ma:versionID="3c14f5ebeb56d74742c48c193593dd5a">
  <xsd:schema xmlns:xsd="http://www.w3.org/2001/XMLSchema" xmlns:xs="http://www.w3.org/2001/XMLSchema" xmlns:p="http://schemas.microsoft.com/office/2006/metadata/properties" xmlns:ns2="8d4f7f38-5269-475d-9140-805df50a670d" targetNamespace="http://schemas.microsoft.com/office/2006/metadata/properties" ma:root="true" ma:fieldsID="9985be98465f590cf4f89eaab7a49893" ns2:_="">
    <xsd:import namespace="8d4f7f38-5269-475d-9140-805df50a670d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4f7f38-5269-475d-9140-805df50a670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15FFCF8-D9DE-47C2-83D0-7C0DD51B87CA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8d4f7f38-5269-475d-9140-805df50a670d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5604279-5FE5-4C6B-A424-9F9F4301E75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A533B61-814B-4197-A273-ECF2D2D104B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d4f7f38-5269-475d-9140-805df50a670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3207</TotalTime>
  <Words>649</Words>
  <Application>Microsoft Office PowerPoint</Application>
  <PresentationFormat>自定义</PresentationFormat>
  <Paragraphs>74</Paragraphs>
  <Slides>15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4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30" baseType="lpstr">
      <vt:lpstr>FZLanTingHeiS-B-GB</vt:lpstr>
      <vt:lpstr>FZLanTingHeiS-R-GB</vt:lpstr>
      <vt:lpstr>Gotham Book</vt:lpstr>
      <vt:lpstr>等线</vt:lpstr>
      <vt:lpstr>微软雅黑</vt:lpstr>
      <vt:lpstr>Arial</vt:lpstr>
      <vt:lpstr>Calibri</vt:lpstr>
      <vt:lpstr>Calibri Light</vt:lpstr>
      <vt:lpstr>Wingdings</vt:lpstr>
      <vt:lpstr>Custom Design</vt:lpstr>
      <vt:lpstr>Lenovo-NetApp Master</vt:lpstr>
      <vt:lpstr>4_Custom Design</vt:lpstr>
      <vt:lpstr>1_Custom Design</vt:lpstr>
      <vt:lpstr>think-cell Slide</vt:lpstr>
      <vt:lpstr>Visio</vt:lpstr>
      <vt:lpstr>PowerPoint 演示文稿</vt:lpstr>
      <vt:lpstr>Agenda</vt:lpstr>
      <vt:lpstr>PowerPoint 演示文稿</vt:lpstr>
      <vt:lpstr>Journal功能</vt:lpstr>
      <vt:lpstr>Journal存储结构</vt:lpstr>
      <vt:lpstr>Journal Header</vt:lpstr>
      <vt:lpstr>Journal File</vt:lpstr>
      <vt:lpstr>Journal 文件示意图</vt:lpstr>
      <vt:lpstr>Journal存储结构</vt:lpstr>
      <vt:lpstr>Journal内存结构</vt:lpstr>
      <vt:lpstr>Journal恢复</vt:lpstr>
      <vt:lpstr>Journal恢复</vt:lpstr>
      <vt:lpstr>Journal写</vt:lpstr>
      <vt:lpstr>Journal优化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Wang, Ethan&lt;ethan.wang@lenovonetapp.com&gt;</dc:creator>
  <cp:lastModifiedBy>Bian, Guowei&lt;guowei.bian@lenovonetapp.com&gt;</cp:lastModifiedBy>
  <cp:revision>161</cp:revision>
  <dcterms:created xsi:type="dcterms:W3CDTF">2020-07-23T06:58:30Z</dcterms:created>
  <dcterms:modified xsi:type="dcterms:W3CDTF">2022-03-15T03:16:07Z</dcterms:modified>
</cp:coreProperties>
</file>