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89" r:id="rId2"/>
    <p:sldId id="352" r:id="rId3"/>
    <p:sldId id="260" r:id="rId4"/>
    <p:sldId id="478" r:id="rId5"/>
    <p:sldId id="479" r:id="rId6"/>
    <p:sldId id="480" r:id="rId7"/>
    <p:sldId id="481" r:id="rId8"/>
    <p:sldId id="473" r:id="rId9"/>
    <p:sldId id="444" r:id="rId10"/>
    <p:sldId id="458" r:id="rId11"/>
    <p:sldId id="469" r:id="rId12"/>
    <p:sldId id="353" r:id="rId13"/>
    <p:sldId id="461" r:id="rId14"/>
    <p:sldId id="470" r:id="rId15"/>
    <p:sldId id="438" r:id="rId16"/>
    <p:sldId id="474" r:id="rId17"/>
    <p:sldId id="354" r:id="rId18"/>
    <p:sldId id="456" r:id="rId19"/>
    <p:sldId id="477" r:id="rId20"/>
    <p:sldId id="440" r:id="rId21"/>
    <p:sldId id="476" r:id="rId22"/>
    <p:sldId id="467" r:id="rId23"/>
    <p:sldId id="355" r:id="rId24"/>
    <p:sldId id="464" r:id="rId25"/>
    <p:sldId id="446" r:id="rId26"/>
    <p:sldId id="475" r:id="rId27"/>
    <p:sldId id="472" r:id="rId28"/>
    <p:sldId id="471" r:id="rId29"/>
    <p:sldId id="435" r:id="rId30"/>
  </p:sldIdLst>
  <p:sldSz cx="9144000" cy="514508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24" autoAdjust="0"/>
    <p:restoredTop sz="94660"/>
  </p:normalViewPr>
  <p:slideViewPr>
    <p:cSldViewPr>
      <p:cViewPr varScale="1">
        <p:scale>
          <a:sx n="149" d="100"/>
          <a:sy n="149" d="100"/>
        </p:scale>
        <p:origin x="432" y="96"/>
      </p:cViewPr>
      <p:guideLst>
        <p:guide orient="horz" pos="1621"/>
        <p:guide pos="2880"/>
      </p:guideLst>
    </p:cSldViewPr>
  </p:slideViewPr>
  <p:notesTextViewPr>
    <p:cViewPr>
      <p:scale>
        <a:sx n="100" d="100"/>
        <a:sy n="100" d="100"/>
      </p:scale>
      <p:origin x="0" y="0"/>
    </p:cViewPr>
  </p:notesTextViewPr>
  <p:sorterViewPr>
    <p:cViewPr>
      <p:scale>
        <a:sx n="44" d="100"/>
        <a:sy n="44"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12839466542"/>
          <c:y val="1.9316848786758805E-2"/>
        </c:manualLayout>
      </c:layout>
      <c:overlay val="0"/>
      <c:spPr>
        <a:noFill/>
        <a:ln w="25382">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noFill/>
            <a:ln w="25382">
              <a:noFill/>
            </a:ln>
          </c:spPr>
          <c:dPt>
            <c:idx val="0"/>
            <c:bubble3D val="0"/>
            <c:spPr>
              <a:solidFill>
                <a:schemeClr val="accent1">
                  <a:lumMod val="50000"/>
                </a:schemeClr>
              </a:solidFill>
              <a:ln w="25382">
                <a:noFill/>
              </a:ln>
            </c:spPr>
            <c:extLst>
              <c:ext xmlns:c16="http://schemas.microsoft.com/office/drawing/2014/chart" uri="{C3380CC4-5D6E-409C-BE32-E72D297353CC}">
                <c16:uniqueId val="{00000001-B6E4-46AD-8629-A257CE914DE9}"/>
              </c:ext>
            </c:extLst>
          </c:dPt>
          <c:dPt>
            <c:idx val="1"/>
            <c:bubble3D val="0"/>
            <c:spPr>
              <a:solidFill>
                <a:schemeClr val="accent1"/>
              </a:solidFill>
              <a:ln w="25382">
                <a:noFill/>
              </a:ln>
            </c:spPr>
            <c:extLst>
              <c:ext xmlns:c16="http://schemas.microsoft.com/office/drawing/2014/chart" uri="{C3380CC4-5D6E-409C-BE32-E72D297353CC}">
                <c16:uniqueId val="{00000003-B6E4-46AD-8629-A257CE914DE9}"/>
              </c:ext>
            </c:extLst>
          </c:dPt>
          <c:val>
            <c:numRef>
              <c:f>Sheet1!$B$2:$C$2</c:f>
              <c:numCache>
                <c:formatCode>General</c:formatCode>
                <c:ptCount val="2"/>
                <c:pt idx="0">
                  <c:v>80</c:v>
                </c:pt>
                <c:pt idx="1">
                  <c:v>20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B6E4-46AD-8629-A257CE914DE9}"/>
            </c:ext>
          </c:extLst>
        </c:ser>
        <c:dLbls>
          <c:showLegendKey val="0"/>
          <c:showVal val="0"/>
          <c:showCatName val="0"/>
          <c:showSerName val="0"/>
          <c:showPercent val="0"/>
          <c:showBubbleSize val="0"/>
          <c:showLeaderLines val="1"/>
        </c:dLbls>
        <c:firstSliceAng val="0"/>
      </c:pieChart>
      <c:spPr>
        <a:noFill/>
        <a:ln w="25382">
          <a:noFill/>
        </a:ln>
      </c:spPr>
    </c:plotArea>
    <c:plotVisOnly val="1"/>
    <c:dispBlanksAs val="zero"/>
    <c:showDLblsOverMax val="0"/>
  </c:chart>
  <c:spPr>
    <a:noFill/>
    <a:ln>
      <a:noFill/>
    </a:ln>
  </c:spPr>
  <c:txPr>
    <a:bodyPr/>
    <a:lstStyle/>
    <a:p>
      <a:pPr>
        <a:defRPr sz="3003"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2822030966"/>
          <c:y val="1.931677145008039E-2"/>
        </c:manualLayout>
      </c:layout>
      <c:overlay val="0"/>
      <c:spPr>
        <a:noFill/>
        <a:ln w="25414">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chemeClr val="accent2"/>
            </a:solidFill>
            <a:ln w="25414">
              <a:noFill/>
            </a:ln>
          </c:spPr>
          <c:dPt>
            <c:idx val="0"/>
            <c:bubble3D val="0"/>
            <c:spPr>
              <a:solidFill>
                <a:schemeClr val="accent2">
                  <a:lumMod val="50000"/>
                </a:schemeClr>
              </a:solidFill>
              <a:ln w="25414">
                <a:noFill/>
              </a:ln>
            </c:spPr>
            <c:extLst>
              <c:ext xmlns:c16="http://schemas.microsoft.com/office/drawing/2014/chart" uri="{C3380CC4-5D6E-409C-BE32-E72D297353CC}">
                <c16:uniqueId val="{00000001-456C-4E57-9223-5712E43F7E76}"/>
              </c:ext>
            </c:extLst>
          </c:dPt>
          <c:val>
            <c:numRef>
              <c:f>Sheet1!$B$2:$C$2</c:f>
              <c:numCache>
                <c:formatCode>General</c:formatCode>
                <c:ptCount val="2"/>
                <c:pt idx="0">
                  <c:v>50</c:v>
                </c:pt>
                <c:pt idx="1">
                  <c:v>59</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3-456C-4E57-9223-5712E43F7E76}"/>
            </c:ext>
          </c:extLst>
        </c:ser>
        <c:dLbls>
          <c:showLegendKey val="0"/>
          <c:showVal val="0"/>
          <c:showCatName val="0"/>
          <c:showSerName val="0"/>
          <c:showPercent val="0"/>
          <c:showBubbleSize val="0"/>
          <c:showLeaderLines val="1"/>
        </c:dLbls>
        <c:firstSliceAng val="0"/>
      </c:pieChart>
      <c:spPr>
        <a:noFill/>
        <a:ln w="25414">
          <a:noFill/>
        </a:ln>
      </c:spPr>
    </c:plotArea>
    <c:plotVisOnly val="1"/>
    <c:dispBlanksAs val="zero"/>
    <c:showDLblsOverMax val="0"/>
  </c:chart>
  <c:spPr>
    <a:noFill/>
    <a:ln>
      <a:noFill/>
    </a:ln>
  </c:spPr>
  <c:txPr>
    <a:bodyPr/>
    <a:lstStyle/>
    <a:p>
      <a:pPr>
        <a:defRPr sz="3002"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2822030966"/>
          <c:y val="1.931677145008039E-2"/>
        </c:manualLayout>
      </c:layout>
      <c:overlay val="0"/>
      <c:spPr>
        <a:noFill/>
        <a:ln w="25416">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rgbClr val="2C2C2C"/>
            </a:solidFill>
            <a:ln w="25416">
              <a:noFill/>
            </a:ln>
          </c:spPr>
          <c:dPt>
            <c:idx val="0"/>
            <c:bubble3D val="0"/>
            <c:spPr>
              <a:solidFill>
                <a:schemeClr val="accent3">
                  <a:lumMod val="50000"/>
                </a:schemeClr>
              </a:solidFill>
              <a:ln w="25416">
                <a:noFill/>
              </a:ln>
            </c:spPr>
            <c:extLst>
              <c:ext xmlns:c16="http://schemas.microsoft.com/office/drawing/2014/chart" uri="{C3380CC4-5D6E-409C-BE32-E72D297353CC}">
                <c16:uniqueId val="{00000001-FE13-41DA-9772-84D66261E82C}"/>
              </c:ext>
            </c:extLst>
          </c:dPt>
          <c:dPt>
            <c:idx val="1"/>
            <c:bubble3D val="0"/>
            <c:spPr>
              <a:solidFill>
                <a:schemeClr val="accent3"/>
              </a:solidFill>
              <a:ln w="25416">
                <a:noFill/>
              </a:ln>
            </c:spPr>
            <c:extLst>
              <c:ext xmlns:c16="http://schemas.microsoft.com/office/drawing/2014/chart" uri="{C3380CC4-5D6E-409C-BE32-E72D297353CC}">
                <c16:uniqueId val="{00000003-FE13-41DA-9772-84D66261E82C}"/>
              </c:ext>
            </c:extLst>
          </c:dPt>
          <c:val>
            <c:numRef>
              <c:f>Sheet1!$B$2:$C$2</c:f>
              <c:numCache>
                <c:formatCode>General</c:formatCode>
                <c:ptCount val="2"/>
                <c:pt idx="0">
                  <c:v>30</c:v>
                </c:pt>
                <c:pt idx="1">
                  <c:v>70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FE13-41DA-9772-84D66261E82C}"/>
            </c:ext>
          </c:extLst>
        </c:ser>
        <c:dLbls>
          <c:showLegendKey val="0"/>
          <c:showVal val="0"/>
          <c:showCatName val="0"/>
          <c:showSerName val="0"/>
          <c:showPercent val="0"/>
          <c:showBubbleSize val="0"/>
          <c:showLeaderLines val="1"/>
        </c:dLbls>
        <c:firstSliceAng val="0"/>
      </c:pieChart>
      <c:spPr>
        <a:noFill/>
        <a:ln w="25416">
          <a:noFill/>
        </a:ln>
      </c:spPr>
    </c:plotArea>
    <c:plotVisOnly val="1"/>
    <c:dispBlanksAs val="zero"/>
    <c:showDLblsOverMax val="0"/>
  </c:chart>
  <c:spPr>
    <a:noFill/>
    <a:ln>
      <a:noFill/>
    </a:ln>
  </c:spPr>
  <c:txPr>
    <a:bodyPr/>
    <a:lstStyle/>
    <a:p>
      <a:pPr>
        <a:defRPr sz="3002"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p>
        </c:rich>
      </c:tx>
      <c:layout>
        <c:manualLayout>
          <c:xMode val="edge"/>
          <c:yMode val="edge"/>
          <c:x val="0.49493708700985301"/>
          <c:y val="1.9316859890001203E-2"/>
        </c:manualLayout>
      </c:layout>
      <c:overlay val="0"/>
      <c:spPr>
        <a:noFill/>
        <a:ln w="25383">
          <a:noFill/>
        </a:ln>
      </c:spPr>
    </c:title>
    <c:autoTitleDeleted val="0"/>
    <c:plotArea>
      <c:layout>
        <c:manualLayout>
          <c:layoutTarget val="inner"/>
          <c:xMode val="edge"/>
          <c:yMode val="edge"/>
          <c:x val="7.4683544303797506E-2"/>
          <c:y val="1.4858841010401203E-3"/>
          <c:w val="0.85189873417721562"/>
          <c:h val="1"/>
        </c:manualLayout>
      </c:layout>
      <c:pieChart>
        <c:varyColors val="0"/>
        <c:ser>
          <c:idx val="0"/>
          <c:order val="0"/>
          <c:spPr>
            <a:solidFill>
              <a:srgbClr val="2C2C2C"/>
            </a:solidFill>
            <a:ln w="25383">
              <a:noFill/>
            </a:ln>
          </c:spPr>
          <c:dPt>
            <c:idx val="0"/>
            <c:bubble3D val="0"/>
            <c:spPr>
              <a:solidFill>
                <a:schemeClr val="accent4">
                  <a:lumMod val="50000"/>
                </a:schemeClr>
              </a:solidFill>
              <a:ln w="25383">
                <a:noFill/>
              </a:ln>
            </c:spPr>
            <c:extLst>
              <c:ext xmlns:c16="http://schemas.microsoft.com/office/drawing/2014/chart" uri="{C3380CC4-5D6E-409C-BE32-E72D297353CC}">
                <c16:uniqueId val="{00000001-7FDC-48A6-8A4E-D7545BD8E41F}"/>
              </c:ext>
            </c:extLst>
          </c:dPt>
          <c:dPt>
            <c:idx val="1"/>
            <c:bubble3D val="0"/>
            <c:spPr>
              <a:solidFill>
                <a:schemeClr val="accent4"/>
              </a:solidFill>
              <a:ln w="25383">
                <a:noFill/>
              </a:ln>
            </c:spPr>
            <c:extLst>
              <c:ext xmlns:c16="http://schemas.microsoft.com/office/drawing/2014/chart" uri="{C3380CC4-5D6E-409C-BE32-E72D297353CC}">
                <c16:uniqueId val="{00000003-7FDC-48A6-8A4E-D7545BD8E41F}"/>
              </c:ext>
            </c:extLst>
          </c:dPt>
          <c:val>
            <c:numRef>
              <c:f>Sheet1!$B$2:$C$2</c:f>
              <c:numCache>
                <c:formatCode>General</c:formatCode>
                <c:ptCount val="2"/>
                <c:pt idx="0">
                  <c:v>70</c:v>
                </c:pt>
                <c:pt idx="1">
                  <c:v>30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Sheet1!$A$2</c15:sqref>
                        </c15:formulaRef>
                      </c:ext>
                    </c:extLst>
                    <c:strCache>
                      <c:ptCount val="1"/>
                      <c:pt idx="0">
                        <c:v>Region 1</c:v>
                      </c:pt>
                    </c:strCache>
                  </c:strRef>
                </c15:tx>
              </c15:filteredSeriesTitle>
            </c:ext>
            <c:ext xmlns:c15="http://schemas.microsoft.com/office/drawing/2012/chart" uri="{02D57815-91ED-43cb-92C2-25804820EDAC}">
              <c15:filteredCategoryTitle>
                <c15:cat>
                  <c:strRef>
                    <c:extLst>
                      <c:ext uri="{02D57815-91ED-43cb-92C2-25804820EDAC}">
                        <c15:formulaRef>
                          <c15:sqref>Sheet1!$B$1:$C$1</c15:sqref>
                        </c15:formulaRef>
                      </c:ext>
                    </c:extLst>
                    <c:strCache>
                      <c:ptCount val="2"/>
                      <c:pt idx="0">
                        <c:v>2013</c:v>
                      </c:pt>
                      <c:pt idx="1">
                        <c:v>2014</c:v>
                      </c:pt>
                    </c:strCache>
                  </c:strRef>
                </c15:cat>
              </c15:filteredCategoryTitle>
            </c:ext>
            <c:ext xmlns:c16="http://schemas.microsoft.com/office/drawing/2014/chart" uri="{C3380CC4-5D6E-409C-BE32-E72D297353CC}">
              <c16:uniqueId val="{00000004-7FDC-48A6-8A4E-D7545BD8E41F}"/>
            </c:ext>
          </c:extLst>
        </c:ser>
        <c:dLbls>
          <c:showLegendKey val="0"/>
          <c:showVal val="0"/>
          <c:showCatName val="0"/>
          <c:showSerName val="0"/>
          <c:showPercent val="0"/>
          <c:showBubbleSize val="0"/>
          <c:showLeaderLines val="1"/>
        </c:dLbls>
        <c:firstSliceAng val="0"/>
      </c:pieChart>
      <c:spPr>
        <a:noFill/>
        <a:ln w="25383">
          <a:noFill/>
        </a:ln>
      </c:spPr>
    </c:plotArea>
    <c:plotVisOnly val="1"/>
    <c:dispBlanksAs val="zero"/>
    <c:showDLblsOverMax val="0"/>
  </c:chart>
  <c:spPr>
    <a:noFill/>
    <a:ln>
      <a:noFill/>
    </a:ln>
  </c:spPr>
  <c:txPr>
    <a:bodyPr/>
    <a:lstStyle/>
    <a:p>
      <a:pPr>
        <a:defRPr sz="2998" b="0" i="0" u="none" strike="noStrike" baseline="0">
          <a:solidFill>
            <a:srgbClr val="000000"/>
          </a:solidFill>
          <a:latin typeface="Arial" panose="020B0604020202020204" pitchFamily="34" charset="0"/>
          <a:ea typeface="微软雅黑" panose="020B0503020204020204" pitchFamily="34" charset="-122"/>
          <a:cs typeface="Gill Sans"/>
          <a:sym typeface="Arial" panose="020B0604020202020204" pitchFamily="34" charset="0"/>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9F8513-A743-4602-9E9F-CEEE9A802B5E}" type="datetimeFigureOut">
              <a:rPr lang="zh-CN" altLang="en-US" smtClean="0"/>
              <a:t>2021/12/29</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F1102C-FAD4-459D-8C7A-106E6431C5A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a:t>
            </a:fld>
            <a:endParaRPr lang="zh-CN" altLang="en-US"/>
          </a:p>
        </p:txBody>
      </p:sp>
    </p:spTree>
    <p:extLst>
      <p:ext uri="{BB962C8B-B14F-4D97-AF65-F5344CB8AC3E}">
        <p14:creationId xmlns:p14="http://schemas.microsoft.com/office/powerpoint/2010/main" val="243383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xfrm>
            <a:off x="687388" y="1143000"/>
            <a:ext cx="5483225"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fld id="{1C0682DE-097C-43D6-9BDF-F71529C5ACE9}" type="slidenum">
              <a:rPr lang="zh-CN" altLang="en-US" smtClean="0">
                <a:latin typeface="Calibri" panose="020F0502020204030204" pitchFamily="34" charset="0"/>
              </a:rPr>
              <a:pPr/>
              <a:t>2</a:t>
            </a:fld>
            <a:endParaRPr lang="zh-CN" altLang="en-US">
              <a:latin typeface="Calibri" panose="020F0502020204030204" pitchFamily="34" charset="0"/>
            </a:endParaRPr>
          </a:p>
        </p:txBody>
      </p:sp>
    </p:spTree>
    <p:extLst>
      <p:ext uri="{BB962C8B-B14F-4D97-AF65-F5344CB8AC3E}">
        <p14:creationId xmlns:p14="http://schemas.microsoft.com/office/powerpoint/2010/main" val="1081924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3</a:t>
            </a:fld>
            <a:endParaRPr lang="zh-CN" altLang="en-US"/>
          </a:p>
        </p:txBody>
      </p:sp>
    </p:spTree>
    <p:extLst>
      <p:ext uri="{BB962C8B-B14F-4D97-AF65-F5344CB8AC3E}">
        <p14:creationId xmlns:p14="http://schemas.microsoft.com/office/powerpoint/2010/main" val="246740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6F12646-107E-4EAD-9573-39087FBC2611}" type="slidenum">
              <a:rPr lang="zh-CN" altLang="en-US" smtClean="0"/>
              <a:t>9</a:t>
            </a:fld>
            <a:endParaRPr lang="zh-CN" altLang="en-US"/>
          </a:p>
        </p:txBody>
      </p:sp>
    </p:spTree>
    <p:extLst>
      <p:ext uri="{BB962C8B-B14F-4D97-AF65-F5344CB8AC3E}">
        <p14:creationId xmlns:p14="http://schemas.microsoft.com/office/powerpoint/2010/main" val="3742381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066DFD-D77D-44AB-A44B-39D08D789409}" type="slidenum">
              <a:rPr lang="zh-CN" altLang="en-US" smtClean="0"/>
              <a:pPr/>
              <a:t>10</a:t>
            </a:fld>
            <a:endParaRPr lang="zh-CN" altLang="en-US"/>
          </a:p>
        </p:txBody>
      </p:sp>
    </p:spTree>
    <p:extLst>
      <p:ext uri="{BB962C8B-B14F-4D97-AF65-F5344CB8AC3E}">
        <p14:creationId xmlns:p14="http://schemas.microsoft.com/office/powerpoint/2010/main" val="899360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12</a:t>
            </a:fld>
            <a:endParaRPr lang="zh-CN" altLang="en-US"/>
          </a:p>
        </p:txBody>
      </p:sp>
    </p:spTree>
    <p:extLst>
      <p:ext uri="{BB962C8B-B14F-4D97-AF65-F5344CB8AC3E}">
        <p14:creationId xmlns:p14="http://schemas.microsoft.com/office/powerpoint/2010/main" val="4245661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CA28D21-2707-4CA8-BBC0-E072FA1B7B82}" type="slidenum">
              <a:rPr lang="zh-CN" altLang="en-US" smtClean="0"/>
              <a:pPr/>
              <a:t>13</a:t>
            </a:fld>
            <a:endParaRPr lang="zh-CN" altLang="en-US"/>
          </a:p>
        </p:txBody>
      </p:sp>
    </p:spTree>
    <p:extLst>
      <p:ext uri="{BB962C8B-B14F-4D97-AF65-F5344CB8AC3E}">
        <p14:creationId xmlns:p14="http://schemas.microsoft.com/office/powerpoint/2010/main" val="4114588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57DB20-2E87-4E5B-9441-63DB909E25DD}" type="slidenum">
              <a:rPr lang="zh-CN" altLang="en-US" smtClean="0"/>
              <a:pPr/>
              <a:t>15</a:t>
            </a:fld>
            <a:endParaRPr lang="zh-CN" altLang="en-US"/>
          </a:p>
        </p:txBody>
      </p:sp>
    </p:spTree>
    <p:extLst>
      <p:ext uri="{BB962C8B-B14F-4D97-AF65-F5344CB8AC3E}">
        <p14:creationId xmlns:p14="http://schemas.microsoft.com/office/powerpoint/2010/main" val="521782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17</a:t>
            </a:fld>
            <a:endParaRPr lang="zh-CN" altLang="en-US"/>
          </a:p>
        </p:txBody>
      </p:sp>
    </p:spTree>
    <p:extLst>
      <p:ext uri="{BB962C8B-B14F-4D97-AF65-F5344CB8AC3E}">
        <p14:creationId xmlns:p14="http://schemas.microsoft.com/office/powerpoint/2010/main" val="2177238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75BB6E-C017-4F33-A026-147B56E3B935}" type="slidenum">
              <a:rPr lang="zh-CN" altLang="en-US" smtClean="0"/>
              <a:pPr/>
              <a:t>18</a:t>
            </a:fld>
            <a:endParaRPr lang="zh-CN" altLang="en-US"/>
          </a:p>
        </p:txBody>
      </p:sp>
    </p:spTree>
    <p:extLst>
      <p:ext uri="{BB962C8B-B14F-4D97-AF65-F5344CB8AC3E}">
        <p14:creationId xmlns:p14="http://schemas.microsoft.com/office/powerpoint/2010/main" val="2349052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588ABE1-1340-4246-B6E2-0A4388059E55}" type="slidenum">
              <a:rPr lang="zh-CN" altLang="en-US" smtClean="0"/>
              <a:pPr/>
              <a:t>19</a:t>
            </a:fld>
            <a:endParaRPr lang="zh-CN" altLang="en-US"/>
          </a:p>
        </p:txBody>
      </p:sp>
    </p:spTree>
    <p:extLst>
      <p:ext uri="{BB962C8B-B14F-4D97-AF65-F5344CB8AC3E}">
        <p14:creationId xmlns:p14="http://schemas.microsoft.com/office/powerpoint/2010/main" val="4060609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pPr/>
              <a:t>20</a:t>
            </a:fld>
            <a:endParaRPr lang="zh-CN" altLang="en-US"/>
          </a:p>
        </p:txBody>
      </p:sp>
    </p:spTree>
    <p:extLst>
      <p:ext uri="{BB962C8B-B14F-4D97-AF65-F5344CB8AC3E}">
        <p14:creationId xmlns:p14="http://schemas.microsoft.com/office/powerpoint/2010/main" val="1650612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22</a:t>
            </a:fld>
            <a:endParaRPr lang="zh-CN" altLang="en-US"/>
          </a:p>
        </p:txBody>
      </p:sp>
    </p:spTree>
    <p:extLst>
      <p:ext uri="{BB962C8B-B14F-4D97-AF65-F5344CB8AC3E}">
        <p14:creationId xmlns:p14="http://schemas.microsoft.com/office/powerpoint/2010/main" val="2021558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23</a:t>
            </a:fld>
            <a:endParaRPr lang="zh-CN" altLang="en-US"/>
          </a:p>
        </p:txBody>
      </p:sp>
    </p:spTree>
    <p:extLst>
      <p:ext uri="{BB962C8B-B14F-4D97-AF65-F5344CB8AC3E}">
        <p14:creationId xmlns:p14="http://schemas.microsoft.com/office/powerpoint/2010/main" val="2076363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25</a:t>
            </a:fld>
            <a:endParaRPr lang="zh-CN" altLang="en-US"/>
          </a:p>
        </p:txBody>
      </p:sp>
    </p:spTree>
    <p:extLst>
      <p:ext uri="{BB962C8B-B14F-4D97-AF65-F5344CB8AC3E}">
        <p14:creationId xmlns:p14="http://schemas.microsoft.com/office/powerpoint/2010/main" val="4288595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1B6393-E920-4FB8-95BE-2B1ADA7E8473}" type="slidenum">
              <a:rPr lang="zh-CN" altLang="en-US" smtClean="0"/>
              <a:pPr/>
              <a:t>26</a:t>
            </a:fld>
            <a:endParaRPr lang="zh-CN" altLang="en-US"/>
          </a:p>
        </p:txBody>
      </p:sp>
    </p:spTree>
    <p:extLst>
      <p:ext uri="{BB962C8B-B14F-4D97-AF65-F5344CB8AC3E}">
        <p14:creationId xmlns:p14="http://schemas.microsoft.com/office/powerpoint/2010/main" val="575686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1102C-FAD4-459D-8C7A-106E6431C5A1}" type="slidenum">
              <a:rPr lang="zh-CN" altLang="en-US" smtClean="0"/>
              <a:t>28</a:t>
            </a:fld>
            <a:endParaRPr lang="zh-CN" altLang="en-US"/>
          </a:p>
        </p:txBody>
      </p:sp>
    </p:spTree>
    <p:extLst>
      <p:ext uri="{BB962C8B-B14F-4D97-AF65-F5344CB8AC3E}">
        <p14:creationId xmlns:p14="http://schemas.microsoft.com/office/powerpoint/2010/main" val="1680085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7388" y="1143000"/>
            <a:ext cx="5483225"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6955A8-62FB-E247-BFB6-6D96B50CB5D7}" type="slidenum">
              <a:rPr lang="en-US" smtClean="0"/>
              <a:pPr/>
              <a:t>29</a:t>
            </a:fld>
            <a:endParaRPr lang="en-US" dirty="0"/>
          </a:p>
        </p:txBody>
      </p:sp>
    </p:spTree>
    <p:extLst>
      <p:ext uri="{BB962C8B-B14F-4D97-AF65-F5344CB8AC3E}">
        <p14:creationId xmlns:p14="http://schemas.microsoft.com/office/powerpoint/2010/main" val="4196014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313"/>
            <a:ext cx="7772400" cy="1102859"/>
          </a:xfrm>
        </p:spPr>
        <p:txBody>
          <a:bodyPr/>
          <a:lstStyle/>
          <a:p>
            <a:r>
              <a:rPr lang="zh-CN" altLang="en-US"/>
              <a:t>单击此处编辑母版标题样式</a:t>
            </a:r>
          </a:p>
        </p:txBody>
      </p:sp>
      <p:sp>
        <p:nvSpPr>
          <p:cNvPr id="3" name="副标题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6196"/>
            <a:ext cx="7772400" cy="102187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60"/>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660"/>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dirty="0">
                <a:solidFill>
                  <a:schemeClr val="accent1"/>
                </a:solidFill>
                <a:latin typeface="微软雅黑" pitchFamily="34" charset="-122"/>
                <a:ea typeface="微软雅黑" pitchFamily="34" charset="-122"/>
              </a:rPr>
              <a:t>年度工作概述</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70"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b="0" kern="1200" dirty="0">
                <a:solidFill>
                  <a:schemeClr val="accent1"/>
                </a:solidFill>
                <a:latin typeface="微软雅黑" pitchFamily="34" charset="-122"/>
                <a:ea typeface="微软雅黑" pitchFamily="34" charset="-122"/>
                <a:cs typeface="+mn-cs"/>
              </a:rPr>
              <a:t>工作完成情况</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lvl="0" algn="dist"/>
            <a:r>
              <a:rPr lang="zh-CN" altLang="zh-CN" sz="1600" b="0" kern="1200" dirty="0">
                <a:solidFill>
                  <a:schemeClr val="accent1"/>
                </a:solidFill>
                <a:latin typeface="微软雅黑" pitchFamily="34" charset="-122"/>
                <a:ea typeface="微软雅黑" pitchFamily="34" charset="-122"/>
                <a:cs typeface="+mn-cs"/>
              </a:rPr>
              <a:t>成功项目展示</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02115E-07FC-47AE-8678-8B681C689199}" type="datetimeFigureOut">
              <a:rPr lang="zh-CN" altLang="en-US" smtClean="0"/>
              <a:pPr/>
              <a:t>2021/12/29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7F5BB56-9B96-4394-98D1-089DE868BDAA}" type="slidenum">
              <a:rPr lang="zh-CN" altLang="en-US" smtClean="0"/>
              <a:pPr/>
              <a:t>‹#›</a:t>
            </a:fld>
            <a:endParaRPr lang="zh-CN" altLang="en-US"/>
          </a:p>
        </p:txBody>
      </p:sp>
      <p:sp>
        <p:nvSpPr>
          <p:cNvPr id="5" name="矩形 4"/>
          <p:cNvSpPr/>
          <p:nvPr userDrawn="1"/>
        </p:nvSpPr>
        <p:spPr>
          <a:xfrm>
            <a:off x="0" y="232284"/>
            <a:ext cx="395569" cy="5040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2" rIns="68584" bIns="34292" rtlCol="0" anchor="ctr"/>
          <a:lstStyle/>
          <a:p>
            <a:pPr algn="ctr" defTabSz="685795"/>
            <a:endParaRPr lang="zh-CN" altLang="en-US" sz="1400" dirty="0">
              <a:solidFill>
                <a:srgbClr val="E7E6E6">
                  <a:lumMod val="50000"/>
                </a:srgbClr>
              </a:solidFill>
              <a:cs typeface="+mn-ea"/>
              <a:sym typeface="+mn-lt"/>
            </a:endParaRPr>
          </a:p>
        </p:txBody>
      </p:sp>
      <p:sp>
        <p:nvSpPr>
          <p:cNvPr id="6" name="文本框 37"/>
          <p:cNvSpPr txBox="1"/>
          <p:nvPr userDrawn="1"/>
        </p:nvSpPr>
        <p:spPr>
          <a:xfrm>
            <a:off x="467576" y="232284"/>
            <a:ext cx="1836172" cy="315475"/>
          </a:xfrm>
          <a:prstGeom prst="rect">
            <a:avLst/>
          </a:prstGeom>
          <a:noFill/>
        </p:spPr>
        <p:txBody>
          <a:bodyPr wrap="square" lIns="68584" tIns="34292" rIns="68584" bIns="34292" rtlCol="0">
            <a:spAutoFit/>
          </a:bodyPr>
          <a:lstStyle/>
          <a:p>
            <a:pPr algn="dist"/>
            <a:r>
              <a:rPr lang="zh-CN" altLang="zh-CN" sz="1600" b="0" kern="1200" dirty="0">
                <a:solidFill>
                  <a:schemeClr val="accent1"/>
                </a:solidFill>
                <a:latin typeface="微软雅黑" pitchFamily="34" charset="-122"/>
                <a:ea typeface="微软雅黑" pitchFamily="34" charset="-122"/>
                <a:cs typeface="+mn-cs"/>
              </a:rPr>
              <a:t>明年工作计划</a:t>
            </a:r>
          </a:p>
        </p:txBody>
      </p:sp>
      <p:sp>
        <p:nvSpPr>
          <p:cNvPr id="7" name="文本框 38"/>
          <p:cNvSpPr txBox="1"/>
          <p:nvPr userDrawn="1"/>
        </p:nvSpPr>
        <p:spPr>
          <a:xfrm>
            <a:off x="431540" y="556320"/>
            <a:ext cx="2039271" cy="207753"/>
          </a:xfrm>
          <a:prstGeom prst="rect">
            <a:avLst/>
          </a:prstGeom>
          <a:noFill/>
        </p:spPr>
        <p:txBody>
          <a:bodyPr wrap="square" lIns="68584" tIns="34292" rIns="68584" bIns="34292" rtlCol="0">
            <a:spAutoFit/>
          </a:bodyPr>
          <a:lstStyle/>
          <a:p>
            <a:pPr algn="dist" defTabSz="685795"/>
            <a:r>
              <a:rPr lang="en-US" altLang="zh-CN" sz="900" dirty="0">
                <a:solidFill>
                  <a:schemeClr val="tx1">
                    <a:lumMod val="50000"/>
                    <a:lumOff val="50000"/>
                  </a:schemeClr>
                </a:solidFill>
                <a:cs typeface="+mn-ea"/>
                <a:sym typeface="+mn-lt"/>
              </a:rPr>
              <a:t>ADD RELATED TITLE WORDS</a:t>
            </a:r>
            <a:endParaRPr lang="zh-CN" altLang="en-US" sz="9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851"/>
            <a:ext cx="3008313" cy="87180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658"/>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561"/>
            <a:ext cx="5486400" cy="42518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723"/>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42"/>
            <a:ext cx="2057400" cy="438999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042"/>
            <a:ext cx="6019800" cy="438999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567DBE-345A-4DFC-A5AF-A1AA18485CC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87988736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3 New Produc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10929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2">
    <p:spTree>
      <p:nvGrpSpPr>
        <p:cNvPr id="1" name=""/>
        <p:cNvGrpSpPr/>
        <p:nvPr/>
      </p:nvGrpSpPr>
      <p:grpSpPr>
        <a:xfrm>
          <a:off x="0" y="0"/>
          <a:ext cx="0" cy="0"/>
          <a:chOff x="0" y="0"/>
          <a:chExt cx="0" cy="0"/>
        </a:xfrm>
      </p:grpSpPr>
      <p:sp>
        <p:nvSpPr>
          <p:cNvPr id="6" name="Title 1"/>
          <p:cNvSpPr>
            <a:spLocks noGrp="1"/>
          </p:cNvSpPr>
          <p:nvPr>
            <p:ph type="ctrTitle"/>
          </p:nvPr>
        </p:nvSpPr>
        <p:spPr>
          <a:xfrm>
            <a:off x="1143000" y="374188"/>
            <a:ext cx="6858000" cy="523279"/>
          </a:xfrm>
        </p:spPr>
        <p:txBody>
          <a:bodyPr anchor="b">
            <a:normAutofit/>
          </a:bodyPr>
          <a:lstStyle>
            <a:lvl1pPr algn="ctr">
              <a:defRPr sz="3000">
                <a:solidFill>
                  <a:schemeClr val="tx1">
                    <a:lumMod val="65000"/>
                    <a:lumOff val="35000"/>
                  </a:schemeClr>
                </a:solidFill>
              </a:defRPr>
            </a:lvl1pPr>
          </a:lstStyle>
          <a:p>
            <a:r>
              <a:rPr lang="en-US" dirty="0"/>
              <a:t>Click to edit Master title style</a:t>
            </a:r>
            <a:endParaRPr lang="en-AU" dirty="0"/>
          </a:p>
        </p:txBody>
      </p:sp>
      <p:sp>
        <p:nvSpPr>
          <p:cNvPr id="7" name="Subtitle 2"/>
          <p:cNvSpPr>
            <a:spLocks noGrp="1"/>
          </p:cNvSpPr>
          <p:nvPr>
            <p:ph type="subTitle" idx="1"/>
          </p:nvPr>
        </p:nvSpPr>
        <p:spPr>
          <a:xfrm>
            <a:off x="1143000" y="918257"/>
            <a:ext cx="6858000" cy="280749"/>
          </a:xfrm>
        </p:spPr>
        <p:txBody>
          <a:bodyPr>
            <a:normAutofit/>
          </a:bodyPr>
          <a:lstStyle>
            <a:lvl1pPr marL="0" indent="0" algn="ctr">
              <a:buNone/>
              <a:defRPr sz="1100">
                <a:solidFill>
                  <a:schemeClr val="bg1">
                    <a:lumMod val="50000"/>
                  </a:schemeClr>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AU" dirty="0"/>
          </a:p>
        </p:txBody>
      </p:sp>
      <p:sp>
        <p:nvSpPr>
          <p:cNvPr id="10" name="Text Placeholder 7"/>
          <p:cNvSpPr>
            <a:spLocks noGrp="1"/>
          </p:cNvSpPr>
          <p:nvPr>
            <p:ph type="body" sz="quarter" idx="13"/>
          </p:nvPr>
        </p:nvSpPr>
        <p:spPr>
          <a:xfrm>
            <a:off x="628650" y="1503977"/>
            <a:ext cx="3942159" cy="353809"/>
          </a:xfrm>
        </p:spPr>
        <p:txBody>
          <a:bodyPr>
            <a:noAutofit/>
          </a:bodyPr>
          <a:lstStyle>
            <a:lvl1pPr marL="0" indent="0">
              <a:buNone/>
              <a:defRPr sz="1800">
                <a:solidFill>
                  <a:schemeClr val="accent1"/>
                </a:solidFill>
              </a:defRPr>
            </a:lvl1pPr>
          </a:lstStyle>
          <a:p>
            <a:pPr lvl="0"/>
            <a:endParaRPr lang="en-AU" dirty="0"/>
          </a:p>
        </p:txBody>
      </p:sp>
      <p:sp>
        <p:nvSpPr>
          <p:cNvPr id="11" name="Text Placeholder 9"/>
          <p:cNvSpPr>
            <a:spLocks noGrp="1"/>
          </p:cNvSpPr>
          <p:nvPr>
            <p:ph type="body" sz="quarter" idx="14"/>
          </p:nvPr>
        </p:nvSpPr>
        <p:spPr>
          <a:xfrm>
            <a:off x="628650" y="1869220"/>
            <a:ext cx="3942159" cy="1320052"/>
          </a:xfrm>
        </p:spPr>
        <p:txBody>
          <a:bodyPr>
            <a:normAutofit/>
          </a:bodyPr>
          <a:lstStyle>
            <a:lvl1pPr marL="0" indent="0">
              <a:buNone/>
              <a:defRPr sz="1100">
                <a:latin typeface="Lato Light" panose="020F0302020204030203" pitchFamily="34" charset="0"/>
              </a:defRPr>
            </a:lvl1pPr>
          </a:lstStyle>
          <a:p>
            <a:pPr lvl="0"/>
            <a:endParaRPr lang="en-AU" dirty="0"/>
          </a:p>
        </p:txBody>
      </p:sp>
      <p:sp>
        <p:nvSpPr>
          <p:cNvPr id="12" name="Text Placeholder 11"/>
          <p:cNvSpPr>
            <a:spLocks noGrp="1"/>
          </p:cNvSpPr>
          <p:nvPr>
            <p:ph type="body" sz="quarter" idx="15"/>
          </p:nvPr>
        </p:nvSpPr>
        <p:spPr>
          <a:xfrm>
            <a:off x="629841" y="3288332"/>
            <a:ext cx="3940969" cy="370398"/>
          </a:xfrm>
        </p:spPr>
        <p:txBody>
          <a:bodyPr>
            <a:normAutofit/>
          </a:bodyPr>
          <a:lstStyle>
            <a:lvl1pPr marL="0" indent="0">
              <a:buNone/>
              <a:defRPr sz="1200" b="1" i="1">
                <a:latin typeface="Lato Light" panose="020F0302020204030203" pitchFamily="34" charset="0"/>
              </a:defRPr>
            </a:lvl1pPr>
          </a:lstStyle>
          <a:p>
            <a:pPr lvl="0"/>
            <a:endParaRPr lang="en-AU" dirty="0"/>
          </a:p>
        </p:txBody>
      </p:sp>
      <p:sp>
        <p:nvSpPr>
          <p:cNvPr id="13" name="Text Placeholder 13"/>
          <p:cNvSpPr>
            <a:spLocks noGrp="1"/>
          </p:cNvSpPr>
          <p:nvPr>
            <p:ph type="body" sz="quarter" idx="16"/>
          </p:nvPr>
        </p:nvSpPr>
        <p:spPr>
          <a:xfrm>
            <a:off x="629841" y="3658730"/>
            <a:ext cx="3940969" cy="370399"/>
          </a:xfrm>
        </p:spPr>
        <p:txBody>
          <a:bodyPr>
            <a:normAutofit/>
          </a:bodyPr>
          <a:lstStyle>
            <a:lvl1pPr marL="0" indent="0">
              <a:buNone/>
              <a:defRPr sz="900" b="1">
                <a:latin typeface="Lato Light" panose="020F0302020204030203" pitchFamily="34" charset="0"/>
              </a:defRPr>
            </a:lvl1pPr>
          </a:lstStyle>
          <a:p>
            <a:pPr lvl="0"/>
            <a:endParaRPr lang="en-AU" dirty="0"/>
          </a:p>
        </p:txBody>
      </p:sp>
      <p:sp>
        <p:nvSpPr>
          <p:cNvPr id="14" name="Text Placeholder 15"/>
          <p:cNvSpPr>
            <a:spLocks noGrp="1"/>
          </p:cNvSpPr>
          <p:nvPr>
            <p:ph type="body" sz="quarter" idx="17"/>
          </p:nvPr>
        </p:nvSpPr>
        <p:spPr>
          <a:xfrm>
            <a:off x="629841" y="4029128"/>
            <a:ext cx="3942159" cy="270355"/>
          </a:xfrm>
        </p:spPr>
        <p:txBody>
          <a:bodyPr>
            <a:normAutofit/>
          </a:bodyPr>
          <a:lstStyle>
            <a:lvl1pPr marL="0" indent="0">
              <a:buNone/>
              <a:defRPr sz="900">
                <a:latin typeface="Lato Light" panose="020F0302020204030203" pitchFamily="34" charset="0"/>
              </a:defRPr>
            </a:lvl1pPr>
          </a:lstStyle>
          <a:p>
            <a:pPr lvl="0"/>
            <a:endParaRPr lang="en-AU" dirty="0"/>
          </a:p>
        </p:txBody>
      </p:sp>
      <p:sp>
        <p:nvSpPr>
          <p:cNvPr id="15" name="Date Placeholder 3"/>
          <p:cNvSpPr>
            <a:spLocks noGrp="1"/>
          </p:cNvSpPr>
          <p:nvPr>
            <p:ph type="dt" sz="half" idx="10"/>
          </p:nvPr>
        </p:nvSpPr>
        <p:spPr>
          <a:xfrm>
            <a:off x="628650" y="4768735"/>
            <a:ext cx="2057400" cy="273928"/>
          </a:xfrm>
        </p:spPr>
        <p:txBody>
          <a:bodyPr/>
          <a:lstStyle>
            <a:lvl1pPr>
              <a:defRPr>
                <a:latin typeface="Lato Light" panose="020F0302020204030203" pitchFamily="34" charset="0"/>
              </a:defRPr>
            </a:lvl1pPr>
          </a:lstStyle>
          <a:p>
            <a:fld id="{722F6D6F-DD99-46DF-A9EA-728D63EA6A31}" type="datetimeFigureOut">
              <a:rPr lang="en-AU" smtClean="0"/>
              <a:pPr/>
              <a:t>29/12/2021</a:t>
            </a:fld>
            <a:endParaRPr lang="en-AU" dirty="0"/>
          </a:p>
        </p:txBody>
      </p:sp>
      <p:sp>
        <p:nvSpPr>
          <p:cNvPr id="16" name="Footer Placeholder 4"/>
          <p:cNvSpPr>
            <a:spLocks noGrp="1"/>
          </p:cNvSpPr>
          <p:nvPr>
            <p:ph type="ftr" sz="quarter" idx="11"/>
          </p:nvPr>
        </p:nvSpPr>
        <p:spPr>
          <a:xfrm>
            <a:off x="3028950" y="4768735"/>
            <a:ext cx="3086100" cy="273928"/>
          </a:xfrm>
        </p:spPr>
        <p:txBody>
          <a:bodyPr/>
          <a:lstStyle>
            <a:lvl1pPr>
              <a:defRPr>
                <a:latin typeface="Lato Light" panose="020F0302020204030203" pitchFamily="34" charset="0"/>
              </a:defRPr>
            </a:lvl1pPr>
          </a:lstStyle>
          <a:p>
            <a:endParaRPr lang="en-AU" dirty="0"/>
          </a:p>
        </p:txBody>
      </p:sp>
      <p:sp>
        <p:nvSpPr>
          <p:cNvPr id="17" name="Slide Number Placeholder 5"/>
          <p:cNvSpPr>
            <a:spLocks noGrp="1"/>
          </p:cNvSpPr>
          <p:nvPr>
            <p:ph type="sldNum" sz="quarter" idx="12"/>
          </p:nvPr>
        </p:nvSpPr>
        <p:spPr>
          <a:xfrm>
            <a:off x="6457950" y="4768735"/>
            <a:ext cx="2057400" cy="273928"/>
          </a:xfrm>
        </p:spPr>
        <p:txBody>
          <a:bodyPr/>
          <a:lstStyle>
            <a:lvl1pPr>
              <a:defRPr>
                <a:latin typeface="Lato Light" panose="020F0302020204030203" pitchFamily="34" charset="0"/>
              </a:defRPr>
            </a:lvl1pPr>
          </a:lstStyle>
          <a:p>
            <a:fld id="{84AD2E7E-F7BA-4F6B-9D0C-0B2331C2AE06}" type="slidenum">
              <a:rPr lang="en-AU" smtClean="0"/>
              <a:pPr/>
              <a:t>‹#›</a:t>
            </a:fld>
            <a:endParaRPr lang="en-AU" dirty="0"/>
          </a:p>
        </p:txBody>
      </p:sp>
      <p:sp>
        <p:nvSpPr>
          <p:cNvPr id="19" name="Text Placeholder 18"/>
          <p:cNvSpPr>
            <a:spLocks noGrp="1"/>
          </p:cNvSpPr>
          <p:nvPr>
            <p:ph type="body" sz="quarter" idx="18"/>
          </p:nvPr>
        </p:nvSpPr>
        <p:spPr>
          <a:xfrm>
            <a:off x="5112544" y="1504225"/>
            <a:ext cx="3251597" cy="353724"/>
          </a:xfrm>
        </p:spPr>
        <p:txBody>
          <a:bodyPr>
            <a:normAutofit/>
          </a:bodyPr>
          <a:lstStyle>
            <a:lvl1pPr marL="0" indent="0">
              <a:buNone/>
              <a:defRPr sz="1400"/>
            </a:lvl1pPr>
          </a:lstStyle>
          <a:p>
            <a:pPr lvl="0"/>
            <a:endParaRPr lang="en-AU" dirty="0"/>
          </a:p>
        </p:txBody>
      </p:sp>
      <p:sp>
        <p:nvSpPr>
          <p:cNvPr id="21" name="Text Placeholder 20"/>
          <p:cNvSpPr>
            <a:spLocks noGrp="1"/>
          </p:cNvSpPr>
          <p:nvPr>
            <p:ph type="body" sz="quarter" idx="19"/>
          </p:nvPr>
        </p:nvSpPr>
        <p:spPr>
          <a:xfrm>
            <a:off x="5112544" y="1868668"/>
            <a:ext cx="3251597" cy="703876"/>
          </a:xfrm>
        </p:spPr>
        <p:txBody>
          <a:bodyPr>
            <a:normAutofit/>
          </a:bodyPr>
          <a:lstStyle>
            <a:lvl1pPr marL="0" indent="0">
              <a:buNone/>
              <a:defRPr sz="900">
                <a:latin typeface="Lato Light" panose="020F0302020204030203" pitchFamily="34" charset="0"/>
              </a:defRPr>
            </a:lvl1pPr>
          </a:lstStyle>
          <a:p>
            <a:pPr lvl="0"/>
            <a:endParaRPr lang="en-AU" dirty="0"/>
          </a:p>
        </p:txBody>
      </p:sp>
    </p:spTree>
    <p:extLst>
      <p:ext uri="{BB962C8B-B14F-4D97-AF65-F5344CB8AC3E}">
        <p14:creationId xmlns:p14="http://schemas.microsoft.com/office/powerpoint/2010/main" val="158025695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490701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5088"/>
          </a:xfrm>
          <a:prstGeom prst="rect">
            <a:avLst/>
          </a:prstGeom>
        </p:spPr>
      </p:pic>
      <p:sp>
        <p:nvSpPr>
          <p:cNvPr id="2" name="矩形 1"/>
          <p:cNvSpPr/>
          <p:nvPr userDrawn="1"/>
        </p:nvSpPr>
        <p:spPr>
          <a:xfrm>
            <a:off x="0" y="0"/>
            <a:ext cx="9144000" cy="5145088"/>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800"/>
          </a:p>
        </p:txBody>
      </p:sp>
      <p:sp>
        <p:nvSpPr>
          <p:cNvPr id="3" name="TextBox 1"/>
          <p:cNvSpPr txBox="1"/>
          <p:nvPr userDrawn="1"/>
        </p:nvSpPr>
        <p:spPr>
          <a:xfrm>
            <a:off x="3865651" y="368823"/>
            <a:ext cx="1292662" cy="300175"/>
          </a:xfrm>
          <a:prstGeom prst="rect">
            <a:avLst/>
          </a:prstGeom>
          <a:noFill/>
        </p:spPr>
        <p:txBody>
          <a:bodyPr wrap="none" lIns="68577" tIns="34289" rIns="68577" bIns="34289" rtlCol="0">
            <a:spAutoFit/>
          </a:bodyPr>
          <a:lstStyle/>
          <a:p>
            <a:pPr lvl="0" algn="ctr"/>
            <a:r>
              <a:rPr lang="zh-CN" altLang="en-US" sz="1500" b="1" dirty="0">
                <a:solidFill>
                  <a:prstClr val="black">
                    <a:lumMod val="65000"/>
                    <a:lumOff val="35000"/>
                  </a:prstClr>
                </a:solidFill>
                <a:latin typeface="Arial" panose="020B0604020202020204" pitchFamily="34" charset="0"/>
                <a:ea typeface="微软雅黑" panose="020B0503020204020204" pitchFamily="34" charset="-122"/>
                <a:sym typeface="Arial" panose="020B0604020202020204" pitchFamily="34" charset="0"/>
              </a:rPr>
              <a:t>点击添加标题</a:t>
            </a:r>
            <a:endParaRPr lang="en-US" altLang="zh-CN" sz="1500" b="1" dirty="0">
              <a:solidFill>
                <a:prstClr val="black">
                  <a:lumMod val="65000"/>
                  <a:lumOff val="35000"/>
                </a:prst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extBox 2"/>
          <p:cNvSpPr txBox="1"/>
          <p:nvPr userDrawn="1"/>
        </p:nvSpPr>
        <p:spPr>
          <a:xfrm>
            <a:off x="3274748" y="710767"/>
            <a:ext cx="2562232" cy="346356"/>
          </a:xfrm>
          <a:prstGeom prst="rect">
            <a:avLst/>
          </a:prstGeom>
          <a:noFill/>
        </p:spPr>
        <p:txBody>
          <a:bodyPr wrap="square" lIns="68577" tIns="34289" rIns="68577" bIns="34289" rtlCol="0">
            <a:spAutoFit/>
          </a:bodyPr>
          <a:lstStyle/>
          <a:p>
            <a:pPr algn="ctr"/>
            <a:r>
              <a:rPr lang="zh-CN" altLang="en-US" sz="900" dirty="0">
                <a:solidFill>
                  <a:schemeClr val="tx1">
                    <a:lumMod val="50000"/>
                    <a:lumOff val="50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您的内容打在这里，或通过复制文本后在此选择粘贴，并选择只保留文字。</a:t>
            </a:r>
            <a:endParaRPr lang="en-US" sz="900" dirty="0">
              <a:solidFill>
                <a:schemeClr val="tx1">
                  <a:lumMod val="50000"/>
                  <a:lumOff val="50000"/>
                </a:scheme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Tree>
    <p:extLst>
      <p:ext uri="{BB962C8B-B14F-4D97-AF65-F5344CB8AC3E}">
        <p14:creationId xmlns:p14="http://schemas.microsoft.com/office/powerpoint/2010/main" val="402559602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620300"/>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First Slide">
    <p:spTree>
      <p:nvGrpSpPr>
        <p:cNvPr id="1" name=""/>
        <p:cNvGrpSpPr/>
        <p:nvPr/>
      </p:nvGrpSpPr>
      <p:grpSpPr>
        <a:xfrm>
          <a:off x="0" y="0"/>
          <a:ext cx="0" cy="0"/>
          <a:chOff x="0" y="0"/>
          <a:chExt cx="0" cy="0"/>
        </a:xfrm>
      </p:grpSpPr>
      <p:sp>
        <p:nvSpPr>
          <p:cNvPr id="15" name="Picture Placeholder 2"/>
          <p:cNvSpPr>
            <a:spLocks noGrp="1"/>
          </p:cNvSpPr>
          <p:nvPr>
            <p:ph type="pic" sz="quarter" idx="17"/>
          </p:nvPr>
        </p:nvSpPr>
        <p:spPr>
          <a:xfrm>
            <a:off x="3048000" y="331574"/>
            <a:ext cx="3276600" cy="2313387"/>
          </a:xfrm>
          <a:custGeom>
            <a:avLst/>
            <a:gdLst/>
            <a:ahLst/>
            <a:cxnLst/>
            <a:rect l="l" t="t" r="r" b="b"/>
            <a:pathLst>
              <a:path w="3276600" h="3124200">
                <a:moveTo>
                  <a:pt x="3028950" y="0"/>
                </a:moveTo>
                <a:cubicBezTo>
                  <a:pt x="3165723" y="0"/>
                  <a:pt x="3276600" y="110877"/>
                  <a:pt x="3276600" y="247650"/>
                </a:cubicBezTo>
                <a:lnTo>
                  <a:pt x="3276600" y="2876550"/>
                </a:lnTo>
                <a:cubicBezTo>
                  <a:pt x="3276600" y="3013323"/>
                  <a:pt x="3165723" y="3124200"/>
                  <a:pt x="3028950" y="3124200"/>
                </a:cubicBezTo>
                <a:cubicBezTo>
                  <a:pt x="2892177" y="3124200"/>
                  <a:pt x="2781300" y="3013323"/>
                  <a:pt x="2781300" y="2876550"/>
                </a:cubicBezTo>
                <a:lnTo>
                  <a:pt x="2781300" y="247650"/>
                </a:lnTo>
                <a:cubicBezTo>
                  <a:pt x="2781300" y="110877"/>
                  <a:pt x="2892177" y="0"/>
                  <a:pt x="3028950" y="0"/>
                </a:cubicBezTo>
                <a:close/>
                <a:moveTo>
                  <a:pt x="2317750" y="0"/>
                </a:moveTo>
                <a:cubicBezTo>
                  <a:pt x="2454523" y="0"/>
                  <a:pt x="2565400" y="110877"/>
                  <a:pt x="2565400" y="247650"/>
                </a:cubicBezTo>
                <a:lnTo>
                  <a:pt x="2565400" y="2876550"/>
                </a:lnTo>
                <a:cubicBezTo>
                  <a:pt x="2565400" y="3013323"/>
                  <a:pt x="2454523" y="3124200"/>
                  <a:pt x="2317750" y="3124200"/>
                </a:cubicBezTo>
                <a:cubicBezTo>
                  <a:pt x="2180977" y="3124200"/>
                  <a:pt x="2070100" y="3013323"/>
                  <a:pt x="2070100" y="2876550"/>
                </a:cubicBezTo>
                <a:lnTo>
                  <a:pt x="2070100" y="247650"/>
                </a:lnTo>
                <a:cubicBezTo>
                  <a:pt x="2070100" y="110877"/>
                  <a:pt x="2180977" y="0"/>
                  <a:pt x="2317750" y="0"/>
                </a:cubicBezTo>
                <a:close/>
                <a:moveTo>
                  <a:pt x="1606550" y="0"/>
                </a:moveTo>
                <a:cubicBezTo>
                  <a:pt x="1743323" y="0"/>
                  <a:pt x="1854200" y="110877"/>
                  <a:pt x="1854200" y="247650"/>
                </a:cubicBezTo>
                <a:lnTo>
                  <a:pt x="1854200" y="2876550"/>
                </a:lnTo>
                <a:cubicBezTo>
                  <a:pt x="1854200" y="3013323"/>
                  <a:pt x="1743323" y="3124200"/>
                  <a:pt x="1606550" y="3124200"/>
                </a:cubicBezTo>
                <a:cubicBezTo>
                  <a:pt x="1469777" y="3124200"/>
                  <a:pt x="1358900" y="3013323"/>
                  <a:pt x="1358900" y="2876550"/>
                </a:cubicBezTo>
                <a:lnTo>
                  <a:pt x="1358900" y="247650"/>
                </a:lnTo>
                <a:cubicBezTo>
                  <a:pt x="1358900" y="110877"/>
                  <a:pt x="1469777" y="0"/>
                  <a:pt x="1606550" y="0"/>
                </a:cubicBezTo>
                <a:close/>
                <a:moveTo>
                  <a:pt x="958850" y="0"/>
                </a:moveTo>
                <a:cubicBezTo>
                  <a:pt x="1095623" y="0"/>
                  <a:pt x="1206500" y="110877"/>
                  <a:pt x="1206500" y="247650"/>
                </a:cubicBezTo>
                <a:lnTo>
                  <a:pt x="1206500" y="2876550"/>
                </a:lnTo>
                <a:cubicBezTo>
                  <a:pt x="1206500" y="3013323"/>
                  <a:pt x="1095623" y="3124200"/>
                  <a:pt x="958850" y="3124200"/>
                </a:cubicBezTo>
                <a:cubicBezTo>
                  <a:pt x="822077" y="3124200"/>
                  <a:pt x="711200" y="3013323"/>
                  <a:pt x="711200" y="2876550"/>
                </a:cubicBezTo>
                <a:lnTo>
                  <a:pt x="711200" y="247650"/>
                </a:lnTo>
                <a:cubicBezTo>
                  <a:pt x="711200" y="110877"/>
                  <a:pt x="822077" y="0"/>
                  <a:pt x="958850" y="0"/>
                </a:cubicBezTo>
                <a:close/>
                <a:moveTo>
                  <a:pt x="247650" y="0"/>
                </a:moveTo>
                <a:cubicBezTo>
                  <a:pt x="384423" y="0"/>
                  <a:pt x="495300" y="110877"/>
                  <a:pt x="495300" y="247650"/>
                </a:cubicBezTo>
                <a:lnTo>
                  <a:pt x="495300" y="2876550"/>
                </a:lnTo>
                <a:cubicBezTo>
                  <a:pt x="495300" y="3013323"/>
                  <a:pt x="384423" y="3124200"/>
                  <a:pt x="247650" y="3124200"/>
                </a:cubicBezTo>
                <a:cubicBezTo>
                  <a:pt x="110877" y="3124200"/>
                  <a:pt x="0" y="3013323"/>
                  <a:pt x="0" y="2876550"/>
                </a:cubicBezTo>
                <a:lnTo>
                  <a:pt x="0" y="247650"/>
                </a:lnTo>
                <a:cubicBezTo>
                  <a:pt x="0" y="110877"/>
                  <a:pt x="110877" y="0"/>
                  <a:pt x="24765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dirty="0"/>
          </a:p>
        </p:txBody>
      </p:sp>
      <p:sp>
        <p:nvSpPr>
          <p:cNvPr id="8" name="Text Placeholder 7"/>
          <p:cNvSpPr>
            <a:spLocks noGrp="1"/>
          </p:cNvSpPr>
          <p:nvPr>
            <p:ph type="body" sz="quarter" idx="10" hasCustomPrompt="1"/>
          </p:nvPr>
        </p:nvSpPr>
        <p:spPr>
          <a:xfrm>
            <a:off x="2966029" y="2851969"/>
            <a:ext cx="3383973" cy="323935"/>
          </a:xfrm>
          <a:prstGeom prst="rect">
            <a:avLst/>
          </a:prstGeom>
        </p:spPr>
        <p:txBody>
          <a:bodyPr vert="horz" lIns="0" tIns="40504" rIns="0" bIns="40504" anchor="ctr"/>
          <a:lstStyle>
            <a:lvl1pPr marL="0" indent="0" algn="ctr">
              <a:lnSpc>
                <a:spcPct val="100000"/>
              </a:lnSpc>
              <a:spcBef>
                <a:spcPts val="0"/>
              </a:spcBef>
              <a:buNone/>
              <a:defRPr sz="3499" b="1">
                <a:solidFill>
                  <a:schemeClr val="bg1"/>
                </a:solidFill>
                <a:latin typeface="Lato Hairline"/>
                <a:cs typeface="Lato Hairline"/>
              </a:defRPr>
            </a:lvl1pPr>
          </a:lstStyle>
          <a:p>
            <a:pPr lvl="0"/>
            <a:r>
              <a:rPr lang="es-ES_tradnl" dirty="0"/>
              <a:t>TITLE HERE</a:t>
            </a:r>
          </a:p>
        </p:txBody>
      </p:sp>
      <p:sp>
        <p:nvSpPr>
          <p:cNvPr id="9" name="Text Placeholder 7"/>
          <p:cNvSpPr>
            <a:spLocks noGrp="1"/>
          </p:cNvSpPr>
          <p:nvPr>
            <p:ph type="body" sz="quarter" idx="11" hasCustomPrompt="1"/>
          </p:nvPr>
        </p:nvSpPr>
        <p:spPr>
          <a:xfrm>
            <a:off x="2966029" y="3289954"/>
            <a:ext cx="3383973" cy="171391"/>
          </a:xfrm>
          <a:prstGeom prst="rect">
            <a:avLst/>
          </a:prstGeom>
        </p:spPr>
        <p:txBody>
          <a:bodyPr vert="horz" lIns="0" tIns="40504" rIns="0" bIns="40504" anchor="ctr"/>
          <a:lstStyle>
            <a:lvl1pPr marL="0" indent="0" algn="ctr">
              <a:lnSpc>
                <a:spcPct val="100000"/>
              </a:lnSpc>
              <a:spcBef>
                <a:spcPts val="0"/>
              </a:spcBef>
              <a:spcAft>
                <a:spcPts val="0"/>
              </a:spcAft>
              <a:buNone/>
              <a:defRPr sz="1499" b="0">
                <a:solidFill>
                  <a:schemeClr val="accent3"/>
                </a:solidFill>
                <a:latin typeface="Lato Light"/>
                <a:cs typeface="Lato Light"/>
              </a:defRPr>
            </a:lvl1pPr>
          </a:lstStyle>
          <a:p>
            <a:pPr lvl="0"/>
            <a:r>
              <a:rPr lang="es-ES_tradnl" dirty="0" err="1"/>
              <a:t>Ultimate</a:t>
            </a:r>
            <a:r>
              <a:rPr lang="es-ES_tradnl" dirty="0"/>
              <a:t> </a:t>
            </a:r>
            <a:r>
              <a:rPr lang="es-ES_tradnl" dirty="0" err="1"/>
              <a:t>Powerpoint</a:t>
            </a:r>
            <a:r>
              <a:rPr lang="es-ES_tradnl" dirty="0"/>
              <a:t> </a:t>
            </a:r>
            <a:r>
              <a:rPr lang="es-ES_tradnl" dirty="0" err="1"/>
              <a:t>Template</a:t>
            </a:r>
            <a:endParaRPr lang="es-ES_tradnl" dirty="0"/>
          </a:p>
        </p:txBody>
      </p:sp>
      <p:sp>
        <p:nvSpPr>
          <p:cNvPr id="10" name="Text Placeholder 2"/>
          <p:cNvSpPr>
            <a:spLocks noGrp="1"/>
          </p:cNvSpPr>
          <p:nvPr>
            <p:ph type="body" sz="quarter" idx="16" hasCustomPrompt="1"/>
          </p:nvPr>
        </p:nvSpPr>
        <p:spPr>
          <a:xfrm>
            <a:off x="2981377" y="3614484"/>
            <a:ext cx="3366029" cy="1153007"/>
          </a:xfrm>
          <a:prstGeom prst="rect">
            <a:avLst/>
          </a:prstGeom>
        </p:spPr>
        <p:txBody>
          <a:bodyPr vert="horz" lIns="0" tIns="0" rIns="0" bIns="0"/>
          <a:lstStyle>
            <a:lvl1pPr marL="0" indent="0" algn="ctr">
              <a:lnSpc>
                <a:spcPct val="130000"/>
              </a:lnSpc>
              <a:buNone/>
              <a:defRPr sz="1199">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a:t>
            </a:r>
          </a:p>
        </p:txBody>
      </p:sp>
    </p:spTree>
    <p:extLst>
      <p:ext uri="{BB962C8B-B14F-4D97-AF65-F5344CB8AC3E}">
        <p14:creationId xmlns:p14="http://schemas.microsoft.com/office/powerpoint/2010/main" val="3402332121"/>
      </p:ext>
    </p:extLst>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400"/>
                                        <p:tgtEl>
                                          <p:spTgt spid="15"/>
                                        </p:tgtEl>
                                      </p:cBhvr>
                                    </p:animEffect>
                                  </p:childTnLst>
                                </p:cTn>
                              </p:par>
                              <p:par>
                                <p:cTn id="8" presetID="42" presetClass="entr" presetSubtype="0" fill="hold" grpId="0" nodeType="withEffect">
                                  <p:stCondLst>
                                    <p:cond delay="20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400"/>
                                        <p:tgtEl>
                                          <p:spTgt spid="8">
                                            <p:txEl>
                                              <p:pRg st="0" end="0"/>
                                            </p:txEl>
                                          </p:spTgt>
                                        </p:tgtEl>
                                      </p:cBhvr>
                                    </p:animEffect>
                                    <p:anim calcmode="lin" valueType="num">
                                      <p:cBhvr>
                                        <p:cTn id="11" dur="4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2" dur="400" fill="hold"/>
                                        <p:tgtEl>
                                          <p:spTgt spid="8">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20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anim calcmode="lin" valueType="num">
                                      <p:cBhvr>
                                        <p:cTn id="1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7" dur="500" fill="hold"/>
                                        <p:tgtEl>
                                          <p:spTgt spid="9">
                                            <p:txEl>
                                              <p:pRg st="0" end="0"/>
                                            </p:txEl>
                                          </p:spTgt>
                                        </p:tgtEl>
                                        <p:attrNameLst>
                                          <p:attrName>ppt_y</p:attrName>
                                        </p:attrNameLst>
                                      </p:cBhvr>
                                      <p:tavLst>
                                        <p:tav tm="0">
                                          <p:val>
                                            <p:strVal val="#ppt_y+.1"/>
                                          </p:val>
                                        </p:tav>
                                        <p:tav tm="100000">
                                          <p:val>
                                            <p:strVal val="#ppt_y"/>
                                          </p:val>
                                        </p:tav>
                                      </p:tavLst>
                                    </p:anim>
                                  </p:childTnLst>
                                </p:cTn>
                              </p:par>
                              <p:par>
                                <p:cTn id="18" presetID="10" presetClass="entr" presetSubtype="0" fill="hold" grpId="0" nodeType="withEffect">
                                  <p:stCondLst>
                                    <p:cond delay="80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build="p">
        <p:tmplLst>
          <p:tmpl lvl="1">
            <p:tnLst>
              <p:par>
                <p:cTn presetID="42" presetClass="entr" presetSubtype="0" fill="hold" nodeType="withEffect">
                  <p:stCondLst>
                    <p:cond delay="200"/>
                  </p:stCondLst>
                  <p:childTnLst>
                    <p:set>
                      <p:cBhvr>
                        <p:cTn dur="1" fill="hold">
                          <p:stCondLst>
                            <p:cond delay="0"/>
                          </p:stCondLst>
                        </p:cTn>
                        <p:tgtEl>
                          <p:spTgt spid="8"/>
                        </p:tgtEl>
                        <p:attrNameLst>
                          <p:attrName>style.visibility</p:attrName>
                        </p:attrNameLst>
                      </p:cBhvr>
                      <p:to>
                        <p:strVal val="visible"/>
                      </p:to>
                    </p:set>
                    <p:animEffect transition="in" filter="fade">
                      <p:cBhvr>
                        <p:cTn dur="400"/>
                        <p:tgtEl>
                          <p:spTgt spid="8"/>
                        </p:tgtEl>
                      </p:cBhvr>
                    </p:animEffect>
                    <p:anim calcmode="lin" valueType="num">
                      <p:cBhvr>
                        <p:cTn dur="400" fill="hold"/>
                        <p:tgtEl>
                          <p:spTgt spid="8"/>
                        </p:tgtEl>
                        <p:attrNameLst>
                          <p:attrName>ppt_x</p:attrName>
                        </p:attrNameLst>
                      </p:cBhvr>
                      <p:tavLst>
                        <p:tav tm="0">
                          <p:val>
                            <p:strVal val="#ppt_x"/>
                          </p:val>
                        </p:tav>
                        <p:tav tm="100000">
                          <p:val>
                            <p:strVal val="#ppt_x"/>
                          </p:val>
                        </p:tav>
                      </p:tavLst>
                    </p:anim>
                    <p:anim calcmode="lin" valueType="num">
                      <p:cBhvr>
                        <p:cTn dur="400" fill="hold"/>
                        <p:tgtEl>
                          <p:spTgt spid="8"/>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2" presetClass="entr" presetSubtype="0" fill="hold" nodeType="withEffect">
                  <p:stCondLst>
                    <p:cond delay="2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anim calcmode="lin" valueType="num">
                      <p:cBhvr>
                        <p:cTn dur="500" fill="hold"/>
                        <p:tgtEl>
                          <p:spTgt spid="9"/>
                        </p:tgtEl>
                        <p:attrNameLst>
                          <p:attrName>ppt_x</p:attrName>
                        </p:attrNameLst>
                      </p:cBhvr>
                      <p:tavLst>
                        <p:tav tm="0">
                          <p:val>
                            <p:strVal val="#ppt_x"/>
                          </p:val>
                        </p:tav>
                        <p:tav tm="100000">
                          <p:val>
                            <p:strVal val="#ppt_x"/>
                          </p:val>
                        </p:tav>
                      </p:tavLst>
                    </p:anim>
                    <p:anim calcmode="lin" valueType="num">
                      <p:cBhvr>
                        <p:cTn dur="500" fill="hold"/>
                        <p:tgtEl>
                          <p:spTgt spid="9"/>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10" presetClass="entr" presetSubtype="0" fill="hold" nodeType="withEffect">
                  <p:stCondLst>
                    <p:cond delay="8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042"/>
            <a:ext cx="8229600" cy="85751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8735"/>
            <a:ext cx="2133600" cy="273928"/>
          </a:xfrm>
          <a:prstGeom prst="rect">
            <a:avLst/>
          </a:prstGeom>
        </p:spPr>
        <p:txBody>
          <a:bodyPr vert="horz" lIns="91440" tIns="45720" rIns="91440" bIns="45720" rtlCol="0" anchor="ctr"/>
          <a:lstStyle>
            <a:lvl1pPr algn="l">
              <a:defRPr sz="1200">
                <a:solidFill>
                  <a:schemeClr val="tx1">
                    <a:tint val="75000"/>
                  </a:schemeClr>
                </a:solidFill>
              </a:defRPr>
            </a:lvl1pPr>
          </a:lstStyle>
          <a:p>
            <a:fld id="{3A620DD7-6358-4E35-981D-64C57D7D925A}" type="datetimeFigureOut">
              <a:rPr lang="zh-CN" altLang="en-US" smtClean="0"/>
              <a:t>2021/12/29</a:t>
            </a:fld>
            <a:endParaRPr lang="zh-CN" altLang="en-US"/>
          </a:p>
        </p:txBody>
      </p:sp>
      <p:sp>
        <p:nvSpPr>
          <p:cNvPr id="5" name="页脚占位符 4"/>
          <p:cNvSpPr>
            <a:spLocks noGrp="1"/>
          </p:cNvSpPr>
          <p:nvPr>
            <p:ph type="ftr" sz="quarter" idx="3"/>
          </p:nvPr>
        </p:nvSpPr>
        <p:spPr>
          <a:xfrm>
            <a:off x="3124200" y="4768735"/>
            <a:ext cx="2895600" cy="27392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8735"/>
            <a:ext cx="2133600" cy="273928"/>
          </a:xfrm>
          <a:prstGeom prst="rect">
            <a:avLst/>
          </a:prstGeom>
        </p:spPr>
        <p:txBody>
          <a:bodyPr vert="horz" lIns="91440" tIns="45720" rIns="91440" bIns="45720" rtlCol="0" anchor="ctr"/>
          <a:lstStyle>
            <a:lvl1pPr algn="r">
              <a:defRPr sz="1200">
                <a:solidFill>
                  <a:schemeClr val="tx1">
                    <a:tint val="75000"/>
                  </a:schemeClr>
                </a:solidFill>
              </a:defRPr>
            </a:lvl1pPr>
          </a:lstStyle>
          <a:p>
            <a:fld id="{25567DBE-345A-4DFC-A5AF-A1AA18485CC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2" r:id="rId8"/>
    <p:sldLayoutId id="2147483663" r:id="rId9"/>
    <p:sldLayoutId id="2147483664" r:id="rId10"/>
    <p:sldLayoutId id="2147483665" r:id="rId11"/>
    <p:sldLayoutId id="2147483656" r:id="rId12"/>
    <p:sldLayoutId id="2147483657" r:id="rId13"/>
    <p:sldLayoutId id="2147483658" r:id="rId14"/>
    <p:sldLayoutId id="2147483659" r:id="rId15"/>
    <p:sldLayoutId id="2147483669" r:id="rId16"/>
    <p:sldLayoutId id="2147483670" r:id="rId17"/>
    <p:sldLayoutId id="2147483671" r:id="rId18"/>
    <p:sldLayoutId id="2147483672" r:id="rId19"/>
    <p:sldLayoutId id="2147483674" r:id="rId20"/>
    <p:sldLayoutId id="2147483675" r:id="rId21"/>
    <p:sldLayoutId id="2147483676" r:id="rId22"/>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3.png"/><Relationship Id="rId2" Type="http://schemas.openxmlformats.org/officeDocument/2006/relationships/tags" Target="../tags/tag2.xml"/><Relationship Id="rId16" Type="http://schemas.openxmlformats.org/officeDocument/2006/relationships/image" Target="../media/image2.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notesSlide" Target="../notesSlides/notesSlide2.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png"/><Relationship Id="rId5" Type="http://schemas.openxmlformats.org/officeDocument/2006/relationships/notesSlide" Target="../notesSlides/notesSlide6.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3.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png"/><Relationship Id="rId5" Type="http://schemas.openxmlformats.org/officeDocument/2006/relationships/notesSlide" Target="../notesSlides/notesSlide9.xml"/><Relationship Id="rId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7.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10.xml"/><Relationship Id="rId5" Type="http://schemas.openxmlformats.org/officeDocument/2006/relationships/slideLayout" Target="../slideLayouts/slideLayout10.xml"/><Relationship Id="rId4" Type="http://schemas.openxmlformats.org/officeDocument/2006/relationships/tags" Target="../tags/tag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image" Target="../media/image3.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notesSlide" Target="../notesSlides/notesSlide14.xml"/><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8"/>
          <p:cNvSpPr txBox="1"/>
          <p:nvPr/>
        </p:nvSpPr>
        <p:spPr>
          <a:xfrm>
            <a:off x="4478666" y="2532215"/>
            <a:ext cx="2439658" cy="619665"/>
          </a:xfrm>
          <a:prstGeom prst="rect">
            <a:avLst/>
          </a:prstGeom>
          <a:noFill/>
        </p:spPr>
        <p:txBody>
          <a:bodyPr wrap="none" lIns="65032" tIns="32516" rIns="65032" bIns="32516" rtlCol="0">
            <a:spAutoFit/>
          </a:bodyPr>
          <a:lstStyle/>
          <a:p>
            <a:r>
              <a:rPr kumimoji="1" lang="zh-CN" altLang="en-US" sz="3600" dirty="0">
                <a:solidFill>
                  <a:schemeClr val="tx1">
                    <a:lumMod val="75000"/>
                    <a:lumOff val="25000"/>
                  </a:schemeClr>
                </a:solidFill>
                <a:latin typeface="微软雅黑" panose="020B0503020204020204" pitchFamily="34" charset="-122"/>
                <a:ea typeface="微软雅黑" panose="020B0503020204020204" pitchFamily="34" charset="-122"/>
              </a:rPr>
              <a:t>序列式容器</a:t>
            </a:r>
          </a:p>
        </p:txBody>
      </p:sp>
      <p:sp>
        <p:nvSpPr>
          <p:cNvPr id="12" name="文本框 159">
            <a:extLst>
              <a:ext uri="{FF2B5EF4-FFF2-40B4-BE49-F238E27FC236}">
                <a16:creationId xmlns:a16="http://schemas.microsoft.com/office/drawing/2014/main" id="{7E369DF7-2297-4529-B7DD-62876E84DD7F}"/>
              </a:ext>
            </a:extLst>
          </p:cNvPr>
          <p:cNvSpPr txBox="1"/>
          <p:nvPr/>
        </p:nvSpPr>
        <p:spPr>
          <a:xfrm>
            <a:off x="4535996" y="3684343"/>
            <a:ext cx="3672745" cy="227250"/>
          </a:xfrm>
          <a:prstGeom prst="rect">
            <a:avLst/>
          </a:prstGeom>
          <a:solidFill>
            <a:schemeClr val="accent1"/>
          </a:solidFill>
        </p:spPr>
        <p:txBody>
          <a:bodyPr wrap="square" lIns="65032" tIns="32516" rIns="65032" bIns="32516"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汇报人：</a:t>
            </a:r>
            <a:r>
              <a:rPr lang="en-US" altLang="zh-CN" sz="1050" dirty="0" err="1">
                <a:solidFill>
                  <a:schemeClr val="bg1"/>
                </a:solidFill>
                <a:latin typeface="微软雅黑" panose="020B0503020204020204" pitchFamily="34" charset="-122"/>
                <a:ea typeface="微软雅黑" panose="020B0503020204020204" pitchFamily="34" charset="-122"/>
              </a:rPr>
              <a:t>naipeng.liu</a:t>
            </a:r>
            <a:r>
              <a:rPr lang="zh-CN" altLang="en-US" sz="1050" dirty="0">
                <a:solidFill>
                  <a:schemeClr val="bg1"/>
                </a:solidFill>
                <a:latin typeface="微软雅黑" panose="020B0503020204020204" pitchFamily="34" charset="-122"/>
                <a:ea typeface="微软雅黑" panose="020B0503020204020204" pitchFamily="34" charset="-122"/>
              </a:rPr>
              <a:t>       日期：</a:t>
            </a:r>
            <a:r>
              <a:rPr lang="en-US" altLang="zh-CN" sz="1050" dirty="0">
                <a:solidFill>
                  <a:schemeClr val="bg1"/>
                </a:solidFill>
                <a:latin typeface="微软雅黑" panose="020B0503020204020204" pitchFamily="34" charset="-122"/>
                <a:ea typeface="微软雅黑" panose="020B0503020204020204" pitchFamily="34" charset="-122"/>
              </a:rPr>
              <a:t>2021</a:t>
            </a:r>
            <a:r>
              <a:rPr lang="zh-CN" altLang="en-US" sz="1050" dirty="0">
                <a:solidFill>
                  <a:schemeClr val="bg1"/>
                </a:solidFill>
                <a:latin typeface="微软雅黑" panose="020B0503020204020204" pitchFamily="34" charset="-122"/>
                <a:ea typeface="微软雅黑" panose="020B0503020204020204" pitchFamily="34" charset="-122"/>
              </a:rPr>
              <a:t>年</a:t>
            </a:r>
            <a:r>
              <a:rPr lang="en-US" altLang="zh-CN" sz="1050" dirty="0">
                <a:solidFill>
                  <a:schemeClr val="bg1"/>
                </a:solidFill>
                <a:latin typeface="微软雅黑" panose="020B0503020204020204" pitchFamily="34" charset="-122"/>
                <a:ea typeface="微软雅黑" panose="020B0503020204020204" pitchFamily="34" charset="-122"/>
              </a:rPr>
              <a:t>12</a:t>
            </a:r>
            <a:r>
              <a:rPr lang="zh-CN" altLang="en-US" sz="1050" dirty="0">
                <a:solidFill>
                  <a:schemeClr val="bg1"/>
                </a:solidFill>
                <a:latin typeface="微软雅黑" panose="020B0503020204020204" pitchFamily="34" charset="-122"/>
                <a:ea typeface="微软雅黑" panose="020B0503020204020204" pitchFamily="34" charset="-122"/>
              </a:rPr>
              <a:t>月</a:t>
            </a:r>
            <a:r>
              <a:rPr lang="en-US" altLang="zh-CN" sz="1050" dirty="0">
                <a:solidFill>
                  <a:schemeClr val="bg1"/>
                </a:solidFill>
                <a:latin typeface="微软雅黑" panose="020B0503020204020204" pitchFamily="34" charset="-122"/>
                <a:ea typeface="微软雅黑" panose="020B0503020204020204" pitchFamily="34" charset="-122"/>
              </a:rPr>
              <a:t>28</a:t>
            </a:r>
            <a:r>
              <a:rPr lang="zh-CN" altLang="en-US" sz="1050" dirty="0">
                <a:solidFill>
                  <a:schemeClr val="bg1"/>
                </a:solidFill>
                <a:latin typeface="微软雅黑" panose="020B0503020204020204" pitchFamily="34" charset="-122"/>
                <a:ea typeface="微软雅黑" panose="020B0503020204020204" pitchFamily="34" charset="-122"/>
              </a:rPr>
              <a:t>日</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 name="文本框 158">
            <a:extLst>
              <a:ext uri="{FF2B5EF4-FFF2-40B4-BE49-F238E27FC236}">
                <a16:creationId xmlns:a16="http://schemas.microsoft.com/office/drawing/2014/main" id="{51B6340B-B01D-4808-8547-7A96E6D47368}"/>
              </a:ext>
            </a:extLst>
          </p:cNvPr>
          <p:cNvSpPr txBox="1"/>
          <p:nvPr/>
        </p:nvSpPr>
        <p:spPr>
          <a:xfrm>
            <a:off x="4467224" y="1425350"/>
            <a:ext cx="1097945" cy="804331"/>
          </a:xfrm>
          <a:prstGeom prst="rect">
            <a:avLst/>
          </a:prstGeom>
          <a:noFill/>
        </p:spPr>
        <p:txBody>
          <a:bodyPr wrap="none" lIns="65032" tIns="32516" rIns="65032" bIns="32516" rtlCol="0">
            <a:spAutoFit/>
          </a:bodyPr>
          <a:lstStyle/>
          <a:p>
            <a:r>
              <a:rPr kumimoji="1" lang="en-US" altLang="zh-CN" sz="4800" b="1" dirty="0">
                <a:solidFill>
                  <a:schemeClr val="accent1"/>
                </a:solidFill>
                <a:latin typeface="方正姚体" panose="02010601030101010101" pitchFamily="2" charset="-122"/>
                <a:ea typeface="方正姚体" panose="02010601030101010101" pitchFamily="2" charset="-122"/>
              </a:rPr>
              <a:t>C++</a:t>
            </a:r>
            <a:endParaRPr kumimoji="1" lang="zh-CN" altLang="en-US" sz="4800" b="1" dirty="0">
              <a:solidFill>
                <a:schemeClr val="accent1"/>
              </a:solidFill>
              <a:latin typeface="方正姚体" panose="02010601030101010101" pitchFamily="2" charset="-122"/>
              <a:ea typeface="方正姚体" panose="02010601030101010101" pitchFamily="2" charset="-122"/>
            </a:endParaRPr>
          </a:p>
        </p:txBody>
      </p:sp>
      <p:sp>
        <p:nvSpPr>
          <p:cNvPr id="9" name="TextBox 31">
            <a:extLst>
              <a:ext uri="{FF2B5EF4-FFF2-40B4-BE49-F238E27FC236}">
                <a16:creationId xmlns:a16="http://schemas.microsoft.com/office/drawing/2014/main" id="{994B6796-E8B8-492B-A6CE-BD999FB50173}"/>
              </a:ext>
            </a:extLst>
          </p:cNvPr>
          <p:cNvSpPr txBox="1"/>
          <p:nvPr/>
        </p:nvSpPr>
        <p:spPr>
          <a:xfrm>
            <a:off x="4478666" y="2211679"/>
            <a:ext cx="2317234" cy="338538"/>
          </a:xfrm>
          <a:prstGeom prst="rect">
            <a:avLst/>
          </a:prstGeom>
          <a:noFill/>
        </p:spPr>
        <p:txBody>
          <a:bodyPr wrap="square" lIns="91424" tIns="45712" rIns="91424" bIns="45712"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STL</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699222"/>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6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13"/>
                                        </p:tgtEl>
                                      </p:cBhvr>
                                    </p:animEffect>
                                    <p:animScale>
                                      <p:cBhvr>
                                        <p:cTn id="15" dur="250" autoRev="1" fill="hold"/>
                                        <p:tgtEl>
                                          <p:spTgt spid="13"/>
                                        </p:tgtEl>
                                      </p:cBhvr>
                                      <p:by x="105000" y="105000"/>
                                    </p:animScale>
                                  </p:childTnLst>
                                </p:cTn>
                              </p:par>
                            </p:childTnLst>
                          </p:cTn>
                        </p:par>
                        <p:par>
                          <p:cTn id="16" fill="hold">
                            <p:stCondLst>
                              <p:cond delay="11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anim calcmode="lin" valueType="num">
                                      <p:cBhvr>
                                        <p:cTn id="2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
                                        </p:tgtEl>
                                      </p:cBhvr>
                                    </p:animEffect>
                                  </p:childTnLst>
                                </p:cTn>
                              </p:par>
                            </p:childTnLst>
                          </p:cTn>
                        </p:par>
                        <p:par>
                          <p:cTn id="24" fill="hold">
                            <p:stCondLst>
                              <p:cond delay="1800"/>
                            </p:stCondLst>
                            <p:childTnLst>
                              <p:par>
                                <p:cTn id="25" presetID="26" presetClass="emph" presetSubtype="0" fill="hold" grpId="1" nodeType="afterEffect">
                                  <p:stCondLst>
                                    <p:cond delay="0"/>
                                  </p:stCondLst>
                                  <p:iterate type="lt">
                                    <p:tmPct val="0"/>
                                  </p:iterate>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par>
                          <p:cTn id="28" fill="hold">
                            <p:stCondLst>
                              <p:cond delay="2300"/>
                            </p:stCondLst>
                            <p:childTnLst>
                              <p:par>
                                <p:cTn id="29" presetID="41" presetClass="entr" presetSubtype="0" fill="hold" grpId="0" nodeType="afterEffect">
                                  <p:stCondLst>
                                    <p:cond delay="0"/>
                                  </p:stCondLst>
                                  <p:iterate type="lt">
                                    <p:tmPct val="10000"/>
                                  </p:iterate>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12"/>
                                        </p:tgtEl>
                                        <p:attrNameLst>
                                          <p:attrName>ppt_y</p:attrName>
                                        </p:attrNameLst>
                                      </p:cBhvr>
                                      <p:tavLst>
                                        <p:tav tm="0">
                                          <p:val>
                                            <p:strVal val="#ppt_y"/>
                                          </p:val>
                                        </p:tav>
                                        <p:tav tm="100000">
                                          <p:val>
                                            <p:strVal val="#ppt_y"/>
                                          </p:val>
                                        </p:tav>
                                      </p:tavLst>
                                    </p:anim>
                                    <p:anim calcmode="lin" valueType="num">
                                      <p:cBhvr>
                                        <p:cTn id="33"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2" grpId="0" animBg="1"/>
      <p:bldP spid="13" grpId="0"/>
      <p:bldP spid="13" grpId="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H_Entry_1"/>
          <p:cNvSpPr/>
          <p:nvPr>
            <p:custDataLst>
              <p:tags r:id="rId2"/>
            </p:custDataLst>
          </p:nvPr>
        </p:nvSpPr>
        <p:spPr>
          <a:xfrm>
            <a:off x="2092474" y="2000178"/>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r>
              <a:rPr lang="zh-CN" altLang="en-US" sz="1400" b="1" dirty="0">
                <a:solidFill>
                  <a:schemeClr val="bg1"/>
                </a:solidFill>
                <a:latin typeface="微软雅黑" pitchFamily="34" charset="-122"/>
                <a:ea typeface="微软雅黑" pitchFamily="34" charset="-122"/>
                <a:sym typeface="Arial" panose="020B0604020202020204" pitchFamily="34" charset="0"/>
              </a:rPr>
              <a:t>年度工作概述</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3078" name="MH_Number_1"/>
          <p:cNvSpPr txBox="1">
            <a:spLocks noChangeArrowheads="1"/>
          </p:cNvSpPr>
          <p:nvPr>
            <p:custDataLst>
              <p:tags r:id="rId3"/>
            </p:custDataLst>
          </p:nvPr>
        </p:nvSpPr>
        <p:spPr bwMode="auto">
          <a:xfrm>
            <a:off x="3948787" y="2000179"/>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1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 name="MH_Others_1"/>
          <p:cNvGrpSpPr/>
          <p:nvPr>
            <p:custDataLst>
              <p:tags r:id="rId4"/>
            </p:custDataLst>
          </p:nvPr>
        </p:nvGrpSpPr>
        <p:grpSpPr>
          <a:xfrm>
            <a:off x="4437977" y="938786"/>
            <a:ext cx="295054" cy="4131558"/>
            <a:chOff x="4349750" y="1062266"/>
            <a:chExt cx="393426" cy="5508000"/>
          </a:xfrm>
        </p:grpSpPr>
        <p:pic>
          <p:nvPicPr>
            <p:cNvPr id="3083" name="Picture 3"/>
            <p:cNvPicPr>
              <a:picLocks noChangeAspect="1" noChangeArrowheads="1"/>
            </p:cNvPicPr>
            <p:nvPr/>
          </p:nvPicPr>
          <p:blipFill>
            <a:blip r:embed="rId1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2" name="Picture 3"/>
            <p:cNvPicPr>
              <a:picLocks noChangeAspect="1" noChangeArrowheads="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MH_Entry_3"/>
          <p:cNvSpPr/>
          <p:nvPr>
            <p:custDataLst>
              <p:tags r:id="rId5"/>
            </p:custDataLst>
          </p:nvPr>
        </p:nvSpPr>
        <p:spPr>
          <a:xfrm>
            <a:off x="2092474" y="3122614"/>
            <a:ext cx="1856312" cy="46568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成功项目展示</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9" name="MH_Number_3"/>
          <p:cNvSpPr txBox="1">
            <a:spLocks noChangeArrowheads="1"/>
          </p:cNvSpPr>
          <p:nvPr>
            <p:custDataLst>
              <p:tags r:id="rId6"/>
            </p:custDataLst>
          </p:nvPr>
        </p:nvSpPr>
        <p:spPr bwMode="auto">
          <a:xfrm>
            <a:off x="3948787" y="3122615"/>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2"/>
                </a:solidFill>
                <a:latin typeface="Arial" panose="020B0604020202020204" pitchFamily="34" charset="0"/>
                <a:ea typeface="微软雅黑" panose="020B0503020204020204" pitchFamily="34" charset="-122"/>
                <a:sym typeface="Arial" panose="020B0604020202020204" pitchFamily="34" charset="0"/>
              </a:rPr>
              <a:t>03</a:t>
            </a:r>
            <a:endParaRPr lang="zh-CN" altLang="en-US" sz="1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MH_Entry_2"/>
          <p:cNvSpPr/>
          <p:nvPr>
            <p:custDataLst>
              <p:tags r:id="rId7"/>
            </p:custDataLst>
          </p:nvPr>
        </p:nvSpPr>
        <p:spPr>
          <a:xfrm flipH="1">
            <a:off x="5219719" y="2561396"/>
            <a:ext cx="1856312" cy="465688"/>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工作完成情况</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31" name="MH_Number_2"/>
          <p:cNvSpPr txBox="1">
            <a:spLocks noChangeArrowheads="1"/>
          </p:cNvSpPr>
          <p:nvPr>
            <p:custDataLst>
              <p:tags r:id="rId8"/>
            </p:custDataLst>
          </p:nvPr>
        </p:nvSpPr>
        <p:spPr bwMode="auto">
          <a:xfrm flipH="1">
            <a:off x="4777688" y="2561397"/>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2"/>
                </a:solidFill>
                <a:latin typeface="Arial" panose="020B0604020202020204" pitchFamily="34" charset="0"/>
                <a:ea typeface="微软雅黑" panose="020B0503020204020204" pitchFamily="34" charset="-122"/>
                <a:sym typeface="Arial" panose="020B0604020202020204" pitchFamily="34" charset="0"/>
              </a:rPr>
              <a:t>02</a:t>
            </a:r>
            <a:endParaRPr lang="zh-CN" altLang="en-US" sz="1800"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MH_Number_4"/>
          <p:cNvSpPr txBox="1">
            <a:spLocks noChangeArrowheads="1"/>
          </p:cNvSpPr>
          <p:nvPr>
            <p:custDataLst>
              <p:tags r:id="rId9"/>
            </p:custDataLst>
          </p:nvPr>
        </p:nvSpPr>
        <p:spPr bwMode="auto">
          <a:xfrm flipH="1">
            <a:off x="4777688" y="3683834"/>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8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1800" dirty="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1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1" name="MH_Others_2"/>
          <p:cNvSpPr txBox="1">
            <a:spLocks noChangeArrowheads="1"/>
          </p:cNvSpPr>
          <p:nvPr>
            <p:custDataLst>
              <p:tags r:id="rId10"/>
            </p:custDataLst>
          </p:nvPr>
        </p:nvSpPr>
        <p:spPr bwMode="auto">
          <a:xfrm>
            <a:off x="6120172" y="52264"/>
            <a:ext cx="2921748" cy="43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r">
              <a:lnSpc>
                <a:spcPct val="100000"/>
              </a:lnSpc>
              <a:spcBef>
                <a:spcPct val="0"/>
              </a:spcBef>
              <a:buFontTx/>
              <a:buNone/>
            </a:pPr>
            <a:r>
              <a:rPr lang="en-US" altLang="zh-CN" sz="3599"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599"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MH_Others_3"/>
          <p:cNvSpPr/>
          <p:nvPr>
            <p:custDataLst>
              <p:tags r:id="rId11"/>
            </p:custDataLst>
          </p:nvPr>
        </p:nvSpPr>
        <p:spPr>
          <a:xfrm>
            <a:off x="6496778" y="520120"/>
            <a:ext cx="2529624" cy="137539"/>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5021" tIns="32510" rIns="65021" bIns="32510" rtlCol="0" anchor="ctr">
            <a:noAutofit/>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29" name="MH_Others_4"/>
          <p:cNvSpPr/>
          <p:nvPr>
            <p:custDataLst>
              <p:tags r:id="rId12"/>
            </p:custDataLst>
          </p:nvPr>
        </p:nvSpPr>
        <p:spPr>
          <a:xfrm>
            <a:off x="7812938" y="699494"/>
            <a:ext cx="1213464" cy="7625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5021" tIns="32510" rIns="65021" bIns="32510" rtlCol="0" anchor="ctr">
            <a:noAutofit/>
          </a:bodyPr>
          <a:lstStyle/>
          <a:p>
            <a:pPr algn="ctr"/>
            <a:endParaRPr lang="zh-CN" altLang="en-US"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MH_Entry_4"/>
          <p:cNvSpPr/>
          <p:nvPr>
            <p:custDataLst>
              <p:tags r:id="rId13"/>
            </p:custDataLst>
          </p:nvPr>
        </p:nvSpPr>
        <p:spPr>
          <a:xfrm flipH="1">
            <a:off x="5219719" y="3683833"/>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明年工作计划</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Tree>
    <p:custDataLst>
      <p:tags r:id="rId1"/>
    </p:custDataLst>
    <p:extLst>
      <p:ext uri="{BB962C8B-B14F-4D97-AF65-F5344CB8AC3E}">
        <p14:creationId xmlns:p14="http://schemas.microsoft.com/office/powerpoint/2010/main" val="2855298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078"/>
                                        </p:tgtEl>
                                        <p:attrNameLst>
                                          <p:attrName>style.visibility</p:attrName>
                                        </p:attrNameLst>
                                      </p:cBhvr>
                                      <p:to>
                                        <p:strVal val="visible"/>
                                      </p:to>
                                    </p:set>
                                    <p:anim calcmode="lin" valueType="num">
                                      <p:cBhvr>
                                        <p:cTn id="24" dur="500" fill="hold"/>
                                        <p:tgtEl>
                                          <p:spTgt spid="3078"/>
                                        </p:tgtEl>
                                        <p:attrNameLst>
                                          <p:attrName>ppt_w</p:attrName>
                                        </p:attrNameLst>
                                      </p:cBhvr>
                                      <p:tavLst>
                                        <p:tav tm="0">
                                          <p:val>
                                            <p:fltVal val="0"/>
                                          </p:val>
                                        </p:tav>
                                        <p:tav tm="100000">
                                          <p:val>
                                            <p:strVal val="#ppt_w"/>
                                          </p:val>
                                        </p:tav>
                                      </p:tavLst>
                                    </p:anim>
                                    <p:anim calcmode="lin" valueType="num">
                                      <p:cBhvr>
                                        <p:cTn id="25" dur="500" fill="hold"/>
                                        <p:tgtEl>
                                          <p:spTgt spid="3078"/>
                                        </p:tgtEl>
                                        <p:attrNameLst>
                                          <p:attrName>ppt_h</p:attrName>
                                        </p:attrNameLst>
                                      </p:cBhvr>
                                      <p:tavLst>
                                        <p:tav tm="0">
                                          <p:val>
                                            <p:fltVal val="0"/>
                                          </p:val>
                                        </p:tav>
                                        <p:tav tm="100000">
                                          <p:val>
                                            <p:strVal val="#ppt_h"/>
                                          </p:val>
                                        </p:tav>
                                      </p:tavLst>
                                    </p:anim>
                                    <p:animEffect transition="in" filter="fade">
                                      <p:cBhvr>
                                        <p:cTn id="26" dur="500"/>
                                        <p:tgtEl>
                                          <p:spTgt spid="3078"/>
                                        </p:tgtEl>
                                      </p:cBhvr>
                                    </p:animEffect>
                                  </p:childTnLst>
                                </p:cTn>
                              </p:par>
                              <p:par>
                                <p:cTn id="27" presetID="22" presetClass="entr" presetSubtype="2" fill="hold" grpId="0" nodeType="withEffect">
                                  <p:stCondLst>
                                    <p:cond delay="25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500"/>
                                        <p:tgtEl>
                                          <p:spTgt spid="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500" fill="hold"/>
                                        <p:tgtEl>
                                          <p:spTgt spid="31"/>
                                        </p:tgtEl>
                                        <p:attrNameLst>
                                          <p:attrName>ppt_w</p:attrName>
                                        </p:attrNameLst>
                                      </p:cBhvr>
                                      <p:tavLst>
                                        <p:tav tm="0">
                                          <p:val>
                                            <p:fltVal val="0"/>
                                          </p:val>
                                        </p:tav>
                                        <p:tav tm="100000">
                                          <p:val>
                                            <p:strVal val="#ppt_w"/>
                                          </p:val>
                                        </p:tav>
                                      </p:tavLst>
                                    </p:anim>
                                    <p:anim calcmode="lin" valueType="num">
                                      <p:cBhvr>
                                        <p:cTn id="33" dur="500" fill="hold"/>
                                        <p:tgtEl>
                                          <p:spTgt spid="31"/>
                                        </p:tgtEl>
                                        <p:attrNameLst>
                                          <p:attrName>ppt_h</p:attrName>
                                        </p:attrNameLst>
                                      </p:cBhvr>
                                      <p:tavLst>
                                        <p:tav tm="0">
                                          <p:val>
                                            <p:fltVal val="0"/>
                                          </p:val>
                                        </p:tav>
                                        <p:tav tm="100000">
                                          <p:val>
                                            <p:strVal val="#ppt_h"/>
                                          </p:val>
                                        </p:tav>
                                      </p:tavLst>
                                    </p:anim>
                                    <p:animEffect transition="in" filter="fade">
                                      <p:cBhvr>
                                        <p:cTn id="34" dur="500"/>
                                        <p:tgtEl>
                                          <p:spTgt spid="31"/>
                                        </p:tgtEl>
                                      </p:cBhvr>
                                    </p:animEffect>
                                  </p:childTnLst>
                                </p:cTn>
                              </p:par>
                              <p:par>
                                <p:cTn id="35" presetID="22" presetClass="entr" presetSubtype="8" fill="hold" grpId="0" nodeType="withEffect">
                                  <p:stCondLst>
                                    <p:cond delay="250"/>
                                  </p:stCondLst>
                                  <p:childTnLst>
                                    <p:set>
                                      <p:cBhvr>
                                        <p:cTn id="36" dur="1" fill="hold">
                                          <p:stCondLst>
                                            <p:cond delay="0"/>
                                          </p:stCondLst>
                                        </p:cTn>
                                        <p:tgtEl>
                                          <p:spTgt spid="30"/>
                                        </p:tgtEl>
                                        <p:attrNameLst>
                                          <p:attrName>style.visibility</p:attrName>
                                        </p:attrNameLst>
                                      </p:cBhvr>
                                      <p:to>
                                        <p:strVal val="visible"/>
                                      </p:to>
                                    </p:set>
                                    <p:animEffect transition="in" filter="wipe(left)">
                                      <p:cBhvr>
                                        <p:cTn id="37" dur="500"/>
                                        <p:tgtEl>
                                          <p:spTgt spid="3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par>
                                <p:cTn id="43" presetID="22" presetClass="entr" presetSubtype="2" fill="hold" grpId="0" nodeType="withEffect">
                                  <p:stCondLst>
                                    <p:cond delay="250"/>
                                  </p:stCondLst>
                                  <p:childTnLst>
                                    <p:set>
                                      <p:cBhvr>
                                        <p:cTn id="44" dur="1" fill="hold">
                                          <p:stCondLst>
                                            <p:cond delay="0"/>
                                          </p:stCondLst>
                                        </p:cTn>
                                        <p:tgtEl>
                                          <p:spTgt spid="18"/>
                                        </p:tgtEl>
                                        <p:attrNameLst>
                                          <p:attrName>style.visibility</p:attrName>
                                        </p:attrNameLst>
                                      </p:cBhvr>
                                      <p:to>
                                        <p:strVal val="visible"/>
                                      </p:to>
                                    </p:set>
                                    <p:animEffect transition="in" filter="wipe(right)">
                                      <p:cBhvr>
                                        <p:cTn id="45" dur="500"/>
                                        <p:tgtEl>
                                          <p:spTgt spid="18"/>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p:cTn id="48" dur="500" fill="hold"/>
                                        <p:tgtEl>
                                          <p:spTgt spid="34"/>
                                        </p:tgtEl>
                                        <p:attrNameLst>
                                          <p:attrName>ppt_w</p:attrName>
                                        </p:attrNameLst>
                                      </p:cBhvr>
                                      <p:tavLst>
                                        <p:tav tm="0">
                                          <p:val>
                                            <p:fltVal val="0"/>
                                          </p:val>
                                        </p:tav>
                                        <p:tav tm="100000">
                                          <p:val>
                                            <p:strVal val="#ppt_w"/>
                                          </p:val>
                                        </p:tav>
                                      </p:tavLst>
                                    </p:anim>
                                    <p:anim calcmode="lin" valueType="num">
                                      <p:cBhvr>
                                        <p:cTn id="49" dur="500" fill="hold"/>
                                        <p:tgtEl>
                                          <p:spTgt spid="34"/>
                                        </p:tgtEl>
                                        <p:attrNameLst>
                                          <p:attrName>ppt_h</p:attrName>
                                        </p:attrNameLst>
                                      </p:cBhvr>
                                      <p:tavLst>
                                        <p:tav tm="0">
                                          <p:val>
                                            <p:fltVal val="0"/>
                                          </p:val>
                                        </p:tav>
                                        <p:tav tm="100000">
                                          <p:val>
                                            <p:strVal val="#ppt_h"/>
                                          </p:val>
                                        </p:tav>
                                      </p:tavLst>
                                    </p:anim>
                                    <p:animEffect transition="in" filter="fade">
                                      <p:cBhvr>
                                        <p:cTn id="50" dur="500"/>
                                        <p:tgtEl>
                                          <p:spTgt spid="34"/>
                                        </p:tgtEl>
                                      </p:cBhvr>
                                    </p:animEffect>
                                  </p:childTnLst>
                                </p:cTn>
                              </p:par>
                              <p:par>
                                <p:cTn id="51" presetID="22" presetClass="entr" presetSubtype="8" fill="hold" grpId="0" nodeType="withEffect">
                                  <p:stCondLst>
                                    <p:cond delay="25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078" grpId="0"/>
      <p:bldP spid="18" grpId="0" animBg="1"/>
      <p:bldP spid="19" grpId="0"/>
      <p:bldP spid="30" grpId="0" animBg="1"/>
      <p:bldP spid="31" grpId="0"/>
      <p:bldP spid="34" grpId="0"/>
      <p:bldP spid="51" grpId="0"/>
      <p:bldP spid="2" grpId="0" animBg="1"/>
      <p:bldP spid="29" grpId="0" animBg="1"/>
      <p:bldP spid="4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621950" y="2809183"/>
            <a:ext cx="2562225" cy="176972"/>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采用</a:t>
            </a:r>
            <a:r>
              <a:rPr lang="en-US" altLang="zh-CN" sz="700" dirty="0">
                <a:solidFill>
                  <a:schemeClr val="bg1">
                    <a:lumMod val="65000"/>
                  </a:schemeClr>
                </a:solidFill>
                <a:latin typeface="微软雅黑" panose="020B0503020204020204" pitchFamily="34" charset="-122"/>
                <a:ea typeface="微软雅黑" panose="020B0503020204020204" pitchFamily="34" charset="-122"/>
                <a:cs typeface="+mn-ea"/>
              </a:rPr>
              <a:t>array</a:t>
            </a: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或者</a:t>
            </a:r>
            <a:r>
              <a:rPr lang="en-US" altLang="zh-CN" sz="700" dirty="0">
                <a:solidFill>
                  <a:schemeClr val="bg1">
                    <a:lumMod val="65000"/>
                  </a:schemeClr>
                </a:solidFill>
                <a:latin typeface="微软雅黑" panose="020B0503020204020204" pitchFamily="34" charset="-122"/>
                <a:ea typeface="微软雅黑" panose="020B0503020204020204" pitchFamily="34" charset="-122"/>
                <a:cs typeface="+mn-ea"/>
              </a:rPr>
              <a:t>vector</a:t>
            </a: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实现</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185260"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r>
              <a:rPr lang="en-US" altLang="zh-CN" sz="1400" b="1" dirty="0">
                <a:solidFill>
                  <a:schemeClr val="bg1"/>
                </a:solidFill>
                <a:latin typeface="微软雅黑" pitchFamily="34" charset="-122"/>
                <a:ea typeface="微软雅黑" pitchFamily="34" charset="-122"/>
                <a:sym typeface="Arial" panose="020B0604020202020204" pitchFamily="34" charset="0"/>
              </a:rPr>
              <a:t>heap</a:t>
            </a: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041573"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537086"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500"/>
                                        <p:tgtEl>
                                          <p:spTgt spid="76"/>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fltVal val="0"/>
                                          </p:val>
                                        </p:tav>
                                        <p:tav tm="100000">
                                          <p:val>
                                            <p:strVal val="#ppt_h"/>
                                          </p:val>
                                        </p:tav>
                                      </p:tavLst>
                                    </p:anim>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58">
            <a:extLst>
              <a:ext uri="{FF2B5EF4-FFF2-40B4-BE49-F238E27FC236}">
                <a16:creationId xmlns:a16="http://schemas.microsoft.com/office/drawing/2014/main" id="{EB938B12-5A9C-42F0-9E8A-56A4CAF66551}"/>
              </a:ext>
            </a:extLst>
          </p:cNvPr>
          <p:cNvSpPr txBox="1"/>
          <p:nvPr/>
        </p:nvSpPr>
        <p:spPr>
          <a:xfrm>
            <a:off x="107504" y="124272"/>
            <a:ext cx="2045320" cy="558110"/>
          </a:xfrm>
          <a:prstGeom prst="rect">
            <a:avLst/>
          </a:prstGeom>
          <a:noFill/>
        </p:spPr>
        <p:txBody>
          <a:bodyPr wrap="none" lIns="65032" tIns="32516" rIns="65032" bIns="32516" rtlCol="0">
            <a:spAutoFit/>
          </a:bodyPr>
          <a:lstStyle/>
          <a:p>
            <a:r>
              <a:rPr kumimoji="1" lang="en-US" altLang="zh-CN" sz="3200" b="1" dirty="0">
                <a:solidFill>
                  <a:schemeClr val="accent1"/>
                </a:solidFill>
                <a:latin typeface="方正姚体" panose="02010601030101010101" pitchFamily="2" charset="-122"/>
                <a:ea typeface="方正姚体" panose="02010601030101010101" pitchFamily="2" charset="-122"/>
              </a:rPr>
              <a:t>1 heap</a:t>
            </a:r>
            <a:r>
              <a:rPr kumimoji="1" lang="zh-CN" altLang="en-US" sz="3200" b="1" dirty="0">
                <a:solidFill>
                  <a:schemeClr val="accent1"/>
                </a:solidFill>
                <a:latin typeface="方正姚体" panose="02010601030101010101" pitchFamily="2" charset="-122"/>
                <a:ea typeface="方正姚体" panose="02010601030101010101" pitchFamily="2" charset="-122"/>
              </a:rPr>
              <a:t>概述</a:t>
            </a:r>
          </a:p>
        </p:txBody>
      </p:sp>
      <p:sp>
        <p:nvSpPr>
          <p:cNvPr id="5" name="文本框 4">
            <a:extLst>
              <a:ext uri="{FF2B5EF4-FFF2-40B4-BE49-F238E27FC236}">
                <a16:creationId xmlns:a16="http://schemas.microsoft.com/office/drawing/2014/main" id="{A5E5FEE7-8CA4-48B0-9E06-88A001C91D2B}"/>
              </a:ext>
            </a:extLst>
          </p:cNvPr>
          <p:cNvSpPr txBox="1"/>
          <p:nvPr/>
        </p:nvSpPr>
        <p:spPr>
          <a:xfrm>
            <a:off x="251520" y="988368"/>
            <a:ext cx="8424936" cy="646331"/>
          </a:xfrm>
          <a:prstGeom prst="rect">
            <a:avLst/>
          </a:prstGeom>
          <a:noFill/>
        </p:spPr>
        <p:txBody>
          <a:bodyPr wrap="square">
            <a:spAutoFit/>
          </a:bodyPr>
          <a:lstStyle/>
          <a:p>
            <a:r>
              <a:rPr lang="en-US" altLang="zh-CN" dirty="0"/>
              <a:t>heap</a:t>
            </a:r>
            <a:r>
              <a:rPr lang="zh-CN" altLang="en-US" dirty="0"/>
              <a:t>，就是一种完全二叉树，即整个二叉树除了最底层的叶子节点之外，是填满的，而最底层的叶子节点中间也没有空隙,如下图所示：</a:t>
            </a:r>
          </a:p>
        </p:txBody>
      </p:sp>
      <p:pic>
        <p:nvPicPr>
          <p:cNvPr id="7" name="图片 6">
            <a:extLst>
              <a:ext uri="{FF2B5EF4-FFF2-40B4-BE49-F238E27FC236}">
                <a16:creationId xmlns:a16="http://schemas.microsoft.com/office/drawing/2014/main" id="{5159181E-5018-4574-8B9E-E30467DD0B39}"/>
              </a:ext>
            </a:extLst>
          </p:cNvPr>
          <p:cNvPicPr>
            <a:picLocks noChangeAspect="1"/>
          </p:cNvPicPr>
          <p:nvPr/>
        </p:nvPicPr>
        <p:blipFill>
          <a:blip r:embed="rId2"/>
          <a:stretch>
            <a:fillRect/>
          </a:stretch>
        </p:blipFill>
        <p:spPr>
          <a:xfrm>
            <a:off x="5878602" y="1852286"/>
            <a:ext cx="2801054" cy="1651523"/>
          </a:xfrm>
          <a:prstGeom prst="rect">
            <a:avLst/>
          </a:prstGeom>
        </p:spPr>
      </p:pic>
      <p:sp>
        <p:nvSpPr>
          <p:cNvPr id="10" name="文本框 9">
            <a:extLst>
              <a:ext uri="{FF2B5EF4-FFF2-40B4-BE49-F238E27FC236}">
                <a16:creationId xmlns:a16="http://schemas.microsoft.com/office/drawing/2014/main" id="{DDD29E8D-2FBD-41A5-B58E-841CC4162CF1}"/>
              </a:ext>
            </a:extLst>
          </p:cNvPr>
          <p:cNvSpPr txBox="1"/>
          <p:nvPr/>
        </p:nvSpPr>
        <p:spPr>
          <a:xfrm>
            <a:off x="323528" y="1847261"/>
            <a:ext cx="5292588" cy="1477328"/>
          </a:xfrm>
          <a:prstGeom prst="rect">
            <a:avLst/>
          </a:prstGeom>
          <a:noFill/>
        </p:spPr>
        <p:txBody>
          <a:bodyPr wrap="square">
            <a:spAutoFit/>
          </a:bodyPr>
          <a:lstStyle/>
          <a:p>
            <a:pPr marL="285750" indent="-285750">
              <a:buFont typeface="Arial" panose="020B0604020202020204" pitchFamily="34" charset="0"/>
              <a:buChar char="•"/>
            </a:pPr>
            <a:r>
              <a:rPr lang="zh-CN" altLang="en-US" dirty="0"/>
              <a:t>使用数组存储 </a:t>
            </a:r>
            <a:r>
              <a:rPr lang="en-US" altLang="zh-CN" dirty="0"/>
              <a:t>– </a:t>
            </a:r>
            <a:r>
              <a:rPr lang="zh-CN" altLang="en-US" dirty="0"/>
              <a:t>隐式表述法</a:t>
            </a:r>
            <a:endParaRPr lang="en-US" altLang="zh-CN" dirty="0"/>
          </a:p>
          <a:p>
            <a:pPr marL="742950" lvl="1" indent="-285750">
              <a:buFont typeface="Arial" panose="020B0604020202020204" pitchFamily="34" charset="0"/>
              <a:buChar char="•"/>
            </a:pPr>
            <a:r>
              <a:rPr lang="zh-CN" altLang="en-US" sz="1200" dirty="0"/>
              <a:t>如果</a:t>
            </a:r>
            <a:r>
              <a:rPr lang="en-US" altLang="zh-CN" sz="1200" dirty="0"/>
              <a:t>0</a:t>
            </a:r>
            <a:r>
              <a:rPr lang="zh-CN" altLang="en-US" sz="1200" dirty="0"/>
              <a:t>位置保留，从</a:t>
            </a:r>
            <a:r>
              <a:rPr lang="en-US" altLang="zh-CN" sz="1200" dirty="0"/>
              <a:t>1</a:t>
            </a:r>
            <a:r>
              <a:rPr lang="zh-CN" altLang="en-US" sz="1200" dirty="0"/>
              <a:t>位置开始保存根节点，那么</a:t>
            </a:r>
            <a:r>
              <a:rPr lang="en-US" altLang="zh-CN" sz="1200" dirty="0" err="1"/>
              <a:t>i</a:t>
            </a:r>
            <a:r>
              <a:rPr lang="zh-CN" altLang="en-US" sz="1200" dirty="0"/>
              <a:t>位置的某个节点，其左孩子节点必定在</a:t>
            </a:r>
            <a:r>
              <a:rPr lang="en-US" altLang="zh-CN" sz="1200" dirty="0"/>
              <a:t>2i</a:t>
            </a:r>
            <a:r>
              <a:rPr lang="zh-CN" altLang="en-US" sz="1200" dirty="0"/>
              <a:t>位置，其右孩子节点则在</a:t>
            </a:r>
            <a:r>
              <a:rPr lang="en-US" altLang="zh-CN" sz="1200" dirty="0"/>
              <a:t>2i+1</a:t>
            </a:r>
            <a:r>
              <a:rPr lang="zh-CN" altLang="en-US" sz="1200" dirty="0"/>
              <a:t>位置，其父节点则位于</a:t>
            </a:r>
            <a:r>
              <a:rPr lang="en-US" altLang="zh-CN" sz="1200" dirty="0" err="1"/>
              <a:t>i</a:t>
            </a:r>
            <a:r>
              <a:rPr lang="en-US" altLang="zh-CN" sz="1200" dirty="0"/>
              <a:t>/2</a:t>
            </a:r>
            <a:r>
              <a:rPr lang="zh-CN" altLang="en-US" sz="1200" dirty="0"/>
              <a:t>。</a:t>
            </a:r>
            <a:endParaRPr lang="en-US" altLang="zh-CN" sz="1200" dirty="0"/>
          </a:p>
          <a:p>
            <a:pPr marL="742950" lvl="1" indent="-285750">
              <a:buFont typeface="Arial" panose="020B0604020202020204" pitchFamily="34" charset="0"/>
              <a:buChar char="•"/>
            </a:pPr>
            <a:r>
              <a:rPr lang="zh-CN" altLang="en-US" sz="1200" dirty="0"/>
              <a:t>如果</a:t>
            </a:r>
            <a:r>
              <a:rPr lang="en-US" altLang="zh-CN" sz="1200" dirty="0"/>
              <a:t>0</a:t>
            </a:r>
            <a:r>
              <a:rPr lang="zh-CN" altLang="en-US" sz="1200" dirty="0"/>
              <a:t>位置使用，从</a:t>
            </a:r>
            <a:r>
              <a:rPr lang="en-US" altLang="zh-CN" sz="1200" dirty="0"/>
              <a:t>0</a:t>
            </a:r>
            <a:r>
              <a:rPr lang="zh-CN" altLang="en-US" sz="1200" dirty="0"/>
              <a:t>位置开始保存根节点，那么</a:t>
            </a:r>
            <a:r>
              <a:rPr lang="en-US" altLang="zh-CN" sz="1200" dirty="0" err="1"/>
              <a:t>i</a:t>
            </a:r>
            <a:r>
              <a:rPr lang="zh-CN" altLang="en-US" sz="1200" dirty="0"/>
              <a:t>位置的某个节点，其左孩子节点必定在</a:t>
            </a:r>
            <a:r>
              <a:rPr lang="en-US" altLang="zh-CN" sz="1200" dirty="0"/>
              <a:t>2i+1</a:t>
            </a:r>
            <a:r>
              <a:rPr lang="zh-CN" altLang="en-US" sz="1200" dirty="0"/>
              <a:t>位置，其右孩子节点则在</a:t>
            </a:r>
            <a:r>
              <a:rPr lang="en-US" altLang="zh-CN" sz="1200" dirty="0"/>
              <a:t>2i+2</a:t>
            </a:r>
            <a:r>
              <a:rPr lang="zh-CN" altLang="en-US" sz="1200" dirty="0"/>
              <a:t>位置，其父节点在位于 </a:t>
            </a:r>
            <a:r>
              <a:rPr lang="en-US" altLang="zh-CN" sz="1200" dirty="0"/>
              <a:t>(i-1)/2</a:t>
            </a:r>
            <a:r>
              <a:rPr lang="zh-CN" altLang="en-US" sz="1200" dirty="0"/>
              <a:t>位置</a:t>
            </a:r>
            <a:endParaRPr lang="en-US" altLang="zh-CN" sz="1200" dirty="0"/>
          </a:p>
        </p:txBody>
      </p:sp>
      <p:sp>
        <p:nvSpPr>
          <p:cNvPr id="12" name="文本框 11">
            <a:extLst>
              <a:ext uri="{FF2B5EF4-FFF2-40B4-BE49-F238E27FC236}">
                <a16:creationId xmlns:a16="http://schemas.microsoft.com/office/drawing/2014/main" id="{E2E714D6-0051-4826-A763-B3FFB3D48C9D}"/>
              </a:ext>
            </a:extLst>
          </p:cNvPr>
          <p:cNvSpPr txBox="1"/>
          <p:nvPr/>
        </p:nvSpPr>
        <p:spPr>
          <a:xfrm>
            <a:off x="5946981" y="3721396"/>
            <a:ext cx="2664296" cy="276999"/>
          </a:xfrm>
          <a:prstGeom prst="rect">
            <a:avLst/>
          </a:prstGeom>
          <a:noFill/>
        </p:spPr>
        <p:txBody>
          <a:bodyPr wrap="square">
            <a:spAutoFit/>
          </a:bodyPr>
          <a:lstStyle/>
          <a:p>
            <a:r>
              <a:rPr lang="zh-CN" altLang="en-US" sz="1200" dirty="0"/>
              <a:t>| * | A | B | C | D | E | F | G | H | I | J |</a:t>
            </a:r>
          </a:p>
        </p:txBody>
      </p:sp>
      <p:sp>
        <p:nvSpPr>
          <p:cNvPr id="13" name="文本框 12">
            <a:extLst>
              <a:ext uri="{FF2B5EF4-FFF2-40B4-BE49-F238E27FC236}">
                <a16:creationId xmlns:a16="http://schemas.microsoft.com/office/drawing/2014/main" id="{D9D52F22-145C-4AD7-8D45-8407D005072F}"/>
              </a:ext>
            </a:extLst>
          </p:cNvPr>
          <p:cNvSpPr txBox="1"/>
          <p:nvPr/>
        </p:nvSpPr>
        <p:spPr>
          <a:xfrm>
            <a:off x="323528" y="3418056"/>
            <a:ext cx="5292588" cy="738664"/>
          </a:xfrm>
          <a:prstGeom prst="rect">
            <a:avLst/>
          </a:prstGeom>
          <a:noFill/>
        </p:spPr>
        <p:txBody>
          <a:bodyPr wrap="square">
            <a:spAutoFit/>
          </a:bodyPr>
          <a:lstStyle/>
          <a:p>
            <a:pPr marL="285750" indent="-285750">
              <a:buFont typeface="Arial" panose="020B0604020202020204" pitchFamily="34" charset="0"/>
              <a:buChar char="•"/>
            </a:pPr>
            <a:r>
              <a:rPr lang="en-US" altLang="zh-CN" dirty="0"/>
              <a:t>heap</a:t>
            </a:r>
            <a:r>
              <a:rPr lang="zh-CN" altLang="en-US" dirty="0"/>
              <a:t>分类</a:t>
            </a:r>
            <a:endParaRPr lang="en-US" altLang="zh-CN" dirty="0"/>
          </a:p>
          <a:p>
            <a:pPr marL="742950" lvl="1" indent="-285750">
              <a:buFont typeface="Arial" panose="020B0604020202020204" pitchFamily="34" charset="0"/>
              <a:buChar char="•"/>
            </a:pPr>
            <a:r>
              <a:rPr lang="en-US" altLang="zh-CN" sz="1200" dirty="0" err="1"/>
              <a:t>max_heap</a:t>
            </a:r>
            <a:r>
              <a:rPr lang="en-US" altLang="zh-CN" sz="1200" dirty="0"/>
              <a:t>: </a:t>
            </a:r>
            <a:r>
              <a:rPr lang="zh-CN" altLang="en-US" sz="1200" dirty="0"/>
              <a:t>根节点大于等于所有子节点</a:t>
            </a:r>
            <a:endParaRPr lang="en-US" altLang="zh-CN" sz="1200" dirty="0"/>
          </a:p>
          <a:p>
            <a:pPr marL="742950" lvl="1" indent="-285750">
              <a:buFont typeface="Arial" panose="020B0604020202020204" pitchFamily="34" charset="0"/>
              <a:buChar char="•"/>
            </a:pPr>
            <a:r>
              <a:rPr lang="en-US" altLang="zh-CN" sz="1200" dirty="0" err="1"/>
              <a:t>min_heap</a:t>
            </a:r>
            <a:r>
              <a:rPr lang="en-US" altLang="zh-CN" sz="1200" dirty="0"/>
              <a:t>:  </a:t>
            </a:r>
            <a:r>
              <a:rPr lang="zh-CN" altLang="en-US" sz="1200" dirty="0"/>
              <a:t>根节点小于等于所有子节点</a:t>
            </a:r>
            <a:endParaRPr lang="en-US" altLang="zh-CN" sz="1200" dirty="0"/>
          </a:p>
        </p:txBody>
      </p:sp>
    </p:spTree>
    <p:extLst>
      <p:ext uri="{BB962C8B-B14F-4D97-AF65-F5344CB8AC3E}">
        <p14:creationId xmlns:p14="http://schemas.microsoft.com/office/powerpoint/2010/main" val="54479455"/>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3"/>
                                        </p:tgtEl>
                                      </p:cBhvr>
                                    </p:animEffect>
                                    <p:animScale>
                                      <p:cBhvr>
                                        <p:cTn id="15"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58">
            <a:extLst>
              <a:ext uri="{FF2B5EF4-FFF2-40B4-BE49-F238E27FC236}">
                <a16:creationId xmlns:a16="http://schemas.microsoft.com/office/drawing/2014/main" id="{CFEE0892-FAB9-4710-BDEE-494A1439BA94}"/>
              </a:ext>
            </a:extLst>
          </p:cNvPr>
          <p:cNvSpPr txBox="1"/>
          <p:nvPr/>
        </p:nvSpPr>
        <p:spPr>
          <a:xfrm>
            <a:off x="107504" y="124272"/>
            <a:ext cx="4249449" cy="558110"/>
          </a:xfrm>
          <a:prstGeom prst="rect">
            <a:avLst/>
          </a:prstGeom>
          <a:noFill/>
        </p:spPr>
        <p:txBody>
          <a:bodyPr wrap="none" lIns="65032" tIns="32516" rIns="65032" bIns="32516" rtlCol="0">
            <a:spAutoFit/>
          </a:bodyPr>
          <a:lstStyle/>
          <a:p>
            <a:r>
              <a:rPr kumimoji="1" lang="en-US" altLang="zh-CN" sz="3200" b="1" dirty="0">
                <a:solidFill>
                  <a:schemeClr val="accent1"/>
                </a:solidFill>
                <a:latin typeface="方正姚体" panose="02010601030101010101" pitchFamily="2" charset="-122"/>
                <a:ea typeface="方正姚体" panose="02010601030101010101" pitchFamily="2" charset="-122"/>
              </a:rPr>
              <a:t>2 heap</a:t>
            </a:r>
            <a:r>
              <a:rPr kumimoji="1" lang="zh-CN" altLang="en-US" sz="3200" b="1" dirty="0">
                <a:solidFill>
                  <a:schemeClr val="accent1"/>
                </a:solidFill>
                <a:latin typeface="方正姚体" panose="02010601030101010101" pitchFamily="2" charset="-122"/>
                <a:ea typeface="方正姚体" panose="02010601030101010101" pitchFamily="2" charset="-122"/>
              </a:rPr>
              <a:t>算法 </a:t>
            </a:r>
            <a:r>
              <a:rPr kumimoji="1" lang="en-US" altLang="zh-CN" sz="3200" b="1" dirty="0">
                <a:solidFill>
                  <a:schemeClr val="accent1"/>
                </a:solidFill>
                <a:latin typeface="方正姚体" panose="02010601030101010101" pitchFamily="2" charset="-122"/>
                <a:ea typeface="方正姚体" panose="02010601030101010101" pitchFamily="2" charset="-122"/>
              </a:rPr>
              <a:t>– </a:t>
            </a:r>
            <a:r>
              <a:rPr kumimoji="1" lang="en-US" altLang="zh-CN" sz="3200" b="1" dirty="0" err="1">
                <a:solidFill>
                  <a:schemeClr val="accent1"/>
                </a:solidFill>
                <a:latin typeface="方正姚体" panose="02010601030101010101" pitchFamily="2" charset="-122"/>
                <a:ea typeface="方正姚体" panose="02010601030101010101" pitchFamily="2" charset="-122"/>
              </a:rPr>
              <a:t>push_heap</a:t>
            </a:r>
            <a:endParaRPr kumimoji="1" lang="zh-CN" altLang="en-US" sz="3200" b="1" dirty="0">
              <a:solidFill>
                <a:schemeClr val="accent1"/>
              </a:solidFill>
              <a:latin typeface="方正姚体" panose="02010601030101010101" pitchFamily="2" charset="-122"/>
              <a:ea typeface="方正姚体" panose="02010601030101010101" pitchFamily="2" charset="-122"/>
            </a:endParaRPr>
          </a:p>
        </p:txBody>
      </p:sp>
      <p:sp>
        <p:nvSpPr>
          <p:cNvPr id="4" name="文本框 3">
            <a:extLst>
              <a:ext uri="{FF2B5EF4-FFF2-40B4-BE49-F238E27FC236}">
                <a16:creationId xmlns:a16="http://schemas.microsoft.com/office/drawing/2014/main" id="{6BC9C305-7312-45FF-955E-D2C6E43FE25F}"/>
              </a:ext>
            </a:extLst>
          </p:cNvPr>
          <p:cNvSpPr txBox="1"/>
          <p:nvPr/>
        </p:nvSpPr>
        <p:spPr>
          <a:xfrm>
            <a:off x="287524" y="880356"/>
            <a:ext cx="8316924" cy="1477328"/>
          </a:xfrm>
          <a:prstGeom prst="rect">
            <a:avLst/>
          </a:prstGeom>
          <a:noFill/>
        </p:spPr>
        <p:txBody>
          <a:bodyPr wrap="square">
            <a:spAutoFit/>
          </a:bodyPr>
          <a:lstStyle/>
          <a:p>
            <a:r>
              <a:rPr lang="zh-CN" altLang="en-US" dirty="0"/>
              <a:t>思路描述</a:t>
            </a:r>
            <a:endParaRPr lang="en-US" altLang="zh-CN" dirty="0"/>
          </a:p>
          <a:p>
            <a:pPr marL="342900" indent="-342900">
              <a:buAutoNum type="arabicPeriod"/>
            </a:pPr>
            <a:r>
              <a:rPr lang="zh-CN" altLang="en-US" dirty="0"/>
              <a:t>新添加的元素要放在二叉树的最下一层作为叶子节点，填充在vector的尾部，然后再对齐位置进行调整。</a:t>
            </a:r>
            <a:endParaRPr lang="en-US" altLang="zh-CN" dirty="0"/>
          </a:p>
          <a:p>
            <a:pPr marL="342900" indent="-342900">
              <a:buAutoNum type="arabicPeriod"/>
            </a:pPr>
            <a:r>
              <a:rPr lang="zh-CN" altLang="en-US" dirty="0"/>
              <a:t>为满足max_heap的特性，需要将新插入的节点不停与其父节点的值进行比较，直到其父节点大于等于新插入节点的值，或者新插入节点变为根节点。</a:t>
            </a:r>
          </a:p>
        </p:txBody>
      </p:sp>
      <p:pic>
        <p:nvPicPr>
          <p:cNvPr id="6" name="图片 5" descr="图形用户界面, 应用程序&#10;&#10;描述已自动生成">
            <a:extLst>
              <a:ext uri="{FF2B5EF4-FFF2-40B4-BE49-F238E27FC236}">
                <a16:creationId xmlns:a16="http://schemas.microsoft.com/office/drawing/2014/main" id="{B019B2B1-7A0E-44DD-B1FC-B6B4BD4BC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457" y="2672936"/>
            <a:ext cx="7143057" cy="1591796"/>
          </a:xfrm>
          <a:prstGeom prst="rect">
            <a:avLst/>
          </a:prstGeom>
        </p:spPr>
      </p:pic>
    </p:spTree>
    <p:extLst>
      <p:ext uri="{BB962C8B-B14F-4D97-AF65-F5344CB8AC3E}">
        <p14:creationId xmlns:p14="http://schemas.microsoft.com/office/powerpoint/2010/main" val="2366605921"/>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par>
                          <p:cTn id="12" fill="hold">
                            <p:stCondLst>
                              <p:cond delay="13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2"/>
                                        </p:tgtEl>
                                      </p:cBhvr>
                                    </p:animEffect>
                                    <p:animScale>
                                      <p:cBhvr>
                                        <p:cTn id="15"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58">
            <a:extLst>
              <a:ext uri="{FF2B5EF4-FFF2-40B4-BE49-F238E27FC236}">
                <a16:creationId xmlns:a16="http://schemas.microsoft.com/office/drawing/2014/main" id="{0B21494E-56F8-4D42-96A7-BFE2B87283C9}"/>
              </a:ext>
            </a:extLst>
          </p:cNvPr>
          <p:cNvSpPr txBox="1"/>
          <p:nvPr/>
        </p:nvSpPr>
        <p:spPr>
          <a:xfrm>
            <a:off x="107504" y="124272"/>
            <a:ext cx="4249449" cy="558110"/>
          </a:xfrm>
          <a:prstGeom prst="rect">
            <a:avLst/>
          </a:prstGeom>
          <a:noFill/>
        </p:spPr>
        <p:txBody>
          <a:bodyPr wrap="none" lIns="65032" tIns="32516" rIns="65032" bIns="32516" rtlCol="0">
            <a:spAutoFit/>
          </a:bodyPr>
          <a:lstStyle/>
          <a:p>
            <a:r>
              <a:rPr kumimoji="1" lang="en-US" altLang="zh-CN" sz="3200" b="1" dirty="0">
                <a:solidFill>
                  <a:schemeClr val="accent1"/>
                </a:solidFill>
                <a:latin typeface="方正姚体" panose="02010601030101010101" pitchFamily="2" charset="-122"/>
                <a:ea typeface="方正姚体" panose="02010601030101010101" pitchFamily="2" charset="-122"/>
              </a:rPr>
              <a:t>2 heap</a:t>
            </a:r>
            <a:r>
              <a:rPr kumimoji="1" lang="zh-CN" altLang="en-US" sz="3200" b="1" dirty="0">
                <a:solidFill>
                  <a:schemeClr val="accent1"/>
                </a:solidFill>
                <a:latin typeface="方正姚体" panose="02010601030101010101" pitchFamily="2" charset="-122"/>
                <a:ea typeface="方正姚体" panose="02010601030101010101" pitchFamily="2" charset="-122"/>
              </a:rPr>
              <a:t>算法 </a:t>
            </a:r>
            <a:r>
              <a:rPr kumimoji="1" lang="en-US" altLang="zh-CN" sz="3200" b="1" dirty="0">
                <a:solidFill>
                  <a:schemeClr val="accent1"/>
                </a:solidFill>
                <a:latin typeface="方正姚体" panose="02010601030101010101" pitchFamily="2" charset="-122"/>
                <a:ea typeface="方正姚体" panose="02010601030101010101" pitchFamily="2" charset="-122"/>
              </a:rPr>
              <a:t>– </a:t>
            </a:r>
            <a:r>
              <a:rPr kumimoji="1" lang="en-US" altLang="zh-CN" sz="3200" b="1" dirty="0" err="1">
                <a:solidFill>
                  <a:schemeClr val="accent1"/>
                </a:solidFill>
                <a:latin typeface="方正姚体" panose="02010601030101010101" pitchFamily="2" charset="-122"/>
                <a:ea typeface="方正姚体" panose="02010601030101010101" pitchFamily="2" charset="-122"/>
              </a:rPr>
              <a:t>push_heap</a:t>
            </a:r>
            <a:endParaRPr kumimoji="1" lang="zh-CN" altLang="en-US" sz="3200" b="1" dirty="0">
              <a:solidFill>
                <a:schemeClr val="accent1"/>
              </a:solidFill>
              <a:latin typeface="方正姚体" panose="02010601030101010101" pitchFamily="2" charset="-122"/>
              <a:ea typeface="方正姚体" panose="02010601030101010101" pitchFamily="2" charset="-122"/>
            </a:endParaRPr>
          </a:p>
        </p:txBody>
      </p:sp>
      <p:sp>
        <p:nvSpPr>
          <p:cNvPr id="4" name="文本框 3">
            <a:extLst>
              <a:ext uri="{FF2B5EF4-FFF2-40B4-BE49-F238E27FC236}">
                <a16:creationId xmlns:a16="http://schemas.microsoft.com/office/drawing/2014/main" id="{1912222F-2F46-4425-B271-F08B80ECCC9D}"/>
              </a:ext>
            </a:extLst>
          </p:cNvPr>
          <p:cNvSpPr txBox="1"/>
          <p:nvPr/>
        </p:nvSpPr>
        <p:spPr>
          <a:xfrm>
            <a:off x="386354" y="880356"/>
            <a:ext cx="4607958" cy="369332"/>
          </a:xfrm>
          <a:prstGeom prst="rect">
            <a:avLst/>
          </a:prstGeom>
          <a:noFill/>
        </p:spPr>
        <p:txBody>
          <a:bodyPr wrap="square">
            <a:spAutoFit/>
          </a:bodyPr>
          <a:lstStyle/>
          <a:p>
            <a:r>
              <a:rPr lang="en-US" altLang="zh-CN" dirty="0"/>
              <a:t>Code</a:t>
            </a:r>
            <a:r>
              <a:rPr lang="zh-CN" altLang="en-US" dirty="0"/>
              <a:t>实现</a:t>
            </a:r>
            <a:endParaRPr lang="en-US" altLang="zh-CN" dirty="0"/>
          </a:p>
        </p:txBody>
      </p:sp>
      <p:sp>
        <p:nvSpPr>
          <p:cNvPr id="6" name="文本框 5">
            <a:extLst>
              <a:ext uri="{FF2B5EF4-FFF2-40B4-BE49-F238E27FC236}">
                <a16:creationId xmlns:a16="http://schemas.microsoft.com/office/drawing/2014/main" id="{B77CD953-5069-404A-88F6-4800E9473271}"/>
              </a:ext>
            </a:extLst>
          </p:cNvPr>
          <p:cNvSpPr txBox="1"/>
          <p:nvPr/>
        </p:nvSpPr>
        <p:spPr>
          <a:xfrm>
            <a:off x="395536" y="1312404"/>
            <a:ext cx="8568952" cy="3046988"/>
          </a:xfrm>
          <a:prstGeom prst="rect">
            <a:avLst/>
          </a:prstGeom>
          <a:noFill/>
        </p:spPr>
        <p:txBody>
          <a:bodyPr wrap="square">
            <a:spAutoFit/>
          </a:bodyPr>
          <a:lstStyle/>
          <a:p>
            <a:r>
              <a:rPr lang="zh-CN" altLang="en-US" sz="1200" dirty="0">
                <a:latin typeface="Courier New" panose="02070309020205020404" pitchFamily="49" charset="0"/>
                <a:cs typeface="Courier New" panose="02070309020205020404" pitchFamily="49" charset="0"/>
              </a:rPr>
              <a:t>template &lt;class _RandomAccessIterator&gt;</a:t>
            </a:r>
          </a:p>
          <a:p>
            <a:r>
              <a:rPr lang="zh-CN" altLang="en-US" sz="1200" dirty="0">
                <a:latin typeface="Courier New" panose="02070309020205020404" pitchFamily="49" charset="0"/>
                <a:cs typeface="Courier New" panose="02070309020205020404" pitchFamily="49" charset="0"/>
              </a:rPr>
              <a:t>inline void </a:t>
            </a:r>
          </a:p>
          <a:p>
            <a:r>
              <a:rPr lang="zh-CN" altLang="en-US" sz="1200" b="1" dirty="0">
                <a:latin typeface="Courier New" panose="02070309020205020404" pitchFamily="49" charset="0"/>
                <a:cs typeface="Courier New" panose="02070309020205020404" pitchFamily="49" charset="0"/>
              </a:rPr>
              <a:t>push_heap</a:t>
            </a:r>
            <a:r>
              <a:rPr lang="zh-CN" altLang="en-US" sz="1200" dirty="0">
                <a:latin typeface="Courier New" panose="02070309020205020404" pitchFamily="49" charset="0"/>
                <a:cs typeface="Courier New" panose="02070309020205020404" pitchFamily="49" charset="0"/>
              </a:rPr>
              <a:t>(_RandomAccessIterator __first, _RandomAccessIterator __last)</a:t>
            </a:r>
          </a:p>
          <a:p>
            <a:r>
              <a:rPr lang="zh-CN" altLang="en-US" sz="1200" dirty="0">
                <a:latin typeface="Courier New" panose="02070309020205020404" pitchFamily="49" charset="0"/>
                <a:cs typeface="Courier New" panose="02070309020205020404" pitchFamily="49" charset="0"/>
              </a:rPr>
              <a:t>{</a:t>
            </a:r>
          </a:p>
          <a:p>
            <a:r>
              <a:rPr lang="zh-CN" altLang="en-US" sz="1200" dirty="0">
                <a:latin typeface="Courier New" panose="02070309020205020404" pitchFamily="49" charset="0"/>
                <a:cs typeface="Courier New" panose="02070309020205020404" pitchFamily="49" charset="0"/>
              </a:rPr>
              <a:t>        __push_heap_aux(__first, __last,</a:t>
            </a:r>
          </a:p>
          <a:p>
            <a:r>
              <a:rPr lang="zh-CN" altLang="en-US" sz="1200" dirty="0">
                <a:latin typeface="Courier New" panose="02070309020205020404" pitchFamily="49" charset="0"/>
                <a:cs typeface="Courier New" panose="02070309020205020404" pitchFamily="49" charset="0"/>
              </a:rPr>
              <a:t>                  __DISTANCE_TYPE(__first), __VALUE_TYPE(__first));</a:t>
            </a:r>
          </a:p>
          <a:p>
            <a:r>
              <a:rPr lang="zh-CN" altLang="en-US" sz="1200" dirty="0">
                <a:latin typeface="Courier New" panose="02070309020205020404" pitchFamily="49" charset="0"/>
                <a:cs typeface="Courier New" panose="02070309020205020404" pitchFamily="49" charset="0"/>
              </a:rPr>
              <a:t>}</a:t>
            </a:r>
            <a:endParaRPr lang="en-US" altLang="zh-CN" sz="1200" dirty="0">
              <a:latin typeface="Courier New" panose="02070309020205020404" pitchFamily="49" charset="0"/>
              <a:cs typeface="Courier New" panose="02070309020205020404" pitchFamily="49" charset="0"/>
            </a:endParaRPr>
          </a:p>
          <a:p>
            <a:endParaRPr lang="en-US" altLang="zh-CN" sz="1200" dirty="0">
              <a:latin typeface="Courier New" panose="02070309020205020404" pitchFamily="49" charset="0"/>
              <a:cs typeface="Courier New" panose="02070309020205020404" pitchFamily="49" charset="0"/>
            </a:endParaRPr>
          </a:p>
          <a:p>
            <a:r>
              <a:rPr lang="en-US" altLang="zh-CN" sz="1200" dirty="0">
                <a:latin typeface="Courier New" panose="02070309020205020404" pitchFamily="49" charset="0"/>
                <a:cs typeface="Courier New" panose="02070309020205020404" pitchFamily="49" charset="0"/>
              </a:rPr>
              <a:t>template &lt;class _RandomAccessIterator, class _Distance, class _Tp&gt;</a:t>
            </a:r>
          </a:p>
          <a:p>
            <a:r>
              <a:rPr lang="en-US" altLang="zh-CN" sz="1200" dirty="0">
                <a:latin typeface="Courier New" panose="02070309020205020404" pitchFamily="49" charset="0"/>
                <a:cs typeface="Courier New" panose="02070309020205020404" pitchFamily="49" charset="0"/>
              </a:rPr>
              <a:t>inline void </a:t>
            </a:r>
          </a:p>
          <a:p>
            <a:r>
              <a:rPr lang="en-US" altLang="zh-CN" sz="1200" b="1" dirty="0">
                <a:latin typeface="Courier New" panose="02070309020205020404" pitchFamily="49" charset="0"/>
                <a:cs typeface="Courier New" panose="02070309020205020404" pitchFamily="49" charset="0"/>
              </a:rPr>
              <a:t>__push_heap_aux</a:t>
            </a:r>
            <a:r>
              <a:rPr lang="en-US" altLang="zh-CN" sz="1200" dirty="0">
                <a:latin typeface="Courier New" panose="02070309020205020404" pitchFamily="49" charset="0"/>
                <a:cs typeface="Courier New" panose="02070309020205020404" pitchFamily="49" charset="0"/>
              </a:rPr>
              <a:t>(_RandomAccessIterator __first,</a:t>
            </a:r>
          </a:p>
          <a:p>
            <a:r>
              <a:rPr lang="en-US" altLang="zh-CN" sz="1200" dirty="0">
                <a:latin typeface="Courier New" panose="02070309020205020404" pitchFamily="49" charset="0"/>
                <a:cs typeface="Courier New" panose="02070309020205020404" pitchFamily="49" charset="0"/>
              </a:rPr>
              <a:t>                _RandomAccessIterator __last, _Distance*, _Tp*)</a:t>
            </a:r>
          </a:p>
          <a:p>
            <a:r>
              <a:rPr lang="en-US" altLang="zh-CN" sz="1200" dirty="0">
                <a:latin typeface="Courier New" panose="02070309020205020404" pitchFamily="49" charset="0"/>
                <a:cs typeface="Courier New" panose="02070309020205020404" pitchFamily="49" charset="0"/>
              </a:rPr>
              <a:t>{</a:t>
            </a:r>
          </a:p>
          <a:p>
            <a:r>
              <a:rPr lang="en-US" altLang="zh-CN" sz="1200" dirty="0">
                <a:latin typeface="Courier New" panose="02070309020205020404" pitchFamily="49" charset="0"/>
                <a:cs typeface="Courier New" panose="02070309020205020404" pitchFamily="49" charset="0"/>
              </a:rPr>
              <a:t>  __push_heap(__first, _Distance((__last - __first) - 1), _Distance(0), </a:t>
            </a:r>
          </a:p>
          <a:p>
            <a:r>
              <a:rPr lang="en-US" altLang="zh-CN" sz="1200" dirty="0">
                <a:latin typeface="Courier New" panose="02070309020205020404" pitchFamily="49" charset="0"/>
                <a:cs typeface="Courier New" panose="02070309020205020404" pitchFamily="49" charset="0"/>
              </a:rPr>
              <a:t>              _Tp(*(__last - 1)));</a:t>
            </a:r>
          </a:p>
          <a:p>
            <a:r>
              <a:rPr lang="en-US" altLang="zh-CN" sz="1200" dirty="0">
                <a:latin typeface="Courier New" panose="02070309020205020404" pitchFamily="49" charset="0"/>
                <a:cs typeface="Courier New" panose="02070309020205020404" pitchFamily="49" charset="0"/>
              </a:rPr>
              <a:t>}</a:t>
            </a:r>
            <a:endParaRPr lang="zh-CN" alt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890548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par>
                          <p:cTn id="12" fill="hold">
                            <p:stCondLst>
                              <p:cond delay="13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2"/>
                                        </p:tgtEl>
                                      </p:cBhvr>
                                    </p:animEffect>
                                    <p:animScale>
                                      <p:cBhvr>
                                        <p:cTn id="15"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58">
            <a:extLst>
              <a:ext uri="{FF2B5EF4-FFF2-40B4-BE49-F238E27FC236}">
                <a16:creationId xmlns:a16="http://schemas.microsoft.com/office/drawing/2014/main" id="{0B21494E-56F8-4D42-96A7-BFE2B87283C9}"/>
              </a:ext>
            </a:extLst>
          </p:cNvPr>
          <p:cNvSpPr txBox="1"/>
          <p:nvPr/>
        </p:nvSpPr>
        <p:spPr>
          <a:xfrm>
            <a:off x="107504" y="124272"/>
            <a:ext cx="4249449" cy="558110"/>
          </a:xfrm>
          <a:prstGeom prst="rect">
            <a:avLst/>
          </a:prstGeom>
          <a:noFill/>
        </p:spPr>
        <p:txBody>
          <a:bodyPr wrap="none" lIns="65032" tIns="32516" rIns="65032" bIns="32516" rtlCol="0">
            <a:spAutoFit/>
          </a:bodyPr>
          <a:lstStyle/>
          <a:p>
            <a:r>
              <a:rPr kumimoji="1" lang="en-US" altLang="zh-CN" sz="3200" b="1" dirty="0">
                <a:solidFill>
                  <a:schemeClr val="accent1"/>
                </a:solidFill>
                <a:latin typeface="方正姚体" panose="02010601030101010101" pitchFamily="2" charset="-122"/>
                <a:ea typeface="方正姚体" panose="02010601030101010101" pitchFamily="2" charset="-122"/>
              </a:rPr>
              <a:t>2 heap</a:t>
            </a:r>
            <a:r>
              <a:rPr kumimoji="1" lang="zh-CN" altLang="en-US" sz="3200" b="1" dirty="0">
                <a:solidFill>
                  <a:schemeClr val="accent1"/>
                </a:solidFill>
                <a:latin typeface="方正姚体" panose="02010601030101010101" pitchFamily="2" charset="-122"/>
                <a:ea typeface="方正姚体" panose="02010601030101010101" pitchFamily="2" charset="-122"/>
              </a:rPr>
              <a:t>算法 </a:t>
            </a:r>
            <a:r>
              <a:rPr kumimoji="1" lang="en-US" altLang="zh-CN" sz="3200" b="1" dirty="0">
                <a:solidFill>
                  <a:schemeClr val="accent1"/>
                </a:solidFill>
                <a:latin typeface="方正姚体" panose="02010601030101010101" pitchFamily="2" charset="-122"/>
                <a:ea typeface="方正姚体" panose="02010601030101010101" pitchFamily="2" charset="-122"/>
              </a:rPr>
              <a:t>– </a:t>
            </a:r>
            <a:r>
              <a:rPr kumimoji="1" lang="en-US" altLang="zh-CN" sz="3200" b="1" dirty="0" err="1">
                <a:solidFill>
                  <a:schemeClr val="accent1"/>
                </a:solidFill>
                <a:latin typeface="方正姚体" panose="02010601030101010101" pitchFamily="2" charset="-122"/>
                <a:ea typeface="方正姚体" panose="02010601030101010101" pitchFamily="2" charset="-122"/>
              </a:rPr>
              <a:t>push_heap</a:t>
            </a:r>
            <a:endParaRPr kumimoji="1" lang="zh-CN" altLang="en-US" sz="3200" b="1" dirty="0">
              <a:solidFill>
                <a:schemeClr val="accent1"/>
              </a:solidFill>
              <a:latin typeface="方正姚体" panose="02010601030101010101" pitchFamily="2" charset="-122"/>
              <a:ea typeface="方正姚体" panose="02010601030101010101" pitchFamily="2" charset="-122"/>
            </a:endParaRPr>
          </a:p>
        </p:txBody>
      </p:sp>
      <p:sp>
        <p:nvSpPr>
          <p:cNvPr id="4" name="文本框 3">
            <a:extLst>
              <a:ext uri="{FF2B5EF4-FFF2-40B4-BE49-F238E27FC236}">
                <a16:creationId xmlns:a16="http://schemas.microsoft.com/office/drawing/2014/main" id="{1912222F-2F46-4425-B271-F08B80ECCC9D}"/>
              </a:ext>
            </a:extLst>
          </p:cNvPr>
          <p:cNvSpPr txBox="1"/>
          <p:nvPr/>
        </p:nvSpPr>
        <p:spPr>
          <a:xfrm>
            <a:off x="386354" y="880356"/>
            <a:ext cx="4607958" cy="369332"/>
          </a:xfrm>
          <a:prstGeom prst="rect">
            <a:avLst/>
          </a:prstGeom>
          <a:noFill/>
        </p:spPr>
        <p:txBody>
          <a:bodyPr wrap="square">
            <a:spAutoFit/>
          </a:bodyPr>
          <a:lstStyle/>
          <a:p>
            <a:r>
              <a:rPr lang="en-US" altLang="zh-CN" dirty="0"/>
              <a:t>Code</a:t>
            </a:r>
            <a:r>
              <a:rPr lang="zh-CN" altLang="en-US" dirty="0"/>
              <a:t>实现</a:t>
            </a:r>
            <a:endParaRPr lang="en-US" altLang="zh-CN" dirty="0"/>
          </a:p>
        </p:txBody>
      </p:sp>
      <p:sp>
        <p:nvSpPr>
          <p:cNvPr id="6" name="文本框 5">
            <a:extLst>
              <a:ext uri="{FF2B5EF4-FFF2-40B4-BE49-F238E27FC236}">
                <a16:creationId xmlns:a16="http://schemas.microsoft.com/office/drawing/2014/main" id="{B77CD953-5069-404A-88F6-4800E9473271}"/>
              </a:ext>
            </a:extLst>
          </p:cNvPr>
          <p:cNvSpPr txBox="1"/>
          <p:nvPr/>
        </p:nvSpPr>
        <p:spPr>
          <a:xfrm>
            <a:off x="395536" y="1312404"/>
            <a:ext cx="8568952" cy="2677656"/>
          </a:xfrm>
          <a:prstGeom prst="rect">
            <a:avLst/>
          </a:prstGeom>
          <a:noFill/>
        </p:spPr>
        <p:txBody>
          <a:bodyPr wrap="square">
            <a:spAutoFit/>
          </a:bodyPr>
          <a:lstStyle/>
          <a:p>
            <a:r>
              <a:rPr lang="en-US" altLang="zh-CN" sz="1200" dirty="0">
                <a:latin typeface="Courier New" panose="02070309020205020404" pitchFamily="49" charset="0"/>
                <a:cs typeface="Courier New" panose="02070309020205020404" pitchFamily="49" charset="0"/>
              </a:rPr>
              <a:t>template &lt;class _RandomAccessIterator, class _Distance, class _Tp, </a:t>
            </a:r>
          </a:p>
          <a:p>
            <a:r>
              <a:rPr lang="en-US" altLang="zh-CN" sz="1200" dirty="0">
                <a:latin typeface="Courier New" panose="02070309020205020404" pitchFamily="49" charset="0"/>
                <a:cs typeface="Courier New" panose="02070309020205020404" pitchFamily="49" charset="0"/>
              </a:rPr>
              <a:t>          class _Compare&gt;</a:t>
            </a:r>
          </a:p>
          <a:p>
            <a:r>
              <a:rPr lang="en-US" altLang="zh-CN" sz="1200" dirty="0">
                <a:latin typeface="Courier New" panose="02070309020205020404" pitchFamily="49" charset="0"/>
                <a:cs typeface="Courier New" panose="02070309020205020404" pitchFamily="49" charset="0"/>
              </a:rPr>
              <a:t>void</a:t>
            </a:r>
          </a:p>
          <a:p>
            <a:r>
              <a:rPr lang="en-US" altLang="zh-CN" sz="1200" b="1" dirty="0">
                <a:latin typeface="Courier New" panose="02070309020205020404" pitchFamily="49" charset="0"/>
                <a:cs typeface="Courier New" panose="02070309020205020404" pitchFamily="49" charset="0"/>
              </a:rPr>
              <a:t>__push_heap</a:t>
            </a:r>
            <a:r>
              <a:rPr lang="en-US" altLang="zh-CN" sz="1200" dirty="0">
                <a:latin typeface="Courier New" panose="02070309020205020404" pitchFamily="49" charset="0"/>
                <a:cs typeface="Courier New" panose="02070309020205020404" pitchFamily="49" charset="0"/>
              </a:rPr>
              <a:t>(_RandomAccessIterator __first, _Distance __holeIndex,</a:t>
            </a:r>
          </a:p>
          <a:p>
            <a:r>
              <a:rPr lang="en-US" altLang="zh-CN" sz="1200" dirty="0">
                <a:latin typeface="Courier New" panose="02070309020205020404" pitchFamily="49" charset="0"/>
                <a:cs typeface="Courier New" panose="02070309020205020404" pitchFamily="49" charset="0"/>
              </a:rPr>
              <a:t>            _Distance __topIndex, _Tp __value, _Compare __comp)</a:t>
            </a:r>
          </a:p>
          <a:p>
            <a:r>
              <a:rPr lang="en-US" altLang="zh-CN" sz="1200" dirty="0">
                <a:latin typeface="Courier New" panose="02070309020205020404" pitchFamily="49" charset="0"/>
                <a:cs typeface="Courier New" panose="02070309020205020404" pitchFamily="49" charset="0"/>
              </a:rPr>
              <a:t>{</a:t>
            </a:r>
          </a:p>
          <a:p>
            <a:r>
              <a:rPr lang="en-US" altLang="zh-CN" sz="1200" dirty="0">
                <a:latin typeface="Courier New" panose="02070309020205020404" pitchFamily="49" charset="0"/>
                <a:cs typeface="Courier New" panose="02070309020205020404" pitchFamily="49" charset="0"/>
              </a:rPr>
              <a:t>  _Distance __parent = (__holeIndex - 1) / 2;</a:t>
            </a:r>
          </a:p>
          <a:p>
            <a:r>
              <a:rPr lang="en-US" altLang="zh-CN" sz="1200" dirty="0">
                <a:latin typeface="Courier New" panose="02070309020205020404" pitchFamily="49" charset="0"/>
                <a:cs typeface="Courier New" panose="02070309020205020404" pitchFamily="49" charset="0"/>
              </a:rPr>
              <a:t>  while (__holeIndex &gt; __topIndex &amp;&amp; __comp(*(__first + __parent), __value)) {</a:t>
            </a:r>
          </a:p>
          <a:p>
            <a:r>
              <a:rPr lang="en-US" altLang="zh-CN" sz="1200" dirty="0">
                <a:latin typeface="Courier New" panose="02070309020205020404" pitchFamily="49" charset="0"/>
                <a:cs typeface="Courier New" panose="02070309020205020404" pitchFamily="49" charset="0"/>
              </a:rPr>
              <a:t>    *(__first + __holeIndex) = *(__first + __parent);</a:t>
            </a:r>
          </a:p>
          <a:p>
            <a:r>
              <a:rPr lang="en-US" altLang="zh-CN" sz="1200" dirty="0">
                <a:latin typeface="Courier New" panose="02070309020205020404" pitchFamily="49" charset="0"/>
                <a:cs typeface="Courier New" panose="02070309020205020404" pitchFamily="49" charset="0"/>
              </a:rPr>
              <a:t>    __holeIndex = __parent;</a:t>
            </a:r>
          </a:p>
          <a:p>
            <a:r>
              <a:rPr lang="en-US" altLang="zh-CN" sz="1200" dirty="0">
                <a:latin typeface="Courier New" panose="02070309020205020404" pitchFamily="49" charset="0"/>
                <a:cs typeface="Courier New" panose="02070309020205020404" pitchFamily="49" charset="0"/>
              </a:rPr>
              <a:t>    __parent = (__holeIndex - 1) / 2;</a:t>
            </a:r>
          </a:p>
          <a:p>
            <a:r>
              <a:rPr lang="en-US" altLang="zh-CN" sz="1200" dirty="0">
                <a:latin typeface="Courier New" panose="02070309020205020404" pitchFamily="49" charset="0"/>
                <a:cs typeface="Courier New" panose="02070309020205020404" pitchFamily="49" charset="0"/>
              </a:rPr>
              <a:t>  }</a:t>
            </a:r>
          </a:p>
          <a:p>
            <a:r>
              <a:rPr lang="en-US" altLang="zh-CN" sz="1200" dirty="0">
                <a:latin typeface="Courier New" panose="02070309020205020404" pitchFamily="49" charset="0"/>
                <a:cs typeface="Courier New" panose="02070309020205020404" pitchFamily="49" charset="0"/>
              </a:rPr>
              <a:t>  *(__first + __holeIndex) = __value;</a:t>
            </a:r>
          </a:p>
          <a:p>
            <a:r>
              <a:rPr lang="en-US" altLang="zh-CN" sz="1200" dirty="0">
                <a:latin typeface="Courier New" panose="02070309020205020404" pitchFamily="49" charset="0"/>
                <a:cs typeface="Courier New" panose="02070309020205020404" pitchFamily="49" charset="0"/>
              </a:rPr>
              <a:t>}</a:t>
            </a:r>
            <a:endParaRPr lang="zh-CN" alt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5563928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par>
                          <p:cTn id="12" fill="hold">
                            <p:stCondLst>
                              <p:cond delay="130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2"/>
                                        </p:tgtEl>
                                      </p:cBhvr>
                                    </p:animEffect>
                                    <p:animScale>
                                      <p:cBhvr>
                                        <p:cTn id="15"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0C262CF-5CC9-4929-99CD-9F101191856B}" type="slidenum">
              <a:rPr lang="en-GB" smtClean="0"/>
              <a:pPr/>
              <a:t>8</a:t>
            </a:fld>
            <a:endParaRPr lang="en-GB"/>
          </a:p>
        </p:txBody>
      </p:sp>
      <p:grpSp>
        <p:nvGrpSpPr>
          <p:cNvPr id="2" name="Group 44"/>
          <p:cNvGrpSpPr/>
          <p:nvPr/>
        </p:nvGrpSpPr>
        <p:grpSpPr>
          <a:xfrm>
            <a:off x="1764688" y="1265517"/>
            <a:ext cx="5614622" cy="2234103"/>
            <a:chOff x="2352918" y="1686835"/>
            <a:chExt cx="7486162" cy="2977885"/>
          </a:xfrm>
        </p:grpSpPr>
        <p:grpSp>
          <p:nvGrpSpPr>
            <p:cNvPr id="4" name="组合 24"/>
            <p:cNvGrpSpPr/>
            <p:nvPr/>
          </p:nvGrpSpPr>
          <p:grpSpPr>
            <a:xfrm>
              <a:off x="2352918" y="1686835"/>
              <a:ext cx="7486162" cy="2977885"/>
              <a:chOff x="676473" y="1988840"/>
              <a:chExt cx="7783959" cy="3096344"/>
            </a:xfrm>
          </p:grpSpPr>
          <p:sp>
            <p:nvSpPr>
              <p:cNvPr id="5" name="椭圆 6"/>
              <p:cNvSpPr/>
              <p:nvPr/>
            </p:nvSpPr>
            <p:spPr>
              <a:xfrm>
                <a:off x="676473"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1"/>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椭圆 6"/>
              <p:cNvSpPr/>
              <p:nvPr/>
            </p:nvSpPr>
            <p:spPr>
              <a:xfrm>
                <a:off x="2773106"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2"/>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椭圆 6"/>
              <p:cNvSpPr/>
              <p:nvPr/>
            </p:nvSpPr>
            <p:spPr>
              <a:xfrm>
                <a:off x="4869739"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4"/>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8" name="椭圆 13"/>
              <p:cNvSpPr/>
              <p:nvPr/>
            </p:nvSpPr>
            <p:spPr>
              <a:xfrm>
                <a:off x="678709" y="1988841"/>
                <a:ext cx="4404264" cy="2288491"/>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1"/>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9" name="椭圆 6"/>
              <p:cNvSpPr/>
              <p:nvPr/>
            </p:nvSpPr>
            <p:spPr>
              <a:xfrm>
                <a:off x="6966374" y="4345276"/>
                <a:ext cx="1479817" cy="739908"/>
              </a:xfrm>
              <a:custGeom>
                <a:avLst/>
                <a:gdLst/>
                <a:ahLst/>
                <a:cxnLst/>
                <a:rect l="l" t="t" r="r" b="b"/>
                <a:pathLst>
                  <a:path w="1296144" h="648072">
                    <a:moveTo>
                      <a:pt x="0" y="0"/>
                    </a:moveTo>
                    <a:lnTo>
                      <a:pt x="171519" y="0"/>
                    </a:lnTo>
                    <a:cubicBezTo>
                      <a:pt x="171519" y="263193"/>
                      <a:pt x="384879" y="476553"/>
                      <a:pt x="648072" y="476553"/>
                    </a:cubicBezTo>
                    <a:cubicBezTo>
                      <a:pt x="911265" y="476553"/>
                      <a:pt x="1124625" y="263193"/>
                      <a:pt x="1124625" y="0"/>
                    </a:cubicBezTo>
                    <a:lnTo>
                      <a:pt x="1296144" y="0"/>
                    </a:lnTo>
                    <a:cubicBezTo>
                      <a:pt x="1296144" y="357920"/>
                      <a:pt x="1005992" y="648072"/>
                      <a:pt x="648072" y="648072"/>
                    </a:cubicBezTo>
                    <a:cubicBezTo>
                      <a:pt x="290152" y="648072"/>
                      <a:pt x="0" y="357920"/>
                      <a:pt x="0" y="0"/>
                    </a:cubicBezTo>
                    <a:close/>
                  </a:path>
                </a:pathLst>
              </a:custGeom>
              <a:solidFill>
                <a:schemeClr val="accent3"/>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0" name="椭圆 13"/>
              <p:cNvSpPr/>
              <p:nvPr/>
            </p:nvSpPr>
            <p:spPr>
              <a:xfrm>
                <a:off x="2758865"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2"/>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1" name="椭圆 13"/>
              <p:cNvSpPr/>
              <p:nvPr/>
            </p:nvSpPr>
            <p:spPr>
              <a:xfrm>
                <a:off x="4056168"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3"/>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2" name="椭圆 13"/>
              <p:cNvSpPr/>
              <p:nvPr/>
            </p:nvSpPr>
            <p:spPr>
              <a:xfrm>
                <a:off x="1959534" y="1988840"/>
                <a:ext cx="4404264" cy="2288490"/>
              </a:xfrm>
              <a:custGeom>
                <a:avLst/>
                <a:gdLst/>
                <a:ahLst/>
                <a:cxnLst/>
                <a:rect l="l" t="t" r="r" b="b"/>
                <a:pathLst>
                  <a:path w="3672408" h="1908212">
                    <a:moveTo>
                      <a:pt x="1836204" y="0"/>
                    </a:moveTo>
                    <a:cubicBezTo>
                      <a:pt x="2850311" y="0"/>
                      <a:pt x="3672408" y="822097"/>
                      <a:pt x="3672408" y="1836204"/>
                    </a:cubicBezTo>
                    <a:lnTo>
                      <a:pt x="3668772" y="1908212"/>
                    </a:lnTo>
                    <a:lnTo>
                      <a:pt x="3488752" y="1908212"/>
                    </a:lnTo>
                    <a:cubicBezTo>
                      <a:pt x="3491871" y="1884397"/>
                      <a:pt x="3492388" y="1860361"/>
                      <a:pt x="3492388" y="1836204"/>
                    </a:cubicBezTo>
                    <a:cubicBezTo>
                      <a:pt x="3492388" y="921519"/>
                      <a:pt x="2750889" y="180020"/>
                      <a:pt x="1836204" y="180020"/>
                    </a:cubicBezTo>
                    <a:cubicBezTo>
                      <a:pt x="921519" y="180020"/>
                      <a:pt x="180020" y="921519"/>
                      <a:pt x="180020" y="1836204"/>
                    </a:cubicBezTo>
                    <a:lnTo>
                      <a:pt x="183656" y="1908212"/>
                    </a:lnTo>
                    <a:lnTo>
                      <a:pt x="3636" y="1908212"/>
                    </a:lnTo>
                    <a:cubicBezTo>
                      <a:pt x="466" y="1884382"/>
                      <a:pt x="0" y="1860347"/>
                      <a:pt x="0" y="1836204"/>
                    </a:cubicBezTo>
                    <a:cubicBezTo>
                      <a:pt x="0" y="822097"/>
                      <a:pt x="822097" y="0"/>
                      <a:pt x="1836204" y="0"/>
                    </a:cubicBezTo>
                    <a:close/>
                  </a:path>
                </a:pathLst>
              </a:custGeom>
              <a:solidFill>
                <a:schemeClr val="accent4"/>
              </a:solidFill>
              <a:ln w="25400" cap="flat" cmpd="sng" algn="ctr">
                <a:noFill/>
                <a:prstDash val="solid"/>
              </a:ln>
              <a:effectLst/>
              <a:scene3d>
                <a:camera prst="orthographicFront">
                  <a:rot lat="0" lon="0" rev="0"/>
                </a:camera>
                <a:lightRig rig="balanced" dir="t">
                  <a:rot lat="0" lon="0" rev="8700000"/>
                </a:lightRig>
              </a:scene3d>
              <a:sp3d>
                <a:bevelT w="0" h="0"/>
              </a:sp3d>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3" name="椭圆 33"/>
              <p:cNvSpPr/>
              <p:nvPr/>
            </p:nvSpPr>
            <p:spPr>
              <a:xfrm>
                <a:off x="958615" y="3891920"/>
                <a:ext cx="912706" cy="912706"/>
              </a:xfrm>
              <a:prstGeom prst="ellipse">
                <a:avLst/>
              </a:prstGeom>
              <a:solidFill>
                <a:schemeClr val="accent1"/>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4" name="椭圆 34"/>
              <p:cNvSpPr/>
              <p:nvPr/>
            </p:nvSpPr>
            <p:spPr>
              <a:xfrm>
                <a:off x="3068536" y="3900798"/>
                <a:ext cx="912706" cy="912706"/>
              </a:xfrm>
              <a:prstGeom prst="ellipse">
                <a:avLst/>
              </a:prstGeom>
              <a:solidFill>
                <a:schemeClr val="accent2"/>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5" name="椭圆 35"/>
              <p:cNvSpPr/>
              <p:nvPr/>
            </p:nvSpPr>
            <p:spPr>
              <a:xfrm>
                <a:off x="5153294" y="3900798"/>
                <a:ext cx="912706" cy="912706"/>
              </a:xfrm>
              <a:prstGeom prst="ellipse">
                <a:avLst/>
              </a:prstGeom>
              <a:solidFill>
                <a:schemeClr val="accent4"/>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6" name="椭圆 36"/>
              <p:cNvSpPr/>
              <p:nvPr/>
            </p:nvSpPr>
            <p:spPr>
              <a:xfrm>
                <a:off x="7249929" y="3888923"/>
                <a:ext cx="912706" cy="912706"/>
              </a:xfrm>
              <a:prstGeom prst="ellipse">
                <a:avLst/>
              </a:prstGeom>
              <a:solidFill>
                <a:schemeClr val="accent3"/>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grpSp>
        <p:grpSp>
          <p:nvGrpSpPr>
            <p:cNvPr id="17" name="Group 18"/>
            <p:cNvGrpSpPr/>
            <p:nvPr/>
          </p:nvGrpSpPr>
          <p:grpSpPr>
            <a:xfrm>
              <a:off x="8878895" y="3720550"/>
              <a:ext cx="464344" cy="465138"/>
              <a:chOff x="9145588" y="4435475"/>
              <a:chExt cx="464344" cy="465138"/>
            </a:xfrm>
            <a:solidFill>
              <a:schemeClr val="bg2"/>
            </a:solidFill>
          </p:grpSpPr>
          <p:sp>
            <p:nvSpPr>
              <p:cNvPr id="20" name="AutoShape 7"/>
              <p:cNvSpPr>
                <a:spLocks/>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1" name="AutoShape 8"/>
              <p:cNvSpPr>
                <a:spLocks/>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2" name="AutoShape 9"/>
              <p:cNvSpPr>
                <a:spLocks/>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3" name="AutoShape 10"/>
              <p:cNvSpPr>
                <a:spLocks/>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4" name="AutoShape 11"/>
              <p:cNvSpPr>
                <a:spLocks/>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5" name="AutoShape 12"/>
              <p:cNvSpPr>
                <a:spLocks/>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6" name="AutoShape 13"/>
              <p:cNvSpPr>
                <a:spLocks/>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7" name="AutoShape 14"/>
              <p:cNvSpPr>
                <a:spLocks/>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8" name="AutoShape 15"/>
              <p:cNvSpPr>
                <a:spLocks/>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sp>
          <p:nvSpPr>
            <p:cNvPr id="29" name="AutoShape 59"/>
            <p:cNvSpPr>
              <a:spLocks/>
            </p:cNvSpPr>
            <p:nvPr/>
          </p:nvSpPr>
          <p:spPr bwMode="auto">
            <a:xfrm>
              <a:off x="6864791" y="3772530"/>
              <a:ext cx="465138" cy="464344"/>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2"/>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nvGrpSpPr>
            <p:cNvPr id="18" name="Group 29"/>
            <p:cNvGrpSpPr/>
            <p:nvPr/>
          </p:nvGrpSpPr>
          <p:grpSpPr>
            <a:xfrm>
              <a:off x="4860188" y="3776023"/>
              <a:ext cx="464344" cy="464344"/>
              <a:chOff x="4439444" y="1652588"/>
              <a:chExt cx="464344" cy="464344"/>
            </a:xfrm>
            <a:solidFill>
              <a:schemeClr val="bg2"/>
            </a:solidFill>
          </p:grpSpPr>
          <p:sp>
            <p:nvSpPr>
              <p:cNvPr id="31" name="AutoShape 136"/>
              <p:cNvSpPr>
                <a:spLocks/>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2" name="AutoShape 137"/>
              <p:cNvSpPr>
                <a:spLocks/>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3" name="AutoShape 138"/>
              <p:cNvSpPr>
                <a:spLocks/>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19" name="Group 33"/>
            <p:cNvGrpSpPr/>
            <p:nvPr/>
          </p:nvGrpSpPr>
          <p:grpSpPr>
            <a:xfrm>
              <a:off x="2832347" y="3783168"/>
              <a:ext cx="464344" cy="362744"/>
              <a:chOff x="2581275" y="1710532"/>
              <a:chExt cx="464344" cy="362744"/>
            </a:xfrm>
            <a:solidFill>
              <a:schemeClr val="bg2"/>
            </a:solidFill>
          </p:grpSpPr>
          <p:sp>
            <p:nvSpPr>
              <p:cNvPr id="35"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6"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7"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8"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9"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0"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1"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30" name="Group 43"/>
          <p:cNvGrpSpPr/>
          <p:nvPr/>
        </p:nvGrpSpPr>
        <p:grpSpPr>
          <a:xfrm>
            <a:off x="1439653" y="3568035"/>
            <a:ext cx="1452086" cy="887643"/>
            <a:chOff x="2270669" y="4755915"/>
            <a:chExt cx="1584982" cy="1183160"/>
          </a:xfrm>
        </p:grpSpPr>
        <p:sp>
          <p:nvSpPr>
            <p:cNvPr id="42" name="TextBox 41"/>
            <p:cNvSpPr txBox="1"/>
            <p:nvPr/>
          </p:nvSpPr>
          <p:spPr>
            <a:xfrm>
              <a:off x="2626432"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43" name="Rectangle 42"/>
            <p:cNvSpPr/>
            <p:nvPr/>
          </p:nvSpPr>
          <p:spPr>
            <a:xfrm>
              <a:off x="2270669" y="5077566"/>
              <a:ext cx="1584982"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34" name="Group 47"/>
          <p:cNvGrpSpPr/>
          <p:nvPr/>
        </p:nvGrpSpPr>
        <p:grpSpPr>
          <a:xfrm>
            <a:off x="2952988" y="3568035"/>
            <a:ext cx="1452086" cy="887643"/>
            <a:chOff x="2270668" y="4755915"/>
            <a:chExt cx="1584983" cy="1183160"/>
          </a:xfrm>
        </p:grpSpPr>
        <p:sp>
          <p:nvSpPr>
            <p:cNvPr id="49" name="TextBox 48"/>
            <p:cNvSpPr txBox="1"/>
            <p:nvPr/>
          </p:nvSpPr>
          <p:spPr>
            <a:xfrm>
              <a:off x="2626433"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0" name="Rectangle 49"/>
            <p:cNvSpPr/>
            <p:nvPr/>
          </p:nvSpPr>
          <p:spPr>
            <a:xfrm>
              <a:off x="2270668"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44" name="Group 50"/>
          <p:cNvGrpSpPr/>
          <p:nvPr/>
        </p:nvGrpSpPr>
        <p:grpSpPr>
          <a:xfrm>
            <a:off x="4465302" y="3568035"/>
            <a:ext cx="1452087" cy="887643"/>
            <a:chOff x="2270668" y="4755915"/>
            <a:chExt cx="1584983" cy="1183160"/>
          </a:xfrm>
        </p:grpSpPr>
        <p:sp>
          <p:nvSpPr>
            <p:cNvPr id="52" name="TextBox 51"/>
            <p:cNvSpPr txBox="1"/>
            <p:nvPr/>
          </p:nvSpPr>
          <p:spPr>
            <a:xfrm>
              <a:off x="2626433"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3" name="Rectangle 52"/>
            <p:cNvSpPr/>
            <p:nvPr/>
          </p:nvSpPr>
          <p:spPr>
            <a:xfrm>
              <a:off x="2270668"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grpSp>
        <p:nvGrpSpPr>
          <p:cNvPr id="45" name="Group 53"/>
          <p:cNvGrpSpPr/>
          <p:nvPr/>
        </p:nvGrpSpPr>
        <p:grpSpPr>
          <a:xfrm>
            <a:off x="5975285" y="3568035"/>
            <a:ext cx="1452086" cy="887643"/>
            <a:chOff x="2270669" y="4755915"/>
            <a:chExt cx="1584983" cy="1183160"/>
          </a:xfrm>
        </p:grpSpPr>
        <p:sp>
          <p:nvSpPr>
            <p:cNvPr id="55" name="TextBox 54"/>
            <p:cNvSpPr txBox="1"/>
            <p:nvPr/>
          </p:nvSpPr>
          <p:spPr>
            <a:xfrm>
              <a:off x="2626434" y="4755915"/>
              <a:ext cx="873456"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6" name="Rectangle 55"/>
            <p:cNvSpPr/>
            <p:nvPr/>
          </p:nvSpPr>
          <p:spPr>
            <a:xfrm>
              <a:off x="2270669" y="5077566"/>
              <a:ext cx="1584983" cy="861509"/>
            </a:xfrm>
            <a:prstGeom prst="rect">
              <a:avLst/>
            </a:prstGeom>
          </p:spPr>
          <p:txBody>
            <a:bodyPr wrap="square">
              <a:spAutoFit/>
            </a:bodyPr>
            <a:lstStyle/>
            <a:p>
              <a:pPr algn="just"/>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00781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childTnLst>
                          </p:cTn>
                        </p:par>
                        <p:par>
                          <p:cTn id="22" fill="hold">
                            <p:stCondLst>
                              <p:cond delay="2500"/>
                            </p:stCondLst>
                            <p:childTnLst>
                              <p:par>
                                <p:cTn id="23" presetID="10" presetClass="entr" presetSubtype="0" fill="hold" nodeType="after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3477560" y="1699226"/>
            <a:ext cx="2178259" cy="2631619"/>
            <a:chOff x="3477368" y="1809631"/>
            <a:chExt cx="2178637" cy="2632076"/>
          </a:xfrm>
        </p:grpSpPr>
        <p:sp>
          <p:nvSpPr>
            <p:cNvPr id="59" name="淘宝店chenying0907 5"/>
            <p:cNvSpPr>
              <a:spLocks/>
            </p:cNvSpPr>
            <p:nvPr/>
          </p:nvSpPr>
          <p:spPr bwMode="auto">
            <a:xfrm>
              <a:off x="4433843" y="2367574"/>
              <a:ext cx="777579" cy="1381574"/>
            </a:xfrm>
            <a:custGeom>
              <a:avLst/>
              <a:gdLst>
                <a:gd name="T0" fmla="*/ 35 w 360"/>
                <a:gd name="T1" fmla="*/ 640 h 640"/>
                <a:gd name="T2" fmla="*/ 4 w 360"/>
                <a:gd name="T3" fmla="*/ 614 h 640"/>
                <a:gd name="T4" fmla="*/ 29 w 360"/>
                <a:gd name="T5" fmla="*/ 576 h 640"/>
                <a:gd name="T6" fmla="*/ 260 w 360"/>
                <a:gd name="T7" fmla="*/ 237 h 640"/>
                <a:gd name="T8" fmla="*/ 154 w 360"/>
                <a:gd name="T9" fmla="*/ 62 h 640"/>
                <a:gd name="T10" fmla="*/ 148 w 360"/>
                <a:gd name="T11" fmla="*/ 17 h 640"/>
                <a:gd name="T12" fmla="*/ 193 w 360"/>
                <a:gd name="T13" fmla="*/ 11 h 640"/>
                <a:gd name="T14" fmla="*/ 323 w 360"/>
                <a:gd name="T15" fmla="*/ 225 h 640"/>
                <a:gd name="T16" fmla="*/ 41 w 360"/>
                <a:gd name="T17" fmla="*/ 639 h 640"/>
                <a:gd name="T18" fmla="*/ 35 w 360"/>
                <a:gd name="T19" fmla="*/ 64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0" h="640">
                  <a:moveTo>
                    <a:pt x="35" y="640"/>
                  </a:moveTo>
                  <a:cubicBezTo>
                    <a:pt x="20" y="640"/>
                    <a:pt x="7" y="629"/>
                    <a:pt x="4" y="614"/>
                  </a:cubicBezTo>
                  <a:cubicBezTo>
                    <a:pt x="0" y="596"/>
                    <a:pt x="12" y="580"/>
                    <a:pt x="29" y="576"/>
                  </a:cubicBezTo>
                  <a:cubicBezTo>
                    <a:pt x="187" y="547"/>
                    <a:pt x="290" y="394"/>
                    <a:pt x="260" y="237"/>
                  </a:cubicBezTo>
                  <a:cubicBezTo>
                    <a:pt x="247" y="167"/>
                    <a:pt x="209" y="105"/>
                    <a:pt x="154" y="62"/>
                  </a:cubicBezTo>
                  <a:cubicBezTo>
                    <a:pt x="140" y="51"/>
                    <a:pt x="137" y="31"/>
                    <a:pt x="148" y="17"/>
                  </a:cubicBezTo>
                  <a:cubicBezTo>
                    <a:pt x="159" y="3"/>
                    <a:pt x="179" y="0"/>
                    <a:pt x="193" y="11"/>
                  </a:cubicBezTo>
                  <a:cubicBezTo>
                    <a:pt x="261" y="64"/>
                    <a:pt x="307" y="140"/>
                    <a:pt x="323" y="225"/>
                  </a:cubicBezTo>
                  <a:cubicBezTo>
                    <a:pt x="360" y="417"/>
                    <a:pt x="233" y="603"/>
                    <a:pt x="41" y="639"/>
                  </a:cubicBezTo>
                  <a:cubicBezTo>
                    <a:pt x="39" y="640"/>
                    <a:pt x="37" y="640"/>
                    <a:pt x="35" y="640"/>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0" name="淘宝店chenying0907 6"/>
            <p:cNvSpPr>
              <a:spLocks/>
            </p:cNvSpPr>
            <p:nvPr/>
          </p:nvSpPr>
          <p:spPr bwMode="auto">
            <a:xfrm>
              <a:off x="4304542" y="2489791"/>
              <a:ext cx="759867" cy="1392202"/>
            </a:xfrm>
            <a:custGeom>
              <a:avLst/>
              <a:gdLst>
                <a:gd name="T0" fmla="*/ 35 w 352"/>
                <a:gd name="T1" fmla="*/ 645 h 645"/>
                <a:gd name="T2" fmla="*/ 4 w 352"/>
                <a:gd name="T3" fmla="*/ 620 h 645"/>
                <a:gd name="T4" fmla="*/ 28 w 352"/>
                <a:gd name="T5" fmla="*/ 581 h 645"/>
                <a:gd name="T6" fmla="*/ 246 w 352"/>
                <a:gd name="T7" fmla="*/ 233 h 645"/>
                <a:gd name="T8" fmla="*/ 132 w 352"/>
                <a:gd name="T9" fmla="*/ 62 h 645"/>
                <a:gd name="T10" fmla="*/ 125 w 352"/>
                <a:gd name="T11" fmla="*/ 17 h 645"/>
                <a:gd name="T12" fmla="*/ 169 w 352"/>
                <a:gd name="T13" fmla="*/ 10 h 645"/>
                <a:gd name="T14" fmla="*/ 308 w 352"/>
                <a:gd name="T15" fmla="*/ 218 h 645"/>
                <a:gd name="T16" fmla="*/ 43 w 352"/>
                <a:gd name="T17" fmla="*/ 644 h 645"/>
                <a:gd name="T18" fmla="*/ 35 w 352"/>
                <a:gd name="T19" fmla="*/ 645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645">
                  <a:moveTo>
                    <a:pt x="35" y="645"/>
                  </a:moveTo>
                  <a:cubicBezTo>
                    <a:pt x="21" y="645"/>
                    <a:pt x="8" y="635"/>
                    <a:pt x="4" y="620"/>
                  </a:cubicBezTo>
                  <a:cubicBezTo>
                    <a:pt x="0" y="603"/>
                    <a:pt x="11" y="585"/>
                    <a:pt x="28" y="581"/>
                  </a:cubicBezTo>
                  <a:cubicBezTo>
                    <a:pt x="184" y="545"/>
                    <a:pt x="282" y="389"/>
                    <a:pt x="246" y="233"/>
                  </a:cubicBezTo>
                  <a:cubicBezTo>
                    <a:pt x="230" y="164"/>
                    <a:pt x="189" y="103"/>
                    <a:pt x="132" y="62"/>
                  </a:cubicBezTo>
                  <a:cubicBezTo>
                    <a:pt x="118" y="52"/>
                    <a:pt x="114" y="32"/>
                    <a:pt x="125" y="17"/>
                  </a:cubicBezTo>
                  <a:cubicBezTo>
                    <a:pt x="135" y="3"/>
                    <a:pt x="155" y="0"/>
                    <a:pt x="169" y="10"/>
                  </a:cubicBezTo>
                  <a:cubicBezTo>
                    <a:pt x="239" y="60"/>
                    <a:pt x="289" y="134"/>
                    <a:pt x="308" y="218"/>
                  </a:cubicBezTo>
                  <a:cubicBezTo>
                    <a:pt x="352" y="409"/>
                    <a:pt x="233" y="600"/>
                    <a:pt x="43" y="644"/>
                  </a:cubicBezTo>
                  <a:cubicBezTo>
                    <a:pt x="40" y="644"/>
                    <a:pt x="38" y="645"/>
                    <a:pt x="35" y="645"/>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1" name="淘宝店chenying0907 7"/>
            <p:cNvSpPr>
              <a:spLocks/>
            </p:cNvSpPr>
            <p:nvPr/>
          </p:nvSpPr>
          <p:spPr bwMode="auto">
            <a:xfrm>
              <a:off x="3805050" y="2146168"/>
              <a:ext cx="1188509" cy="1367404"/>
            </a:xfrm>
            <a:custGeom>
              <a:avLst/>
              <a:gdLst>
                <a:gd name="T0" fmla="*/ 146 w 550"/>
                <a:gd name="T1" fmla="*/ 633 h 633"/>
                <a:gd name="T2" fmla="*/ 125 w 550"/>
                <a:gd name="T3" fmla="*/ 625 h 633"/>
                <a:gd name="T4" fmla="*/ 0 w 550"/>
                <a:gd name="T5" fmla="*/ 355 h 633"/>
                <a:gd name="T6" fmla="*/ 355 w 550"/>
                <a:gd name="T7" fmla="*/ 0 h 633"/>
                <a:gd name="T8" fmla="*/ 529 w 550"/>
                <a:gd name="T9" fmla="*/ 46 h 633"/>
                <a:gd name="T10" fmla="*/ 541 w 550"/>
                <a:gd name="T11" fmla="*/ 90 h 633"/>
                <a:gd name="T12" fmla="*/ 498 w 550"/>
                <a:gd name="T13" fmla="*/ 102 h 633"/>
                <a:gd name="T14" fmla="*/ 355 w 550"/>
                <a:gd name="T15" fmla="*/ 64 h 633"/>
                <a:gd name="T16" fmla="*/ 64 w 550"/>
                <a:gd name="T17" fmla="*/ 355 h 633"/>
                <a:gd name="T18" fmla="*/ 166 w 550"/>
                <a:gd name="T19" fmla="*/ 576 h 633"/>
                <a:gd name="T20" fmla="*/ 170 w 550"/>
                <a:gd name="T21" fmla="*/ 621 h 633"/>
                <a:gd name="T22" fmla="*/ 146 w 550"/>
                <a:gd name="T2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0" h="633">
                  <a:moveTo>
                    <a:pt x="146" y="633"/>
                  </a:moveTo>
                  <a:cubicBezTo>
                    <a:pt x="138" y="633"/>
                    <a:pt x="131" y="630"/>
                    <a:pt x="125" y="625"/>
                  </a:cubicBezTo>
                  <a:cubicBezTo>
                    <a:pt x="46" y="557"/>
                    <a:pt x="0" y="459"/>
                    <a:pt x="0" y="355"/>
                  </a:cubicBezTo>
                  <a:cubicBezTo>
                    <a:pt x="0" y="160"/>
                    <a:pt x="159" y="0"/>
                    <a:pt x="355" y="0"/>
                  </a:cubicBezTo>
                  <a:cubicBezTo>
                    <a:pt x="416" y="0"/>
                    <a:pt x="476" y="16"/>
                    <a:pt x="529" y="46"/>
                  </a:cubicBezTo>
                  <a:cubicBezTo>
                    <a:pt x="545" y="55"/>
                    <a:pt x="550" y="74"/>
                    <a:pt x="541" y="90"/>
                  </a:cubicBezTo>
                  <a:cubicBezTo>
                    <a:pt x="533" y="105"/>
                    <a:pt x="513" y="111"/>
                    <a:pt x="498" y="102"/>
                  </a:cubicBezTo>
                  <a:cubicBezTo>
                    <a:pt x="454" y="77"/>
                    <a:pt x="405" y="64"/>
                    <a:pt x="355" y="64"/>
                  </a:cubicBezTo>
                  <a:cubicBezTo>
                    <a:pt x="195" y="64"/>
                    <a:pt x="64" y="195"/>
                    <a:pt x="64" y="355"/>
                  </a:cubicBezTo>
                  <a:cubicBezTo>
                    <a:pt x="64" y="440"/>
                    <a:pt x="102" y="521"/>
                    <a:pt x="166" y="576"/>
                  </a:cubicBezTo>
                  <a:cubicBezTo>
                    <a:pt x="180" y="588"/>
                    <a:pt x="181" y="608"/>
                    <a:pt x="170" y="621"/>
                  </a:cubicBezTo>
                  <a:cubicBezTo>
                    <a:pt x="164" y="629"/>
                    <a:pt x="155" y="633"/>
                    <a:pt x="146" y="633"/>
                  </a:cubicBez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2" name="淘宝店chenying0907 8"/>
            <p:cNvSpPr>
              <a:spLocks/>
            </p:cNvSpPr>
            <p:nvPr/>
          </p:nvSpPr>
          <p:spPr bwMode="auto">
            <a:xfrm>
              <a:off x="4355908" y="2688170"/>
              <a:ext cx="485322" cy="1140684"/>
            </a:xfrm>
            <a:custGeom>
              <a:avLst/>
              <a:gdLst>
                <a:gd name="T0" fmla="*/ 212 w 225"/>
                <a:gd name="T1" fmla="*/ 235 h 528"/>
                <a:gd name="T2" fmla="*/ 99 w 225"/>
                <a:gd name="T3" fmla="*/ 12 h 528"/>
                <a:gd name="T4" fmla="*/ 54 w 225"/>
                <a:gd name="T5" fmla="*/ 14 h 528"/>
                <a:gd name="T6" fmla="*/ 56 w 225"/>
                <a:gd name="T7" fmla="*/ 59 h 528"/>
                <a:gd name="T8" fmla="*/ 110 w 225"/>
                <a:gd name="T9" fmla="*/ 126 h 528"/>
                <a:gd name="T10" fmla="*/ 117 w 225"/>
                <a:gd name="T11" fmla="*/ 212 h 528"/>
                <a:gd name="T12" fmla="*/ 62 w 225"/>
                <a:gd name="T13" fmla="*/ 309 h 528"/>
                <a:gd name="T14" fmla="*/ 0 w 225"/>
                <a:gd name="T15" fmla="*/ 528 h 528"/>
                <a:gd name="T16" fmla="*/ 52 w 225"/>
                <a:gd name="T17" fmla="*/ 528 h 528"/>
                <a:gd name="T18" fmla="*/ 107 w 225"/>
                <a:gd name="T19" fmla="*/ 528 h 528"/>
                <a:gd name="T20" fmla="*/ 212 w 225"/>
                <a:gd name="T21" fmla="*/ 23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 h="528">
                  <a:moveTo>
                    <a:pt x="212" y="235"/>
                  </a:moveTo>
                  <a:cubicBezTo>
                    <a:pt x="203" y="149"/>
                    <a:pt x="163" y="70"/>
                    <a:pt x="99" y="12"/>
                  </a:cubicBezTo>
                  <a:cubicBezTo>
                    <a:pt x="86" y="0"/>
                    <a:pt x="66" y="1"/>
                    <a:pt x="54" y="14"/>
                  </a:cubicBezTo>
                  <a:cubicBezTo>
                    <a:pt x="42" y="27"/>
                    <a:pt x="43" y="47"/>
                    <a:pt x="56" y="59"/>
                  </a:cubicBezTo>
                  <a:cubicBezTo>
                    <a:pt x="77" y="79"/>
                    <a:pt x="96" y="101"/>
                    <a:pt x="110" y="126"/>
                  </a:cubicBezTo>
                  <a:cubicBezTo>
                    <a:pt x="115" y="136"/>
                    <a:pt x="126" y="163"/>
                    <a:pt x="117" y="212"/>
                  </a:cubicBezTo>
                  <a:cubicBezTo>
                    <a:pt x="107" y="265"/>
                    <a:pt x="62" y="309"/>
                    <a:pt x="62" y="309"/>
                  </a:cubicBezTo>
                  <a:cubicBezTo>
                    <a:pt x="0" y="528"/>
                    <a:pt x="0" y="528"/>
                    <a:pt x="0" y="528"/>
                  </a:cubicBezTo>
                  <a:cubicBezTo>
                    <a:pt x="52" y="528"/>
                    <a:pt x="52" y="528"/>
                    <a:pt x="52" y="528"/>
                  </a:cubicBezTo>
                  <a:cubicBezTo>
                    <a:pt x="107" y="528"/>
                    <a:pt x="107" y="528"/>
                    <a:pt x="107" y="528"/>
                  </a:cubicBezTo>
                  <a:cubicBezTo>
                    <a:pt x="182" y="455"/>
                    <a:pt x="225" y="348"/>
                    <a:pt x="212" y="235"/>
                  </a:cubicBezTo>
                  <a:close/>
                </a:path>
              </a:pathLst>
            </a:custGeom>
            <a:solidFill>
              <a:schemeClr val="tx1">
                <a:lumMod val="25000"/>
                <a:lumOff val="75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3" name="淘宝店chenying0907 9"/>
            <p:cNvSpPr>
              <a:spLocks/>
            </p:cNvSpPr>
            <p:nvPr/>
          </p:nvSpPr>
          <p:spPr bwMode="auto">
            <a:xfrm>
              <a:off x="4247862" y="2374659"/>
              <a:ext cx="1091090" cy="1546301"/>
            </a:xfrm>
            <a:custGeom>
              <a:avLst/>
              <a:gdLst>
                <a:gd name="T0" fmla="*/ 505 w 505"/>
                <a:gd name="T1" fmla="*/ 249 h 716"/>
                <a:gd name="T2" fmla="*/ 416 w 505"/>
                <a:gd name="T3" fmla="*/ 15 h 716"/>
                <a:gd name="T4" fmla="*/ 371 w 505"/>
                <a:gd name="T5" fmla="*/ 12 h 716"/>
                <a:gd name="T6" fmla="*/ 368 w 505"/>
                <a:gd name="T7" fmla="*/ 57 h 716"/>
                <a:gd name="T8" fmla="*/ 440 w 505"/>
                <a:gd name="T9" fmla="*/ 234 h 716"/>
                <a:gd name="T10" fmla="*/ 356 w 505"/>
                <a:gd name="T11" fmla="*/ 386 h 716"/>
                <a:gd name="T12" fmla="*/ 288 w 505"/>
                <a:gd name="T13" fmla="*/ 361 h 716"/>
                <a:gd name="T14" fmla="*/ 318 w 505"/>
                <a:gd name="T15" fmla="*/ 205 h 716"/>
                <a:gd name="T16" fmla="*/ 311 w 505"/>
                <a:gd name="T17" fmla="*/ 139 h 716"/>
                <a:gd name="T18" fmla="*/ 247 w 505"/>
                <a:gd name="T19" fmla="*/ 171 h 716"/>
                <a:gd name="T20" fmla="*/ 186 w 505"/>
                <a:gd name="T21" fmla="*/ 351 h 716"/>
                <a:gd name="T22" fmla="*/ 53 w 505"/>
                <a:gd name="T23" fmla="*/ 479 h 716"/>
                <a:gd name="T24" fmla="*/ 0 w 505"/>
                <a:gd name="T25" fmla="*/ 618 h 716"/>
                <a:gd name="T26" fmla="*/ 0 w 505"/>
                <a:gd name="T27" fmla="*/ 716 h 716"/>
                <a:gd name="T28" fmla="*/ 299 w 505"/>
                <a:gd name="T29" fmla="*/ 716 h 716"/>
                <a:gd name="T30" fmla="*/ 306 w 505"/>
                <a:gd name="T31" fmla="*/ 617 h 716"/>
                <a:gd name="T32" fmla="*/ 384 w 505"/>
                <a:gd name="T33" fmla="*/ 515 h 716"/>
                <a:gd name="T34" fmla="*/ 389 w 505"/>
                <a:gd name="T35" fmla="*/ 511 h 716"/>
                <a:gd name="T36" fmla="*/ 390 w 505"/>
                <a:gd name="T37" fmla="*/ 511 h 716"/>
                <a:gd name="T38" fmla="*/ 390 w 505"/>
                <a:gd name="T39" fmla="*/ 510 h 716"/>
                <a:gd name="T40" fmla="*/ 505 w 505"/>
                <a:gd name="T41" fmla="*/ 249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5" h="716">
                  <a:moveTo>
                    <a:pt x="505" y="249"/>
                  </a:moveTo>
                  <a:cubicBezTo>
                    <a:pt x="505" y="163"/>
                    <a:pt x="473" y="80"/>
                    <a:pt x="416" y="15"/>
                  </a:cubicBezTo>
                  <a:cubicBezTo>
                    <a:pt x="405" y="2"/>
                    <a:pt x="384" y="0"/>
                    <a:pt x="371" y="12"/>
                  </a:cubicBezTo>
                  <a:cubicBezTo>
                    <a:pt x="358" y="24"/>
                    <a:pt x="357" y="44"/>
                    <a:pt x="368" y="57"/>
                  </a:cubicBezTo>
                  <a:cubicBezTo>
                    <a:pt x="412" y="106"/>
                    <a:pt x="437" y="169"/>
                    <a:pt x="440" y="234"/>
                  </a:cubicBezTo>
                  <a:cubicBezTo>
                    <a:pt x="441" y="289"/>
                    <a:pt x="402" y="347"/>
                    <a:pt x="356" y="386"/>
                  </a:cubicBezTo>
                  <a:cubicBezTo>
                    <a:pt x="310" y="425"/>
                    <a:pt x="293" y="391"/>
                    <a:pt x="288" y="361"/>
                  </a:cubicBezTo>
                  <a:cubicBezTo>
                    <a:pt x="283" y="331"/>
                    <a:pt x="304" y="244"/>
                    <a:pt x="318" y="205"/>
                  </a:cubicBezTo>
                  <a:cubicBezTo>
                    <a:pt x="333" y="165"/>
                    <a:pt x="327" y="150"/>
                    <a:pt x="311" y="139"/>
                  </a:cubicBezTo>
                  <a:cubicBezTo>
                    <a:pt x="296" y="129"/>
                    <a:pt x="268" y="133"/>
                    <a:pt x="247" y="171"/>
                  </a:cubicBezTo>
                  <a:cubicBezTo>
                    <a:pt x="226" y="210"/>
                    <a:pt x="216" y="287"/>
                    <a:pt x="186" y="351"/>
                  </a:cubicBezTo>
                  <a:cubicBezTo>
                    <a:pt x="157" y="415"/>
                    <a:pt x="95" y="438"/>
                    <a:pt x="53" y="479"/>
                  </a:cubicBezTo>
                  <a:cubicBezTo>
                    <a:pt x="11" y="520"/>
                    <a:pt x="0" y="580"/>
                    <a:pt x="0" y="618"/>
                  </a:cubicBezTo>
                  <a:cubicBezTo>
                    <a:pt x="0" y="656"/>
                    <a:pt x="0" y="716"/>
                    <a:pt x="0" y="716"/>
                  </a:cubicBezTo>
                  <a:cubicBezTo>
                    <a:pt x="299" y="716"/>
                    <a:pt x="299" y="716"/>
                    <a:pt x="299" y="716"/>
                  </a:cubicBezTo>
                  <a:cubicBezTo>
                    <a:pt x="299" y="716"/>
                    <a:pt x="289" y="654"/>
                    <a:pt x="306" y="617"/>
                  </a:cubicBezTo>
                  <a:cubicBezTo>
                    <a:pt x="321" y="582"/>
                    <a:pt x="362" y="536"/>
                    <a:pt x="384" y="515"/>
                  </a:cubicBezTo>
                  <a:cubicBezTo>
                    <a:pt x="386" y="514"/>
                    <a:pt x="388" y="512"/>
                    <a:pt x="389" y="511"/>
                  </a:cubicBezTo>
                  <a:cubicBezTo>
                    <a:pt x="389" y="511"/>
                    <a:pt x="389" y="511"/>
                    <a:pt x="390" y="511"/>
                  </a:cubicBezTo>
                  <a:cubicBezTo>
                    <a:pt x="390" y="510"/>
                    <a:pt x="390" y="510"/>
                    <a:pt x="390" y="510"/>
                  </a:cubicBezTo>
                  <a:cubicBezTo>
                    <a:pt x="460" y="445"/>
                    <a:pt x="505" y="352"/>
                    <a:pt x="505" y="249"/>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4" name="淘宝店chenying0907 10"/>
            <p:cNvSpPr>
              <a:spLocks/>
            </p:cNvSpPr>
            <p:nvPr/>
          </p:nvSpPr>
          <p:spPr bwMode="auto">
            <a:xfrm>
              <a:off x="4219522" y="3995352"/>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5" name="淘宝店chenying0907 11"/>
            <p:cNvSpPr>
              <a:spLocks/>
            </p:cNvSpPr>
            <p:nvPr/>
          </p:nvSpPr>
          <p:spPr bwMode="auto">
            <a:xfrm>
              <a:off x="4219522" y="4167163"/>
              <a:ext cx="704957" cy="100962"/>
            </a:xfrm>
            <a:custGeom>
              <a:avLst/>
              <a:gdLst>
                <a:gd name="T0" fmla="*/ 326 w 326"/>
                <a:gd name="T1" fmla="*/ 24 h 47"/>
                <a:gd name="T2" fmla="*/ 302 w 326"/>
                <a:gd name="T3" fmla="*/ 47 h 47"/>
                <a:gd name="T4" fmla="*/ 24 w 326"/>
                <a:gd name="T5" fmla="*/ 47 h 47"/>
                <a:gd name="T6" fmla="*/ 0 w 326"/>
                <a:gd name="T7" fmla="*/ 24 h 47"/>
                <a:gd name="T8" fmla="*/ 0 w 326"/>
                <a:gd name="T9" fmla="*/ 24 h 47"/>
                <a:gd name="T10" fmla="*/ 24 w 326"/>
                <a:gd name="T11" fmla="*/ 0 h 47"/>
                <a:gd name="T12" fmla="*/ 302 w 326"/>
                <a:gd name="T13" fmla="*/ 0 h 47"/>
                <a:gd name="T14" fmla="*/ 326 w 326"/>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 h="47">
                  <a:moveTo>
                    <a:pt x="326" y="24"/>
                  </a:moveTo>
                  <a:cubicBezTo>
                    <a:pt x="326" y="37"/>
                    <a:pt x="315" y="47"/>
                    <a:pt x="302" y="47"/>
                  </a:cubicBezTo>
                  <a:cubicBezTo>
                    <a:pt x="24" y="47"/>
                    <a:pt x="24" y="47"/>
                    <a:pt x="24" y="47"/>
                  </a:cubicBezTo>
                  <a:cubicBezTo>
                    <a:pt x="11" y="47"/>
                    <a:pt x="0" y="37"/>
                    <a:pt x="0" y="24"/>
                  </a:cubicBezTo>
                  <a:cubicBezTo>
                    <a:pt x="0" y="24"/>
                    <a:pt x="0" y="24"/>
                    <a:pt x="0" y="24"/>
                  </a:cubicBezTo>
                  <a:cubicBezTo>
                    <a:pt x="0" y="11"/>
                    <a:pt x="11" y="0"/>
                    <a:pt x="24" y="0"/>
                  </a:cubicBezTo>
                  <a:cubicBezTo>
                    <a:pt x="302" y="0"/>
                    <a:pt x="302" y="0"/>
                    <a:pt x="302" y="0"/>
                  </a:cubicBezTo>
                  <a:cubicBezTo>
                    <a:pt x="315" y="0"/>
                    <a:pt x="326" y="11"/>
                    <a:pt x="326"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6" name="淘宝店chenying0907 12"/>
            <p:cNvSpPr>
              <a:spLocks/>
            </p:cNvSpPr>
            <p:nvPr/>
          </p:nvSpPr>
          <p:spPr bwMode="auto">
            <a:xfrm>
              <a:off x="4375392" y="4340745"/>
              <a:ext cx="393217" cy="100962"/>
            </a:xfrm>
            <a:custGeom>
              <a:avLst/>
              <a:gdLst>
                <a:gd name="T0" fmla="*/ 182 w 182"/>
                <a:gd name="T1" fmla="*/ 24 h 47"/>
                <a:gd name="T2" fmla="*/ 159 w 182"/>
                <a:gd name="T3" fmla="*/ 47 h 47"/>
                <a:gd name="T4" fmla="*/ 24 w 182"/>
                <a:gd name="T5" fmla="*/ 47 h 47"/>
                <a:gd name="T6" fmla="*/ 0 w 182"/>
                <a:gd name="T7" fmla="*/ 24 h 47"/>
                <a:gd name="T8" fmla="*/ 0 w 182"/>
                <a:gd name="T9" fmla="*/ 24 h 47"/>
                <a:gd name="T10" fmla="*/ 24 w 182"/>
                <a:gd name="T11" fmla="*/ 0 h 47"/>
                <a:gd name="T12" fmla="*/ 159 w 182"/>
                <a:gd name="T13" fmla="*/ 0 h 47"/>
                <a:gd name="T14" fmla="*/ 182 w 182"/>
                <a:gd name="T15" fmla="*/ 2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2" h="47">
                  <a:moveTo>
                    <a:pt x="182" y="24"/>
                  </a:moveTo>
                  <a:cubicBezTo>
                    <a:pt x="182" y="37"/>
                    <a:pt x="171" y="47"/>
                    <a:pt x="159" y="47"/>
                  </a:cubicBezTo>
                  <a:cubicBezTo>
                    <a:pt x="24" y="47"/>
                    <a:pt x="24" y="47"/>
                    <a:pt x="24" y="47"/>
                  </a:cubicBezTo>
                  <a:cubicBezTo>
                    <a:pt x="11" y="47"/>
                    <a:pt x="0" y="37"/>
                    <a:pt x="0" y="24"/>
                  </a:cubicBezTo>
                  <a:cubicBezTo>
                    <a:pt x="0" y="24"/>
                    <a:pt x="0" y="24"/>
                    <a:pt x="0" y="24"/>
                  </a:cubicBezTo>
                  <a:cubicBezTo>
                    <a:pt x="0" y="11"/>
                    <a:pt x="11" y="0"/>
                    <a:pt x="24" y="0"/>
                  </a:cubicBezTo>
                  <a:cubicBezTo>
                    <a:pt x="159" y="0"/>
                    <a:pt x="159" y="0"/>
                    <a:pt x="159" y="0"/>
                  </a:cubicBezTo>
                  <a:cubicBezTo>
                    <a:pt x="171" y="0"/>
                    <a:pt x="182" y="11"/>
                    <a:pt x="182" y="24"/>
                  </a:cubicBezTo>
                  <a:close/>
                </a:path>
              </a:pathLst>
            </a:cu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7" name="淘宝店chenying0907 13"/>
            <p:cNvSpPr>
              <a:spLocks/>
            </p:cNvSpPr>
            <p:nvPr/>
          </p:nvSpPr>
          <p:spPr bwMode="auto">
            <a:xfrm>
              <a:off x="4550745" y="1809631"/>
              <a:ext cx="42510" cy="216092"/>
            </a:xfrm>
            <a:custGeom>
              <a:avLst/>
              <a:gdLst>
                <a:gd name="T0" fmla="*/ 20 w 20"/>
                <a:gd name="T1" fmla="*/ 90 h 100"/>
                <a:gd name="T2" fmla="*/ 10 w 20"/>
                <a:gd name="T3" fmla="*/ 100 h 100"/>
                <a:gd name="T4" fmla="*/ 10 w 20"/>
                <a:gd name="T5" fmla="*/ 100 h 100"/>
                <a:gd name="T6" fmla="*/ 0 w 20"/>
                <a:gd name="T7" fmla="*/ 90 h 100"/>
                <a:gd name="T8" fmla="*/ 0 w 20"/>
                <a:gd name="T9" fmla="*/ 10 h 100"/>
                <a:gd name="T10" fmla="*/ 10 w 20"/>
                <a:gd name="T11" fmla="*/ 0 h 100"/>
                <a:gd name="T12" fmla="*/ 10 w 20"/>
                <a:gd name="T13" fmla="*/ 0 h 100"/>
                <a:gd name="T14" fmla="*/ 20 w 20"/>
                <a:gd name="T15" fmla="*/ 10 h 100"/>
                <a:gd name="T16" fmla="*/ 20 w 20"/>
                <a:gd name="T17" fmla="*/ 9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00">
                  <a:moveTo>
                    <a:pt x="20" y="90"/>
                  </a:moveTo>
                  <a:cubicBezTo>
                    <a:pt x="20" y="95"/>
                    <a:pt x="16" y="100"/>
                    <a:pt x="10" y="100"/>
                  </a:cubicBezTo>
                  <a:cubicBezTo>
                    <a:pt x="10" y="100"/>
                    <a:pt x="10" y="100"/>
                    <a:pt x="10" y="100"/>
                  </a:cubicBezTo>
                  <a:cubicBezTo>
                    <a:pt x="4" y="100"/>
                    <a:pt x="0" y="95"/>
                    <a:pt x="0" y="90"/>
                  </a:cubicBezTo>
                  <a:cubicBezTo>
                    <a:pt x="0" y="10"/>
                    <a:pt x="0" y="10"/>
                    <a:pt x="0" y="10"/>
                  </a:cubicBezTo>
                  <a:cubicBezTo>
                    <a:pt x="0" y="4"/>
                    <a:pt x="4" y="0"/>
                    <a:pt x="10" y="0"/>
                  </a:cubicBezTo>
                  <a:cubicBezTo>
                    <a:pt x="10" y="0"/>
                    <a:pt x="10" y="0"/>
                    <a:pt x="10" y="0"/>
                  </a:cubicBezTo>
                  <a:cubicBezTo>
                    <a:pt x="16" y="0"/>
                    <a:pt x="20" y="4"/>
                    <a:pt x="20" y="10"/>
                  </a:cubicBezTo>
                  <a:lnTo>
                    <a:pt x="20" y="9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8" name="淘宝店chenying0907 14"/>
            <p:cNvSpPr>
              <a:spLocks/>
            </p:cNvSpPr>
            <p:nvPr/>
          </p:nvSpPr>
          <p:spPr bwMode="auto">
            <a:xfrm>
              <a:off x="4362993" y="1822029"/>
              <a:ext cx="77935" cy="216092"/>
            </a:xfrm>
            <a:custGeom>
              <a:avLst/>
              <a:gdLst>
                <a:gd name="T0" fmla="*/ 35 w 36"/>
                <a:gd name="T1" fmla="*/ 88 h 100"/>
                <a:gd name="T2" fmla="*/ 27 w 36"/>
                <a:gd name="T3" fmla="*/ 100 h 100"/>
                <a:gd name="T4" fmla="*/ 27 w 36"/>
                <a:gd name="T5" fmla="*/ 100 h 100"/>
                <a:gd name="T6" fmla="*/ 15 w 36"/>
                <a:gd name="T7" fmla="*/ 91 h 100"/>
                <a:gd name="T8" fmla="*/ 1 w 36"/>
                <a:gd name="T9" fmla="*/ 13 h 100"/>
                <a:gd name="T10" fmla="*/ 9 w 36"/>
                <a:gd name="T11" fmla="*/ 1 h 100"/>
                <a:gd name="T12" fmla="*/ 9 w 36"/>
                <a:gd name="T13" fmla="*/ 1 h 100"/>
                <a:gd name="T14" fmla="*/ 21 w 36"/>
                <a:gd name="T15" fmla="*/ 9 h 100"/>
                <a:gd name="T16" fmla="*/ 35 w 36"/>
                <a:gd name="T17" fmla="*/ 8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35" y="88"/>
                  </a:moveTo>
                  <a:cubicBezTo>
                    <a:pt x="36" y="93"/>
                    <a:pt x="32" y="99"/>
                    <a:pt x="27" y="100"/>
                  </a:cubicBezTo>
                  <a:cubicBezTo>
                    <a:pt x="27" y="100"/>
                    <a:pt x="27" y="100"/>
                    <a:pt x="27" y="100"/>
                  </a:cubicBezTo>
                  <a:cubicBezTo>
                    <a:pt x="21" y="100"/>
                    <a:pt x="16" y="97"/>
                    <a:pt x="15" y="91"/>
                  </a:cubicBezTo>
                  <a:cubicBezTo>
                    <a:pt x="1" y="13"/>
                    <a:pt x="1" y="13"/>
                    <a:pt x="1" y="13"/>
                  </a:cubicBezTo>
                  <a:cubicBezTo>
                    <a:pt x="0" y="7"/>
                    <a:pt x="4" y="2"/>
                    <a:pt x="9" y="1"/>
                  </a:cubicBezTo>
                  <a:cubicBezTo>
                    <a:pt x="9" y="1"/>
                    <a:pt x="9" y="1"/>
                    <a:pt x="9" y="1"/>
                  </a:cubicBezTo>
                  <a:cubicBezTo>
                    <a:pt x="15" y="0"/>
                    <a:pt x="20" y="4"/>
                    <a:pt x="21" y="9"/>
                  </a:cubicBezTo>
                  <a:lnTo>
                    <a:pt x="35" y="88"/>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69" name="淘宝店chenying0907 15"/>
            <p:cNvSpPr>
              <a:spLocks/>
            </p:cNvSpPr>
            <p:nvPr/>
          </p:nvSpPr>
          <p:spPr bwMode="auto">
            <a:xfrm>
              <a:off x="4180555" y="1868082"/>
              <a:ext cx="108047" cy="210779"/>
            </a:xfrm>
            <a:custGeom>
              <a:avLst/>
              <a:gdLst>
                <a:gd name="T0" fmla="*/ 48 w 50"/>
                <a:gd name="T1" fmla="*/ 83 h 98"/>
                <a:gd name="T2" fmla="*/ 42 w 50"/>
                <a:gd name="T3" fmla="*/ 96 h 98"/>
                <a:gd name="T4" fmla="*/ 42 w 50"/>
                <a:gd name="T5" fmla="*/ 96 h 98"/>
                <a:gd name="T6" fmla="*/ 29 w 50"/>
                <a:gd name="T7" fmla="*/ 90 h 98"/>
                <a:gd name="T8" fmla="*/ 2 w 50"/>
                <a:gd name="T9" fmla="*/ 15 h 98"/>
                <a:gd name="T10" fmla="*/ 8 w 50"/>
                <a:gd name="T11" fmla="*/ 2 h 98"/>
                <a:gd name="T12" fmla="*/ 8 w 50"/>
                <a:gd name="T13" fmla="*/ 2 h 98"/>
                <a:gd name="T14" fmla="*/ 21 w 50"/>
                <a:gd name="T15" fmla="*/ 8 h 98"/>
                <a:gd name="T16" fmla="*/ 48 w 50"/>
                <a:gd name="T17"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48" y="83"/>
                  </a:moveTo>
                  <a:cubicBezTo>
                    <a:pt x="50" y="89"/>
                    <a:pt x="48" y="94"/>
                    <a:pt x="42" y="96"/>
                  </a:cubicBezTo>
                  <a:cubicBezTo>
                    <a:pt x="42" y="96"/>
                    <a:pt x="42" y="96"/>
                    <a:pt x="42" y="96"/>
                  </a:cubicBezTo>
                  <a:cubicBezTo>
                    <a:pt x="37" y="98"/>
                    <a:pt x="31" y="96"/>
                    <a:pt x="29" y="90"/>
                  </a:cubicBezTo>
                  <a:cubicBezTo>
                    <a:pt x="2" y="15"/>
                    <a:pt x="2" y="15"/>
                    <a:pt x="2" y="15"/>
                  </a:cubicBezTo>
                  <a:cubicBezTo>
                    <a:pt x="0" y="10"/>
                    <a:pt x="3" y="4"/>
                    <a:pt x="8" y="2"/>
                  </a:cubicBezTo>
                  <a:cubicBezTo>
                    <a:pt x="8" y="2"/>
                    <a:pt x="8" y="2"/>
                    <a:pt x="8" y="2"/>
                  </a:cubicBezTo>
                  <a:cubicBezTo>
                    <a:pt x="13" y="0"/>
                    <a:pt x="19" y="3"/>
                    <a:pt x="21" y="8"/>
                  </a:cubicBezTo>
                  <a:lnTo>
                    <a:pt x="48" y="83"/>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0" name="淘宝店chenying0907 16"/>
            <p:cNvSpPr>
              <a:spLocks/>
            </p:cNvSpPr>
            <p:nvPr/>
          </p:nvSpPr>
          <p:spPr bwMode="auto">
            <a:xfrm>
              <a:off x="3727115" y="2183364"/>
              <a:ext cx="182439" cy="159412"/>
            </a:xfrm>
            <a:custGeom>
              <a:avLst/>
              <a:gdLst>
                <a:gd name="T0" fmla="*/ 79 w 84"/>
                <a:gd name="T1" fmla="*/ 55 h 74"/>
                <a:gd name="T2" fmla="*/ 80 w 84"/>
                <a:gd name="T3" fmla="*/ 69 h 74"/>
                <a:gd name="T4" fmla="*/ 80 w 84"/>
                <a:gd name="T5" fmla="*/ 69 h 74"/>
                <a:gd name="T6" fmla="*/ 66 w 84"/>
                <a:gd name="T7" fmla="*/ 71 h 74"/>
                <a:gd name="T8" fmla="*/ 5 w 84"/>
                <a:gd name="T9" fmla="*/ 19 h 74"/>
                <a:gd name="T10" fmla="*/ 3 w 84"/>
                <a:gd name="T11" fmla="*/ 5 h 74"/>
                <a:gd name="T12" fmla="*/ 3 w 84"/>
                <a:gd name="T13" fmla="*/ 5 h 74"/>
                <a:gd name="T14" fmla="*/ 18 w 84"/>
                <a:gd name="T15" fmla="*/ 4 h 74"/>
                <a:gd name="T16" fmla="*/ 79 w 84"/>
                <a:gd name="T17" fmla="*/ 5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74">
                  <a:moveTo>
                    <a:pt x="79" y="55"/>
                  </a:moveTo>
                  <a:cubicBezTo>
                    <a:pt x="83" y="59"/>
                    <a:pt x="84" y="65"/>
                    <a:pt x="80" y="69"/>
                  </a:cubicBezTo>
                  <a:cubicBezTo>
                    <a:pt x="80" y="69"/>
                    <a:pt x="80" y="69"/>
                    <a:pt x="80" y="69"/>
                  </a:cubicBezTo>
                  <a:cubicBezTo>
                    <a:pt x="76" y="74"/>
                    <a:pt x="70" y="74"/>
                    <a:pt x="66" y="71"/>
                  </a:cubicBezTo>
                  <a:cubicBezTo>
                    <a:pt x="5" y="19"/>
                    <a:pt x="5" y="19"/>
                    <a:pt x="5" y="19"/>
                  </a:cubicBezTo>
                  <a:cubicBezTo>
                    <a:pt x="0" y="16"/>
                    <a:pt x="0" y="9"/>
                    <a:pt x="3" y="5"/>
                  </a:cubicBezTo>
                  <a:cubicBezTo>
                    <a:pt x="3" y="5"/>
                    <a:pt x="3" y="5"/>
                    <a:pt x="3" y="5"/>
                  </a:cubicBezTo>
                  <a:cubicBezTo>
                    <a:pt x="7" y="1"/>
                    <a:pt x="13" y="0"/>
                    <a:pt x="18" y="4"/>
                  </a:cubicBezTo>
                  <a:lnTo>
                    <a:pt x="79" y="5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1" name="淘宝店chenying0907 17"/>
            <p:cNvSpPr>
              <a:spLocks/>
            </p:cNvSpPr>
            <p:nvPr/>
          </p:nvSpPr>
          <p:spPr bwMode="auto">
            <a:xfrm>
              <a:off x="3619068" y="2333921"/>
              <a:ext cx="198380" cy="136387"/>
            </a:xfrm>
            <a:custGeom>
              <a:avLst/>
              <a:gdLst>
                <a:gd name="T0" fmla="*/ 85 w 92"/>
                <a:gd name="T1" fmla="*/ 43 h 63"/>
                <a:gd name="T2" fmla="*/ 89 w 92"/>
                <a:gd name="T3" fmla="*/ 57 h 63"/>
                <a:gd name="T4" fmla="*/ 89 w 92"/>
                <a:gd name="T5" fmla="*/ 57 h 63"/>
                <a:gd name="T6" fmla="*/ 75 w 92"/>
                <a:gd name="T7" fmla="*/ 61 h 63"/>
                <a:gd name="T8" fmla="*/ 6 w 92"/>
                <a:gd name="T9" fmla="*/ 21 h 63"/>
                <a:gd name="T10" fmla="*/ 2 w 92"/>
                <a:gd name="T11" fmla="*/ 7 h 63"/>
                <a:gd name="T12" fmla="*/ 2 w 92"/>
                <a:gd name="T13" fmla="*/ 7 h 63"/>
                <a:gd name="T14" fmla="*/ 16 w 92"/>
                <a:gd name="T15" fmla="*/ 3 h 63"/>
                <a:gd name="T16" fmla="*/ 85 w 92"/>
                <a:gd name="T17" fmla="*/ 4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63">
                  <a:moveTo>
                    <a:pt x="85" y="43"/>
                  </a:moveTo>
                  <a:cubicBezTo>
                    <a:pt x="90" y="46"/>
                    <a:pt x="92" y="52"/>
                    <a:pt x="89" y="57"/>
                  </a:cubicBezTo>
                  <a:cubicBezTo>
                    <a:pt x="89" y="57"/>
                    <a:pt x="89" y="57"/>
                    <a:pt x="89" y="57"/>
                  </a:cubicBezTo>
                  <a:cubicBezTo>
                    <a:pt x="86" y="62"/>
                    <a:pt x="80" y="63"/>
                    <a:pt x="75" y="61"/>
                  </a:cubicBezTo>
                  <a:cubicBezTo>
                    <a:pt x="6" y="21"/>
                    <a:pt x="6" y="21"/>
                    <a:pt x="6" y="21"/>
                  </a:cubicBezTo>
                  <a:cubicBezTo>
                    <a:pt x="1" y="18"/>
                    <a:pt x="0" y="12"/>
                    <a:pt x="2" y="7"/>
                  </a:cubicBezTo>
                  <a:cubicBezTo>
                    <a:pt x="2" y="7"/>
                    <a:pt x="2" y="7"/>
                    <a:pt x="2" y="7"/>
                  </a:cubicBezTo>
                  <a:cubicBezTo>
                    <a:pt x="5" y="2"/>
                    <a:pt x="11" y="0"/>
                    <a:pt x="16" y="3"/>
                  </a:cubicBezTo>
                  <a:lnTo>
                    <a:pt x="85" y="43"/>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2" name="淘宝店chenying0907 18"/>
            <p:cNvSpPr>
              <a:spLocks/>
            </p:cNvSpPr>
            <p:nvPr/>
          </p:nvSpPr>
          <p:spPr bwMode="auto">
            <a:xfrm>
              <a:off x="3539362" y="2502189"/>
              <a:ext cx="212550" cy="111589"/>
            </a:xfrm>
            <a:custGeom>
              <a:avLst/>
              <a:gdLst>
                <a:gd name="T0" fmla="*/ 90 w 98"/>
                <a:gd name="T1" fmla="*/ 30 h 51"/>
                <a:gd name="T2" fmla="*/ 96 w 98"/>
                <a:gd name="T3" fmla="*/ 43 h 51"/>
                <a:gd name="T4" fmla="*/ 96 w 98"/>
                <a:gd name="T5" fmla="*/ 43 h 51"/>
                <a:gd name="T6" fmla="*/ 83 w 98"/>
                <a:gd name="T7" fmla="*/ 49 h 51"/>
                <a:gd name="T8" fmla="*/ 8 w 98"/>
                <a:gd name="T9" fmla="*/ 22 h 51"/>
                <a:gd name="T10" fmla="*/ 2 w 98"/>
                <a:gd name="T11" fmla="*/ 8 h 51"/>
                <a:gd name="T12" fmla="*/ 2 w 98"/>
                <a:gd name="T13" fmla="*/ 8 h 51"/>
                <a:gd name="T14" fmla="*/ 15 w 98"/>
                <a:gd name="T15" fmla="*/ 2 h 51"/>
                <a:gd name="T16" fmla="*/ 90 w 98"/>
                <a:gd name="T17" fmla="*/ 3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90" y="30"/>
                  </a:moveTo>
                  <a:cubicBezTo>
                    <a:pt x="95" y="32"/>
                    <a:pt x="98" y="37"/>
                    <a:pt x="96" y="43"/>
                  </a:cubicBezTo>
                  <a:cubicBezTo>
                    <a:pt x="96" y="43"/>
                    <a:pt x="96" y="43"/>
                    <a:pt x="96" y="43"/>
                  </a:cubicBezTo>
                  <a:cubicBezTo>
                    <a:pt x="94" y="48"/>
                    <a:pt x="88" y="51"/>
                    <a:pt x="83" y="49"/>
                  </a:cubicBezTo>
                  <a:cubicBezTo>
                    <a:pt x="8" y="22"/>
                    <a:pt x="8" y="22"/>
                    <a:pt x="8" y="22"/>
                  </a:cubicBezTo>
                  <a:cubicBezTo>
                    <a:pt x="3" y="20"/>
                    <a:pt x="0" y="14"/>
                    <a:pt x="2" y="8"/>
                  </a:cubicBezTo>
                  <a:cubicBezTo>
                    <a:pt x="2" y="8"/>
                    <a:pt x="2" y="8"/>
                    <a:pt x="2" y="8"/>
                  </a:cubicBezTo>
                  <a:cubicBezTo>
                    <a:pt x="4" y="3"/>
                    <a:pt x="10" y="0"/>
                    <a:pt x="15" y="2"/>
                  </a:cubicBezTo>
                  <a:lnTo>
                    <a:pt x="90" y="3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3" name="淘宝店chenying0907 19"/>
            <p:cNvSpPr>
              <a:spLocks/>
            </p:cNvSpPr>
            <p:nvPr/>
          </p:nvSpPr>
          <p:spPr bwMode="auto">
            <a:xfrm>
              <a:off x="3491538" y="2684628"/>
              <a:ext cx="216092" cy="77935"/>
            </a:xfrm>
            <a:custGeom>
              <a:avLst/>
              <a:gdLst>
                <a:gd name="T0" fmla="*/ 91 w 100"/>
                <a:gd name="T1" fmla="*/ 15 h 36"/>
                <a:gd name="T2" fmla="*/ 99 w 100"/>
                <a:gd name="T3" fmla="*/ 27 h 36"/>
                <a:gd name="T4" fmla="*/ 99 w 100"/>
                <a:gd name="T5" fmla="*/ 27 h 36"/>
                <a:gd name="T6" fmla="*/ 87 w 100"/>
                <a:gd name="T7" fmla="*/ 35 h 36"/>
                <a:gd name="T8" fmla="*/ 9 w 100"/>
                <a:gd name="T9" fmla="*/ 21 h 36"/>
                <a:gd name="T10" fmla="*/ 1 w 100"/>
                <a:gd name="T11" fmla="*/ 9 h 36"/>
                <a:gd name="T12" fmla="*/ 1 w 100"/>
                <a:gd name="T13" fmla="*/ 9 h 36"/>
                <a:gd name="T14" fmla="*/ 12 w 100"/>
                <a:gd name="T15" fmla="*/ 1 h 36"/>
                <a:gd name="T16" fmla="*/ 91 w 100"/>
                <a:gd name="T17" fmla="*/ 1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1" y="15"/>
                  </a:moveTo>
                  <a:cubicBezTo>
                    <a:pt x="96" y="16"/>
                    <a:pt x="100" y="21"/>
                    <a:pt x="99" y="27"/>
                  </a:cubicBezTo>
                  <a:cubicBezTo>
                    <a:pt x="99" y="27"/>
                    <a:pt x="99" y="27"/>
                    <a:pt x="99" y="27"/>
                  </a:cubicBezTo>
                  <a:cubicBezTo>
                    <a:pt x="98" y="32"/>
                    <a:pt x="93" y="36"/>
                    <a:pt x="87" y="35"/>
                  </a:cubicBezTo>
                  <a:cubicBezTo>
                    <a:pt x="9" y="21"/>
                    <a:pt x="9" y="21"/>
                    <a:pt x="9" y="21"/>
                  </a:cubicBezTo>
                  <a:cubicBezTo>
                    <a:pt x="3" y="20"/>
                    <a:pt x="0" y="15"/>
                    <a:pt x="1" y="9"/>
                  </a:cubicBezTo>
                  <a:cubicBezTo>
                    <a:pt x="1" y="9"/>
                    <a:pt x="1" y="9"/>
                    <a:pt x="1" y="9"/>
                  </a:cubicBezTo>
                  <a:cubicBezTo>
                    <a:pt x="2" y="4"/>
                    <a:pt x="7" y="0"/>
                    <a:pt x="12" y="1"/>
                  </a:cubicBezTo>
                  <a:lnTo>
                    <a:pt x="91" y="1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4" name="淘宝店chenying0907 20"/>
            <p:cNvSpPr>
              <a:spLocks/>
            </p:cNvSpPr>
            <p:nvPr/>
          </p:nvSpPr>
          <p:spPr bwMode="auto">
            <a:xfrm>
              <a:off x="3477368" y="2872380"/>
              <a:ext cx="216092" cy="42510"/>
            </a:xfrm>
            <a:custGeom>
              <a:avLst/>
              <a:gdLst>
                <a:gd name="T0" fmla="*/ 89 w 100"/>
                <a:gd name="T1" fmla="*/ 0 h 20"/>
                <a:gd name="T2" fmla="*/ 99 w 100"/>
                <a:gd name="T3" fmla="*/ 10 h 20"/>
                <a:gd name="T4" fmla="*/ 99 w 100"/>
                <a:gd name="T5" fmla="*/ 10 h 20"/>
                <a:gd name="T6" fmla="*/ 89 w 100"/>
                <a:gd name="T7" fmla="*/ 20 h 20"/>
                <a:gd name="T8" fmla="*/ 10 w 100"/>
                <a:gd name="T9" fmla="*/ 20 h 20"/>
                <a:gd name="T10" fmla="*/ 0 w 100"/>
                <a:gd name="T11" fmla="*/ 10 h 20"/>
                <a:gd name="T12" fmla="*/ 0 w 100"/>
                <a:gd name="T13" fmla="*/ 10 h 20"/>
                <a:gd name="T14" fmla="*/ 10 w 100"/>
                <a:gd name="T15" fmla="*/ 0 h 20"/>
                <a:gd name="T16" fmla="*/ 89 w 100"/>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89" y="0"/>
                  </a:moveTo>
                  <a:cubicBezTo>
                    <a:pt x="95" y="0"/>
                    <a:pt x="100" y="4"/>
                    <a:pt x="99" y="10"/>
                  </a:cubicBezTo>
                  <a:cubicBezTo>
                    <a:pt x="99" y="10"/>
                    <a:pt x="99" y="10"/>
                    <a:pt x="99" y="10"/>
                  </a:cubicBezTo>
                  <a:cubicBezTo>
                    <a:pt x="100" y="16"/>
                    <a:pt x="95" y="20"/>
                    <a:pt x="89" y="20"/>
                  </a:cubicBezTo>
                  <a:cubicBezTo>
                    <a:pt x="10" y="20"/>
                    <a:pt x="10" y="20"/>
                    <a:pt x="10" y="20"/>
                  </a:cubicBezTo>
                  <a:cubicBezTo>
                    <a:pt x="4" y="20"/>
                    <a:pt x="0" y="16"/>
                    <a:pt x="0" y="10"/>
                  </a:cubicBezTo>
                  <a:cubicBezTo>
                    <a:pt x="0" y="10"/>
                    <a:pt x="0" y="10"/>
                    <a:pt x="0" y="10"/>
                  </a:cubicBezTo>
                  <a:cubicBezTo>
                    <a:pt x="0" y="4"/>
                    <a:pt x="4" y="0"/>
                    <a:pt x="10" y="0"/>
                  </a:cubicBezTo>
                  <a:lnTo>
                    <a:pt x="89" y="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5" name="淘宝店chenying0907 21"/>
            <p:cNvSpPr>
              <a:spLocks/>
            </p:cNvSpPr>
            <p:nvPr/>
          </p:nvSpPr>
          <p:spPr bwMode="auto">
            <a:xfrm>
              <a:off x="3489767" y="3024708"/>
              <a:ext cx="216092" cy="77935"/>
            </a:xfrm>
            <a:custGeom>
              <a:avLst/>
              <a:gdLst>
                <a:gd name="T0" fmla="*/ 87 w 100"/>
                <a:gd name="T1" fmla="*/ 1 h 36"/>
                <a:gd name="T2" fmla="*/ 99 w 100"/>
                <a:gd name="T3" fmla="*/ 9 h 36"/>
                <a:gd name="T4" fmla="*/ 99 w 100"/>
                <a:gd name="T5" fmla="*/ 9 h 36"/>
                <a:gd name="T6" fmla="*/ 91 w 100"/>
                <a:gd name="T7" fmla="*/ 21 h 36"/>
                <a:gd name="T8" fmla="*/ 12 w 100"/>
                <a:gd name="T9" fmla="*/ 35 h 36"/>
                <a:gd name="T10" fmla="*/ 1 w 100"/>
                <a:gd name="T11" fmla="*/ 27 h 36"/>
                <a:gd name="T12" fmla="*/ 1 w 100"/>
                <a:gd name="T13" fmla="*/ 27 h 36"/>
                <a:gd name="T14" fmla="*/ 9 w 100"/>
                <a:gd name="T15" fmla="*/ 15 h 36"/>
                <a:gd name="T16" fmla="*/ 87 w 100"/>
                <a:gd name="T17"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87" y="1"/>
                  </a:moveTo>
                  <a:cubicBezTo>
                    <a:pt x="93" y="0"/>
                    <a:pt x="98" y="4"/>
                    <a:pt x="99" y="9"/>
                  </a:cubicBezTo>
                  <a:cubicBezTo>
                    <a:pt x="99" y="9"/>
                    <a:pt x="99" y="9"/>
                    <a:pt x="99" y="9"/>
                  </a:cubicBezTo>
                  <a:cubicBezTo>
                    <a:pt x="100" y="15"/>
                    <a:pt x="96" y="20"/>
                    <a:pt x="91" y="21"/>
                  </a:cubicBezTo>
                  <a:cubicBezTo>
                    <a:pt x="12" y="35"/>
                    <a:pt x="12" y="35"/>
                    <a:pt x="12" y="35"/>
                  </a:cubicBezTo>
                  <a:cubicBezTo>
                    <a:pt x="7" y="36"/>
                    <a:pt x="2" y="32"/>
                    <a:pt x="1" y="27"/>
                  </a:cubicBezTo>
                  <a:cubicBezTo>
                    <a:pt x="1" y="27"/>
                    <a:pt x="1" y="27"/>
                    <a:pt x="1" y="27"/>
                  </a:cubicBezTo>
                  <a:cubicBezTo>
                    <a:pt x="0" y="21"/>
                    <a:pt x="3" y="16"/>
                    <a:pt x="9" y="15"/>
                  </a:cubicBezTo>
                  <a:lnTo>
                    <a:pt x="87" y="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6" name="淘宝店chenying0907 22"/>
            <p:cNvSpPr>
              <a:spLocks/>
            </p:cNvSpPr>
            <p:nvPr/>
          </p:nvSpPr>
          <p:spPr bwMode="auto">
            <a:xfrm>
              <a:off x="3535820" y="3177035"/>
              <a:ext cx="210779" cy="108047"/>
            </a:xfrm>
            <a:custGeom>
              <a:avLst/>
              <a:gdLst>
                <a:gd name="T0" fmla="*/ 83 w 98"/>
                <a:gd name="T1" fmla="*/ 2 h 50"/>
                <a:gd name="T2" fmla="*/ 96 w 98"/>
                <a:gd name="T3" fmla="*/ 8 h 50"/>
                <a:gd name="T4" fmla="*/ 96 w 98"/>
                <a:gd name="T5" fmla="*/ 8 h 50"/>
                <a:gd name="T6" fmla="*/ 90 w 98"/>
                <a:gd name="T7" fmla="*/ 21 h 50"/>
                <a:gd name="T8" fmla="*/ 15 w 98"/>
                <a:gd name="T9" fmla="*/ 48 h 50"/>
                <a:gd name="T10" fmla="*/ 2 w 98"/>
                <a:gd name="T11" fmla="*/ 42 h 50"/>
                <a:gd name="T12" fmla="*/ 2 w 98"/>
                <a:gd name="T13" fmla="*/ 42 h 50"/>
                <a:gd name="T14" fmla="*/ 8 w 98"/>
                <a:gd name="T15" fmla="*/ 29 h 50"/>
                <a:gd name="T16" fmla="*/ 83 w 98"/>
                <a:gd name="T17"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3" y="2"/>
                  </a:moveTo>
                  <a:cubicBezTo>
                    <a:pt x="88" y="0"/>
                    <a:pt x="94" y="2"/>
                    <a:pt x="96" y="8"/>
                  </a:cubicBezTo>
                  <a:cubicBezTo>
                    <a:pt x="96" y="8"/>
                    <a:pt x="96" y="8"/>
                    <a:pt x="96" y="8"/>
                  </a:cubicBezTo>
                  <a:cubicBezTo>
                    <a:pt x="98" y="13"/>
                    <a:pt x="95" y="19"/>
                    <a:pt x="90" y="21"/>
                  </a:cubicBezTo>
                  <a:cubicBezTo>
                    <a:pt x="15" y="48"/>
                    <a:pt x="15" y="48"/>
                    <a:pt x="15" y="48"/>
                  </a:cubicBezTo>
                  <a:cubicBezTo>
                    <a:pt x="10" y="50"/>
                    <a:pt x="4" y="47"/>
                    <a:pt x="2" y="42"/>
                  </a:cubicBezTo>
                  <a:cubicBezTo>
                    <a:pt x="2" y="42"/>
                    <a:pt x="2" y="42"/>
                    <a:pt x="2" y="42"/>
                  </a:cubicBezTo>
                  <a:cubicBezTo>
                    <a:pt x="0" y="37"/>
                    <a:pt x="3" y="31"/>
                    <a:pt x="8" y="29"/>
                  </a:cubicBezTo>
                  <a:lnTo>
                    <a:pt x="83" y="2"/>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7" name="淘宝店chenying0907 23"/>
            <p:cNvSpPr>
              <a:spLocks/>
            </p:cNvSpPr>
            <p:nvPr/>
          </p:nvSpPr>
          <p:spPr bwMode="auto">
            <a:xfrm>
              <a:off x="3851102" y="3556083"/>
              <a:ext cx="159412" cy="180667"/>
            </a:xfrm>
            <a:custGeom>
              <a:avLst/>
              <a:gdLst>
                <a:gd name="T0" fmla="*/ 55 w 74"/>
                <a:gd name="T1" fmla="*/ 5 h 84"/>
                <a:gd name="T2" fmla="*/ 69 w 74"/>
                <a:gd name="T3" fmla="*/ 4 h 84"/>
                <a:gd name="T4" fmla="*/ 69 w 74"/>
                <a:gd name="T5" fmla="*/ 4 h 84"/>
                <a:gd name="T6" fmla="*/ 70 w 74"/>
                <a:gd name="T7" fmla="*/ 18 h 84"/>
                <a:gd name="T8" fmla="*/ 19 w 74"/>
                <a:gd name="T9" fmla="*/ 79 h 84"/>
                <a:gd name="T10" fmla="*/ 5 w 74"/>
                <a:gd name="T11" fmla="*/ 81 h 84"/>
                <a:gd name="T12" fmla="*/ 5 w 74"/>
                <a:gd name="T13" fmla="*/ 81 h 84"/>
                <a:gd name="T14" fmla="*/ 4 w 74"/>
                <a:gd name="T15" fmla="*/ 66 h 84"/>
                <a:gd name="T16" fmla="*/ 55 w 74"/>
                <a:gd name="T17" fmla="*/ 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55" y="5"/>
                  </a:moveTo>
                  <a:cubicBezTo>
                    <a:pt x="58" y="1"/>
                    <a:pt x="65" y="0"/>
                    <a:pt x="69" y="4"/>
                  </a:cubicBezTo>
                  <a:cubicBezTo>
                    <a:pt x="69" y="4"/>
                    <a:pt x="69" y="4"/>
                    <a:pt x="69" y="4"/>
                  </a:cubicBezTo>
                  <a:cubicBezTo>
                    <a:pt x="73" y="8"/>
                    <a:pt x="74" y="14"/>
                    <a:pt x="70" y="18"/>
                  </a:cubicBezTo>
                  <a:cubicBezTo>
                    <a:pt x="19" y="79"/>
                    <a:pt x="19" y="79"/>
                    <a:pt x="19" y="79"/>
                  </a:cubicBezTo>
                  <a:cubicBezTo>
                    <a:pt x="16" y="84"/>
                    <a:pt x="9" y="84"/>
                    <a:pt x="5" y="81"/>
                  </a:cubicBezTo>
                  <a:cubicBezTo>
                    <a:pt x="5" y="81"/>
                    <a:pt x="5" y="81"/>
                    <a:pt x="5" y="81"/>
                  </a:cubicBezTo>
                  <a:cubicBezTo>
                    <a:pt x="1" y="77"/>
                    <a:pt x="0" y="71"/>
                    <a:pt x="4" y="66"/>
                  </a:cubicBezTo>
                  <a:lnTo>
                    <a:pt x="55" y="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8" name="淘宝店chenying0907 24"/>
            <p:cNvSpPr>
              <a:spLocks/>
            </p:cNvSpPr>
            <p:nvPr/>
          </p:nvSpPr>
          <p:spPr bwMode="auto">
            <a:xfrm>
              <a:off x="4001658" y="3646416"/>
              <a:ext cx="136387" cy="198380"/>
            </a:xfrm>
            <a:custGeom>
              <a:avLst/>
              <a:gdLst>
                <a:gd name="T0" fmla="*/ 43 w 63"/>
                <a:gd name="T1" fmla="*/ 7 h 92"/>
                <a:gd name="T2" fmla="*/ 57 w 63"/>
                <a:gd name="T3" fmla="*/ 3 h 92"/>
                <a:gd name="T4" fmla="*/ 57 w 63"/>
                <a:gd name="T5" fmla="*/ 3 h 92"/>
                <a:gd name="T6" fmla="*/ 60 w 63"/>
                <a:gd name="T7" fmla="*/ 17 h 92"/>
                <a:gd name="T8" fmla="*/ 20 w 63"/>
                <a:gd name="T9" fmla="*/ 86 h 92"/>
                <a:gd name="T10" fmla="*/ 7 w 63"/>
                <a:gd name="T11" fmla="*/ 90 h 92"/>
                <a:gd name="T12" fmla="*/ 7 w 63"/>
                <a:gd name="T13" fmla="*/ 90 h 92"/>
                <a:gd name="T14" fmla="*/ 3 w 63"/>
                <a:gd name="T15" fmla="*/ 76 h 92"/>
                <a:gd name="T16" fmla="*/ 43 w 63"/>
                <a:gd name="T17" fmla="*/ 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43" y="7"/>
                  </a:moveTo>
                  <a:cubicBezTo>
                    <a:pt x="46" y="2"/>
                    <a:pt x="52" y="0"/>
                    <a:pt x="57" y="3"/>
                  </a:cubicBezTo>
                  <a:cubicBezTo>
                    <a:pt x="57" y="3"/>
                    <a:pt x="57" y="3"/>
                    <a:pt x="57" y="3"/>
                  </a:cubicBezTo>
                  <a:cubicBezTo>
                    <a:pt x="61" y="6"/>
                    <a:pt x="63" y="12"/>
                    <a:pt x="60" y="17"/>
                  </a:cubicBezTo>
                  <a:cubicBezTo>
                    <a:pt x="20" y="86"/>
                    <a:pt x="20" y="86"/>
                    <a:pt x="20" y="86"/>
                  </a:cubicBezTo>
                  <a:cubicBezTo>
                    <a:pt x="18" y="91"/>
                    <a:pt x="11" y="92"/>
                    <a:pt x="7" y="90"/>
                  </a:cubicBezTo>
                  <a:cubicBezTo>
                    <a:pt x="7" y="90"/>
                    <a:pt x="7" y="90"/>
                    <a:pt x="7" y="90"/>
                  </a:cubicBezTo>
                  <a:cubicBezTo>
                    <a:pt x="2" y="87"/>
                    <a:pt x="0" y="81"/>
                    <a:pt x="3" y="76"/>
                  </a:cubicBezTo>
                  <a:lnTo>
                    <a:pt x="43" y="7"/>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79" name="淘宝店chenying0907 25"/>
            <p:cNvSpPr>
              <a:spLocks/>
            </p:cNvSpPr>
            <p:nvPr/>
          </p:nvSpPr>
          <p:spPr bwMode="auto">
            <a:xfrm>
              <a:off x="4984702" y="3653501"/>
              <a:ext cx="136387" cy="198380"/>
            </a:xfrm>
            <a:custGeom>
              <a:avLst/>
              <a:gdLst>
                <a:gd name="T0" fmla="*/ 3 w 63"/>
                <a:gd name="T1" fmla="*/ 16 h 92"/>
                <a:gd name="T2" fmla="*/ 6 w 63"/>
                <a:gd name="T3" fmla="*/ 3 h 92"/>
                <a:gd name="T4" fmla="*/ 6 w 63"/>
                <a:gd name="T5" fmla="*/ 3 h 92"/>
                <a:gd name="T6" fmla="*/ 20 w 63"/>
                <a:gd name="T7" fmla="*/ 6 h 92"/>
                <a:gd name="T8" fmla="*/ 60 w 63"/>
                <a:gd name="T9" fmla="*/ 75 h 92"/>
                <a:gd name="T10" fmla="*/ 56 w 63"/>
                <a:gd name="T11" fmla="*/ 89 h 92"/>
                <a:gd name="T12" fmla="*/ 56 w 63"/>
                <a:gd name="T13" fmla="*/ 89 h 92"/>
                <a:gd name="T14" fmla="*/ 43 w 63"/>
                <a:gd name="T15" fmla="*/ 85 h 92"/>
                <a:gd name="T16" fmla="*/ 3 w 63"/>
                <a:gd name="T17" fmla="*/ 1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92">
                  <a:moveTo>
                    <a:pt x="3" y="16"/>
                  </a:moveTo>
                  <a:cubicBezTo>
                    <a:pt x="0" y="12"/>
                    <a:pt x="2" y="5"/>
                    <a:pt x="6" y="3"/>
                  </a:cubicBezTo>
                  <a:cubicBezTo>
                    <a:pt x="6" y="3"/>
                    <a:pt x="6" y="3"/>
                    <a:pt x="6" y="3"/>
                  </a:cubicBezTo>
                  <a:cubicBezTo>
                    <a:pt x="11" y="0"/>
                    <a:pt x="18" y="1"/>
                    <a:pt x="20" y="6"/>
                  </a:cubicBezTo>
                  <a:cubicBezTo>
                    <a:pt x="60" y="75"/>
                    <a:pt x="60" y="75"/>
                    <a:pt x="60" y="75"/>
                  </a:cubicBezTo>
                  <a:cubicBezTo>
                    <a:pt x="63" y="80"/>
                    <a:pt x="61" y="86"/>
                    <a:pt x="56" y="89"/>
                  </a:cubicBezTo>
                  <a:cubicBezTo>
                    <a:pt x="56" y="89"/>
                    <a:pt x="56" y="89"/>
                    <a:pt x="56" y="89"/>
                  </a:cubicBezTo>
                  <a:cubicBezTo>
                    <a:pt x="52" y="92"/>
                    <a:pt x="45" y="90"/>
                    <a:pt x="43" y="85"/>
                  </a:cubicBezTo>
                  <a:lnTo>
                    <a:pt x="3" y="16"/>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0" name="淘宝店chenying0907 26"/>
            <p:cNvSpPr>
              <a:spLocks/>
            </p:cNvSpPr>
            <p:nvPr/>
          </p:nvSpPr>
          <p:spPr bwMode="auto">
            <a:xfrm>
              <a:off x="5114003" y="3564938"/>
              <a:ext cx="159412" cy="180667"/>
            </a:xfrm>
            <a:custGeom>
              <a:avLst/>
              <a:gdLst>
                <a:gd name="T0" fmla="*/ 3 w 74"/>
                <a:gd name="T1" fmla="*/ 18 h 84"/>
                <a:gd name="T2" fmla="*/ 5 w 74"/>
                <a:gd name="T3" fmla="*/ 3 h 84"/>
                <a:gd name="T4" fmla="*/ 5 w 74"/>
                <a:gd name="T5" fmla="*/ 3 h 84"/>
                <a:gd name="T6" fmla="*/ 19 w 74"/>
                <a:gd name="T7" fmla="*/ 5 h 84"/>
                <a:gd name="T8" fmla="*/ 70 w 74"/>
                <a:gd name="T9" fmla="*/ 66 h 84"/>
                <a:gd name="T10" fmla="*/ 69 w 74"/>
                <a:gd name="T11" fmla="*/ 80 h 84"/>
                <a:gd name="T12" fmla="*/ 69 w 74"/>
                <a:gd name="T13" fmla="*/ 80 h 84"/>
                <a:gd name="T14" fmla="*/ 54 w 74"/>
                <a:gd name="T15" fmla="*/ 79 h 84"/>
                <a:gd name="T16" fmla="*/ 3 w 74"/>
                <a:gd name="T17" fmla="*/ 1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84">
                  <a:moveTo>
                    <a:pt x="3" y="18"/>
                  </a:moveTo>
                  <a:cubicBezTo>
                    <a:pt x="0" y="14"/>
                    <a:pt x="0" y="7"/>
                    <a:pt x="5" y="3"/>
                  </a:cubicBezTo>
                  <a:cubicBezTo>
                    <a:pt x="5" y="3"/>
                    <a:pt x="5" y="3"/>
                    <a:pt x="5" y="3"/>
                  </a:cubicBezTo>
                  <a:cubicBezTo>
                    <a:pt x="9" y="0"/>
                    <a:pt x="15" y="0"/>
                    <a:pt x="19" y="5"/>
                  </a:cubicBezTo>
                  <a:cubicBezTo>
                    <a:pt x="70" y="66"/>
                    <a:pt x="70" y="66"/>
                    <a:pt x="70" y="66"/>
                  </a:cubicBezTo>
                  <a:cubicBezTo>
                    <a:pt x="74" y="70"/>
                    <a:pt x="73" y="76"/>
                    <a:pt x="69" y="80"/>
                  </a:cubicBezTo>
                  <a:cubicBezTo>
                    <a:pt x="69" y="80"/>
                    <a:pt x="69" y="80"/>
                    <a:pt x="69" y="80"/>
                  </a:cubicBezTo>
                  <a:cubicBezTo>
                    <a:pt x="65" y="84"/>
                    <a:pt x="58" y="83"/>
                    <a:pt x="54" y="79"/>
                  </a:cubicBezTo>
                  <a:lnTo>
                    <a:pt x="3" y="18"/>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1" name="淘宝店chenying0907 27"/>
            <p:cNvSpPr>
              <a:spLocks/>
            </p:cNvSpPr>
            <p:nvPr/>
          </p:nvSpPr>
          <p:spPr bwMode="auto">
            <a:xfrm>
              <a:off x="5381462" y="3187663"/>
              <a:ext cx="212550" cy="108047"/>
            </a:xfrm>
            <a:custGeom>
              <a:avLst/>
              <a:gdLst>
                <a:gd name="T0" fmla="*/ 8 w 98"/>
                <a:gd name="T1" fmla="*/ 21 h 50"/>
                <a:gd name="T2" fmla="*/ 2 w 98"/>
                <a:gd name="T3" fmla="*/ 8 h 50"/>
                <a:gd name="T4" fmla="*/ 2 w 98"/>
                <a:gd name="T5" fmla="*/ 8 h 50"/>
                <a:gd name="T6" fmla="*/ 15 w 98"/>
                <a:gd name="T7" fmla="*/ 2 h 50"/>
                <a:gd name="T8" fmla="*/ 90 w 98"/>
                <a:gd name="T9" fmla="*/ 29 h 50"/>
                <a:gd name="T10" fmla="*/ 96 w 98"/>
                <a:gd name="T11" fmla="*/ 42 h 50"/>
                <a:gd name="T12" fmla="*/ 96 w 98"/>
                <a:gd name="T13" fmla="*/ 42 h 50"/>
                <a:gd name="T14" fmla="*/ 83 w 98"/>
                <a:gd name="T15" fmla="*/ 48 h 50"/>
                <a:gd name="T16" fmla="*/ 8 w 98"/>
                <a:gd name="T17"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0">
                  <a:moveTo>
                    <a:pt x="8" y="21"/>
                  </a:moveTo>
                  <a:cubicBezTo>
                    <a:pt x="3" y="19"/>
                    <a:pt x="0" y="13"/>
                    <a:pt x="2" y="8"/>
                  </a:cubicBezTo>
                  <a:cubicBezTo>
                    <a:pt x="2" y="8"/>
                    <a:pt x="2" y="8"/>
                    <a:pt x="2" y="8"/>
                  </a:cubicBezTo>
                  <a:cubicBezTo>
                    <a:pt x="4" y="2"/>
                    <a:pt x="10" y="0"/>
                    <a:pt x="15" y="2"/>
                  </a:cubicBezTo>
                  <a:cubicBezTo>
                    <a:pt x="90" y="29"/>
                    <a:pt x="90" y="29"/>
                    <a:pt x="90" y="29"/>
                  </a:cubicBezTo>
                  <a:cubicBezTo>
                    <a:pt x="95" y="31"/>
                    <a:pt x="98" y="37"/>
                    <a:pt x="96" y="42"/>
                  </a:cubicBezTo>
                  <a:cubicBezTo>
                    <a:pt x="96" y="42"/>
                    <a:pt x="96" y="42"/>
                    <a:pt x="96" y="42"/>
                  </a:cubicBezTo>
                  <a:cubicBezTo>
                    <a:pt x="94" y="47"/>
                    <a:pt x="88" y="50"/>
                    <a:pt x="83" y="48"/>
                  </a:cubicBezTo>
                  <a:lnTo>
                    <a:pt x="8" y="2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2" name="淘宝店chenying0907 28"/>
            <p:cNvSpPr>
              <a:spLocks/>
            </p:cNvSpPr>
            <p:nvPr/>
          </p:nvSpPr>
          <p:spPr bwMode="auto">
            <a:xfrm>
              <a:off x="5425743" y="3035335"/>
              <a:ext cx="216092" cy="77935"/>
            </a:xfrm>
            <a:custGeom>
              <a:avLst/>
              <a:gdLst>
                <a:gd name="T0" fmla="*/ 9 w 100"/>
                <a:gd name="T1" fmla="*/ 21 h 36"/>
                <a:gd name="T2" fmla="*/ 1 w 100"/>
                <a:gd name="T3" fmla="*/ 10 h 36"/>
                <a:gd name="T4" fmla="*/ 1 w 100"/>
                <a:gd name="T5" fmla="*/ 10 h 36"/>
                <a:gd name="T6" fmla="*/ 12 w 100"/>
                <a:gd name="T7" fmla="*/ 1 h 36"/>
                <a:gd name="T8" fmla="*/ 91 w 100"/>
                <a:gd name="T9" fmla="*/ 15 h 36"/>
                <a:gd name="T10" fmla="*/ 99 w 100"/>
                <a:gd name="T11" fmla="*/ 27 h 36"/>
                <a:gd name="T12" fmla="*/ 99 w 100"/>
                <a:gd name="T13" fmla="*/ 27 h 36"/>
                <a:gd name="T14" fmla="*/ 87 w 100"/>
                <a:gd name="T15" fmla="*/ 35 h 36"/>
                <a:gd name="T16" fmla="*/ 9 w 100"/>
                <a:gd name="T1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9" y="21"/>
                  </a:moveTo>
                  <a:cubicBezTo>
                    <a:pt x="3" y="20"/>
                    <a:pt x="0" y="15"/>
                    <a:pt x="1" y="10"/>
                  </a:cubicBezTo>
                  <a:cubicBezTo>
                    <a:pt x="1" y="10"/>
                    <a:pt x="1" y="10"/>
                    <a:pt x="1" y="10"/>
                  </a:cubicBezTo>
                  <a:cubicBezTo>
                    <a:pt x="2" y="4"/>
                    <a:pt x="7" y="0"/>
                    <a:pt x="12" y="1"/>
                  </a:cubicBezTo>
                  <a:cubicBezTo>
                    <a:pt x="91" y="15"/>
                    <a:pt x="91" y="15"/>
                    <a:pt x="91" y="15"/>
                  </a:cubicBezTo>
                  <a:cubicBezTo>
                    <a:pt x="96" y="16"/>
                    <a:pt x="100" y="21"/>
                    <a:pt x="99" y="27"/>
                  </a:cubicBezTo>
                  <a:cubicBezTo>
                    <a:pt x="99" y="27"/>
                    <a:pt x="99" y="27"/>
                    <a:pt x="99" y="27"/>
                  </a:cubicBezTo>
                  <a:cubicBezTo>
                    <a:pt x="98" y="32"/>
                    <a:pt x="93" y="36"/>
                    <a:pt x="87" y="35"/>
                  </a:cubicBezTo>
                  <a:lnTo>
                    <a:pt x="9" y="2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3" name="淘宝店chenying0907 29"/>
            <p:cNvSpPr>
              <a:spLocks/>
            </p:cNvSpPr>
            <p:nvPr/>
          </p:nvSpPr>
          <p:spPr bwMode="auto">
            <a:xfrm>
              <a:off x="5439913" y="2883008"/>
              <a:ext cx="216092" cy="42510"/>
            </a:xfrm>
            <a:custGeom>
              <a:avLst/>
              <a:gdLst>
                <a:gd name="T0" fmla="*/ 10 w 100"/>
                <a:gd name="T1" fmla="*/ 20 h 20"/>
                <a:gd name="T2" fmla="*/ 0 w 100"/>
                <a:gd name="T3" fmla="*/ 10 h 20"/>
                <a:gd name="T4" fmla="*/ 0 w 100"/>
                <a:gd name="T5" fmla="*/ 10 h 20"/>
                <a:gd name="T6" fmla="*/ 10 w 100"/>
                <a:gd name="T7" fmla="*/ 0 h 20"/>
                <a:gd name="T8" fmla="*/ 90 w 100"/>
                <a:gd name="T9" fmla="*/ 0 h 20"/>
                <a:gd name="T10" fmla="*/ 100 w 100"/>
                <a:gd name="T11" fmla="*/ 10 h 20"/>
                <a:gd name="T12" fmla="*/ 100 w 100"/>
                <a:gd name="T13" fmla="*/ 10 h 20"/>
                <a:gd name="T14" fmla="*/ 90 w 100"/>
                <a:gd name="T15" fmla="*/ 20 h 20"/>
                <a:gd name="T16" fmla="*/ 10 w 100"/>
                <a:gd name="T1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20">
                  <a:moveTo>
                    <a:pt x="10" y="20"/>
                  </a:moveTo>
                  <a:cubicBezTo>
                    <a:pt x="5" y="20"/>
                    <a:pt x="0" y="16"/>
                    <a:pt x="0" y="10"/>
                  </a:cubicBezTo>
                  <a:cubicBezTo>
                    <a:pt x="0" y="10"/>
                    <a:pt x="0" y="10"/>
                    <a:pt x="0" y="10"/>
                  </a:cubicBezTo>
                  <a:cubicBezTo>
                    <a:pt x="0" y="5"/>
                    <a:pt x="5" y="0"/>
                    <a:pt x="10" y="0"/>
                  </a:cubicBezTo>
                  <a:cubicBezTo>
                    <a:pt x="90" y="0"/>
                    <a:pt x="90" y="0"/>
                    <a:pt x="90" y="0"/>
                  </a:cubicBezTo>
                  <a:cubicBezTo>
                    <a:pt x="96" y="0"/>
                    <a:pt x="100" y="5"/>
                    <a:pt x="100" y="10"/>
                  </a:cubicBezTo>
                  <a:cubicBezTo>
                    <a:pt x="100" y="10"/>
                    <a:pt x="100" y="10"/>
                    <a:pt x="100" y="10"/>
                  </a:cubicBezTo>
                  <a:cubicBezTo>
                    <a:pt x="100" y="16"/>
                    <a:pt x="96" y="20"/>
                    <a:pt x="90" y="20"/>
                  </a:cubicBezTo>
                  <a:lnTo>
                    <a:pt x="10" y="2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4" name="淘宝店chenying0907 30"/>
            <p:cNvSpPr>
              <a:spLocks/>
            </p:cNvSpPr>
            <p:nvPr/>
          </p:nvSpPr>
          <p:spPr bwMode="auto">
            <a:xfrm>
              <a:off x="5427515" y="2695255"/>
              <a:ext cx="216092" cy="77935"/>
            </a:xfrm>
            <a:custGeom>
              <a:avLst/>
              <a:gdLst>
                <a:gd name="T0" fmla="*/ 12 w 100"/>
                <a:gd name="T1" fmla="*/ 35 h 36"/>
                <a:gd name="T2" fmla="*/ 1 w 100"/>
                <a:gd name="T3" fmla="*/ 27 h 36"/>
                <a:gd name="T4" fmla="*/ 1 w 100"/>
                <a:gd name="T5" fmla="*/ 27 h 36"/>
                <a:gd name="T6" fmla="*/ 9 w 100"/>
                <a:gd name="T7" fmla="*/ 15 h 36"/>
                <a:gd name="T8" fmla="*/ 87 w 100"/>
                <a:gd name="T9" fmla="*/ 1 h 36"/>
                <a:gd name="T10" fmla="*/ 99 w 100"/>
                <a:gd name="T11" fmla="*/ 10 h 36"/>
                <a:gd name="T12" fmla="*/ 99 w 100"/>
                <a:gd name="T13" fmla="*/ 10 h 36"/>
                <a:gd name="T14" fmla="*/ 91 w 100"/>
                <a:gd name="T15" fmla="*/ 21 h 36"/>
                <a:gd name="T16" fmla="*/ 12 w 100"/>
                <a:gd name="T1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36">
                  <a:moveTo>
                    <a:pt x="12" y="35"/>
                  </a:moveTo>
                  <a:cubicBezTo>
                    <a:pt x="7" y="36"/>
                    <a:pt x="1" y="33"/>
                    <a:pt x="1" y="27"/>
                  </a:cubicBezTo>
                  <a:cubicBezTo>
                    <a:pt x="1" y="27"/>
                    <a:pt x="1" y="27"/>
                    <a:pt x="1" y="27"/>
                  </a:cubicBezTo>
                  <a:cubicBezTo>
                    <a:pt x="0" y="21"/>
                    <a:pt x="3" y="16"/>
                    <a:pt x="9" y="15"/>
                  </a:cubicBezTo>
                  <a:cubicBezTo>
                    <a:pt x="87" y="1"/>
                    <a:pt x="87" y="1"/>
                    <a:pt x="87" y="1"/>
                  </a:cubicBezTo>
                  <a:cubicBezTo>
                    <a:pt x="93" y="0"/>
                    <a:pt x="98" y="4"/>
                    <a:pt x="99" y="10"/>
                  </a:cubicBezTo>
                  <a:cubicBezTo>
                    <a:pt x="99" y="10"/>
                    <a:pt x="99" y="10"/>
                    <a:pt x="99" y="10"/>
                  </a:cubicBezTo>
                  <a:cubicBezTo>
                    <a:pt x="100" y="15"/>
                    <a:pt x="96" y="20"/>
                    <a:pt x="91" y="21"/>
                  </a:cubicBezTo>
                  <a:lnTo>
                    <a:pt x="12" y="35"/>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5" name="淘宝店chenying0907 31"/>
            <p:cNvSpPr>
              <a:spLocks/>
            </p:cNvSpPr>
            <p:nvPr/>
          </p:nvSpPr>
          <p:spPr bwMode="auto">
            <a:xfrm>
              <a:off x="5386775" y="2512816"/>
              <a:ext cx="210779" cy="111589"/>
            </a:xfrm>
            <a:custGeom>
              <a:avLst/>
              <a:gdLst>
                <a:gd name="T0" fmla="*/ 15 w 98"/>
                <a:gd name="T1" fmla="*/ 49 h 51"/>
                <a:gd name="T2" fmla="*/ 2 w 98"/>
                <a:gd name="T3" fmla="*/ 43 h 51"/>
                <a:gd name="T4" fmla="*/ 2 w 98"/>
                <a:gd name="T5" fmla="*/ 43 h 51"/>
                <a:gd name="T6" fmla="*/ 8 w 98"/>
                <a:gd name="T7" fmla="*/ 30 h 51"/>
                <a:gd name="T8" fmla="*/ 83 w 98"/>
                <a:gd name="T9" fmla="*/ 2 h 51"/>
                <a:gd name="T10" fmla="*/ 96 w 98"/>
                <a:gd name="T11" fmla="*/ 8 h 51"/>
                <a:gd name="T12" fmla="*/ 96 w 98"/>
                <a:gd name="T13" fmla="*/ 8 h 51"/>
                <a:gd name="T14" fmla="*/ 90 w 98"/>
                <a:gd name="T15" fmla="*/ 22 h 51"/>
                <a:gd name="T16" fmla="*/ 15 w 98"/>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1">
                  <a:moveTo>
                    <a:pt x="15" y="49"/>
                  </a:moveTo>
                  <a:cubicBezTo>
                    <a:pt x="9" y="51"/>
                    <a:pt x="4" y="48"/>
                    <a:pt x="2" y="43"/>
                  </a:cubicBezTo>
                  <a:cubicBezTo>
                    <a:pt x="2" y="43"/>
                    <a:pt x="2" y="43"/>
                    <a:pt x="2" y="43"/>
                  </a:cubicBezTo>
                  <a:cubicBezTo>
                    <a:pt x="0" y="37"/>
                    <a:pt x="3" y="32"/>
                    <a:pt x="8" y="30"/>
                  </a:cubicBezTo>
                  <a:cubicBezTo>
                    <a:pt x="83" y="2"/>
                    <a:pt x="83" y="2"/>
                    <a:pt x="83" y="2"/>
                  </a:cubicBezTo>
                  <a:cubicBezTo>
                    <a:pt x="88" y="0"/>
                    <a:pt x="94" y="3"/>
                    <a:pt x="96" y="8"/>
                  </a:cubicBezTo>
                  <a:cubicBezTo>
                    <a:pt x="96" y="8"/>
                    <a:pt x="96" y="8"/>
                    <a:pt x="96" y="8"/>
                  </a:cubicBezTo>
                  <a:cubicBezTo>
                    <a:pt x="98" y="14"/>
                    <a:pt x="95" y="20"/>
                    <a:pt x="90" y="22"/>
                  </a:cubicBezTo>
                  <a:lnTo>
                    <a:pt x="15" y="49"/>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6" name="淘宝店chenying0907 32"/>
            <p:cNvSpPr>
              <a:spLocks/>
            </p:cNvSpPr>
            <p:nvPr/>
          </p:nvSpPr>
          <p:spPr bwMode="auto">
            <a:xfrm>
              <a:off x="5319468" y="2344548"/>
              <a:ext cx="200152" cy="136387"/>
            </a:xfrm>
            <a:custGeom>
              <a:avLst/>
              <a:gdLst>
                <a:gd name="T0" fmla="*/ 17 w 93"/>
                <a:gd name="T1" fmla="*/ 60 h 63"/>
                <a:gd name="T2" fmla="*/ 3 w 93"/>
                <a:gd name="T3" fmla="*/ 57 h 63"/>
                <a:gd name="T4" fmla="*/ 3 w 93"/>
                <a:gd name="T5" fmla="*/ 57 h 63"/>
                <a:gd name="T6" fmla="*/ 7 w 93"/>
                <a:gd name="T7" fmla="*/ 43 h 63"/>
                <a:gd name="T8" fmla="*/ 76 w 93"/>
                <a:gd name="T9" fmla="*/ 3 h 63"/>
                <a:gd name="T10" fmla="*/ 90 w 93"/>
                <a:gd name="T11" fmla="*/ 7 h 63"/>
                <a:gd name="T12" fmla="*/ 90 w 93"/>
                <a:gd name="T13" fmla="*/ 7 h 63"/>
                <a:gd name="T14" fmla="*/ 86 w 93"/>
                <a:gd name="T15" fmla="*/ 20 h 63"/>
                <a:gd name="T16" fmla="*/ 17 w 93"/>
                <a:gd name="T17"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63">
                  <a:moveTo>
                    <a:pt x="17" y="60"/>
                  </a:moveTo>
                  <a:cubicBezTo>
                    <a:pt x="12" y="63"/>
                    <a:pt x="6" y="61"/>
                    <a:pt x="3" y="57"/>
                  </a:cubicBezTo>
                  <a:cubicBezTo>
                    <a:pt x="3" y="57"/>
                    <a:pt x="3" y="57"/>
                    <a:pt x="3" y="57"/>
                  </a:cubicBezTo>
                  <a:cubicBezTo>
                    <a:pt x="0" y="52"/>
                    <a:pt x="2" y="45"/>
                    <a:pt x="7" y="43"/>
                  </a:cubicBezTo>
                  <a:cubicBezTo>
                    <a:pt x="76" y="3"/>
                    <a:pt x="76" y="3"/>
                    <a:pt x="76" y="3"/>
                  </a:cubicBezTo>
                  <a:cubicBezTo>
                    <a:pt x="81" y="0"/>
                    <a:pt x="87" y="2"/>
                    <a:pt x="90" y="7"/>
                  </a:cubicBezTo>
                  <a:cubicBezTo>
                    <a:pt x="90" y="7"/>
                    <a:pt x="90" y="7"/>
                    <a:pt x="90" y="7"/>
                  </a:cubicBezTo>
                  <a:cubicBezTo>
                    <a:pt x="93" y="11"/>
                    <a:pt x="91" y="18"/>
                    <a:pt x="86" y="20"/>
                  </a:cubicBezTo>
                  <a:lnTo>
                    <a:pt x="17" y="6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7" name="淘宝店chenying0907 33"/>
            <p:cNvSpPr>
              <a:spLocks/>
            </p:cNvSpPr>
            <p:nvPr/>
          </p:nvSpPr>
          <p:spPr bwMode="auto">
            <a:xfrm>
              <a:off x="5232677" y="2192221"/>
              <a:ext cx="178897" cy="159412"/>
            </a:xfrm>
            <a:custGeom>
              <a:avLst/>
              <a:gdLst>
                <a:gd name="T0" fmla="*/ 17 w 83"/>
                <a:gd name="T1" fmla="*/ 71 h 74"/>
                <a:gd name="T2" fmla="*/ 3 w 83"/>
                <a:gd name="T3" fmla="*/ 69 h 74"/>
                <a:gd name="T4" fmla="*/ 3 w 83"/>
                <a:gd name="T5" fmla="*/ 69 h 74"/>
                <a:gd name="T6" fmla="*/ 4 w 83"/>
                <a:gd name="T7" fmla="*/ 55 h 74"/>
                <a:gd name="T8" fmla="*/ 65 w 83"/>
                <a:gd name="T9" fmla="*/ 4 h 74"/>
                <a:gd name="T10" fmla="*/ 80 w 83"/>
                <a:gd name="T11" fmla="*/ 5 h 74"/>
                <a:gd name="T12" fmla="*/ 80 w 83"/>
                <a:gd name="T13" fmla="*/ 5 h 74"/>
                <a:gd name="T14" fmla="*/ 79 w 83"/>
                <a:gd name="T15" fmla="*/ 20 h 74"/>
                <a:gd name="T16" fmla="*/ 17 w 83"/>
                <a:gd name="T17"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74">
                  <a:moveTo>
                    <a:pt x="17" y="71"/>
                  </a:moveTo>
                  <a:cubicBezTo>
                    <a:pt x="13" y="74"/>
                    <a:pt x="7" y="74"/>
                    <a:pt x="3" y="69"/>
                  </a:cubicBezTo>
                  <a:cubicBezTo>
                    <a:pt x="3" y="69"/>
                    <a:pt x="3" y="69"/>
                    <a:pt x="3" y="69"/>
                  </a:cubicBezTo>
                  <a:cubicBezTo>
                    <a:pt x="0" y="65"/>
                    <a:pt x="0" y="59"/>
                    <a:pt x="4" y="55"/>
                  </a:cubicBezTo>
                  <a:cubicBezTo>
                    <a:pt x="65" y="4"/>
                    <a:pt x="65" y="4"/>
                    <a:pt x="65" y="4"/>
                  </a:cubicBezTo>
                  <a:cubicBezTo>
                    <a:pt x="70" y="0"/>
                    <a:pt x="76" y="1"/>
                    <a:pt x="80" y="5"/>
                  </a:cubicBezTo>
                  <a:cubicBezTo>
                    <a:pt x="80" y="5"/>
                    <a:pt x="80" y="5"/>
                    <a:pt x="80" y="5"/>
                  </a:cubicBezTo>
                  <a:cubicBezTo>
                    <a:pt x="83" y="9"/>
                    <a:pt x="83" y="16"/>
                    <a:pt x="79" y="20"/>
                  </a:cubicBezTo>
                  <a:lnTo>
                    <a:pt x="17" y="7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8" name="淘宝店chenying0907 34"/>
            <p:cNvSpPr>
              <a:spLocks/>
            </p:cNvSpPr>
            <p:nvPr/>
          </p:nvSpPr>
          <p:spPr bwMode="auto">
            <a:xfrm>
              <a:off x="4853630" y="1871624"/>
              <a:ext cx="106275" cy="212550"/>
            </a:xfrm>
            <a:custGeom>
              <a:avLst/>
              <a:gdLst>
                <a:gd name="T0" fmla="*/ 21 w 50"/>
                <a:gd name="T1" fmla="*/ 90 h 98"/>
                <a:gd name="T2" fmla="*/ 8 w 50"/>
                <a:gd name="T3" fmla="*/ 96 h 98"/>
                <a:gd name="T4" fmla="*/ 8 w 50"/>
                <a:gd name="T5" fmla="*/ 96 h 98"/>
                <a:gd name="T6" fmla="*/ 2 w 50"/>
                <a:gd name="T7" fmla="*/ 83 h 98"/>
                <a:gd name="T8" fmla="*/ 29 w 50"/>
                <a:gd name="T9" fmla="*/ 8 h 98"/>
                <a:gd name="T10" fmla="*/ 42 w 50"/>
                <a:gd name="T11" fmla="*/ 2 h 98"/>
                <a:gd name="T12" fmla="*/ 42 w 50"/>
                <a:gd name="T13" fmla="*/ 2 h 98"/>
                <a:gd name="T14" fmla="*/ 49 w 50"/>
                <a:gd name="T15" fmla="*/ 15 h 98"/>
                <a:gd name="T16" fmla="*/ 21 w 50"/>
                <a:gd name="T17"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98">
                  <a:moveTo>
                    <a:pt x="21" y="90"/>
                  </a:moveTo>
                  <a:cubicBezTo>
                    <a:pt x="19" y="95"/>
                    <a:pt x="14" y="98"/>
                    <a:pt x="8" y="96"/>
                  </a:cubicBezTo>
                  <a:cubicBezTo>
                    <a:pt x="8" y="96"/>
                    <a:pt x="8" y="96"/>
                    <a:pt x="8" y="96"/>
                  </a:cubicBezTo>
                  <a:cubicBezTo>
                    <a:pt x="3" y="94"/>
                    <a:pt x="0" y="88"/>
                    <a:pt x="2" y="83"/>
                  </a:cubicBezTo>
                  <a:cubicBezTo>
                    <a:pt x="29" y="8"/>
                    <a:pt x="29" y="8"/>
                    <a:pt x="29" y="8"/>
                  </a:cubicBezTo>
                  <a:cubicBezTo>
                    <a:pt x="31" y="3"/>
                    <a:pt x="37" y="0"/>
                    <a:pt x="42" y="2"/>
                  </a:cubicBezTo>
                  <a:cubicBezTo>
                    <a:pt x="42" y="2"/>
                    <a:pt x="42" y="2"/>
                    <a:pt x="42" y="2"/>
                  </a:cubicBezTo>
                  <a:cubicBezTo>
                    <a:pt x="48" y="4"/>
                    <a:pt x="50" y="10"/>
                    <a:pt x="49" y="15"/>
                  </a:cubicBezTo>
                  <a:lnTo>
                    <a:pt x="21" y="90"/>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89" name="淘宝店chenying0907 35"/>
            <p:cNvSpPr>
              <a:spLocks/>
            </p:cNvSpPr>
            <p:nvPr/>
          </p:nvSpPr>
          <p:spPr bwMode="auto">
            <a:xfrm>
              <a:off x="4703073" y="1825572"/>
              <a:ext cx="77935" cy="216092"/>
            </a:xfrm>
            <a:custGeom>
              <a:avLst/>
              <a:gdLst>
                <a:gd name="T0" fmla="*/ 21 w 36"/>
                <a:gd name="T1" fmla="*/ 91 h 100"/>
                <a:gd name="T2" fmla="*/ 9 w 36"/>
                <a:gd name="T3" fmla="*/ 99 h 100"/>
                <a:gd name="T4" fmla="*/ 9 w 36"/>
                <a:gd name="T5" fmla="*/ 99 h 100"/>
                <a:gd name="T6" fmla="*/ 1 w 36"/>
                <a:gd name="T7" fmla="*/ 88 h 100"/>
                <a:gd name="T8" fmla="*/ 15 w 36"/>
                <a:gd name="T9" fmla="*/ 9 h 100"/>
                <a:gd name="T10" fmla="*/ 27 w 36"/>
                <a:gd name="T11" fmla="*/ 1 h 100"/>
                <a:gd name="T12" fmla="*/ 27 w 36"/>
                <a:gd name="T13" fmla="*/ 1 h 100"/>
                <a:gd name="T14" fmla="*/ 35 w 36"/>
                <a:gd name="T15" fmla="*/ 13 h 100"/>
                <a:gd name="T16" fmla="*/ 21 w 36"/>
                <a:gd name="T17" fmla="*/ 9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00">
                  <a:moveTo>
                    <a:pt x="21" y="91"/>
                  </a:moveTo>
                  <a:cubicBezTo>
                    <a:pt x="20" y="97"/>
                    <a:pt x="15" y="100"/>
                    <a:pt x="9" y="99"/>
                  </a:cubicBezTo>
                  <a:cubicBezTo>
                    <a:pt x="9" y="99"/>
                    <a:pt x="9" y="99"/>
                    <a:pt x="9" y="99"/>
                  </a:cubicBezTo>
                  <a:cubicBezTo>
                    <a:pt x="4" y="98"/>
                    <a:pt x="0" y="93"/>
                    <a:pt x="1" y="88"/>
                  </a:cubicBezTo>
                  <a:cubicBezTo>
                    <a:pt x="15" y="9"/>
                    <a:pt x="15" y="9"/>
                    <a:pt x="15" y="9"/>
                  </a:cubicBezTo>
                  <a:cubicBezTo>
                    <a:pt x="16" y="4"/>
                    <a:pt x="21" y="0"/>
                    <a:pt x="27" y="1"/>
                  </a:cubicBezTo>
                  <a:cubicBezTo>
                    <a:pt x="27" y="1"/>
                    <a:pt x="27" y="1"/>
                    <a:pt x="27" y="1"/>
                  </a:cubicBezTo>
                  <a:cubicBezTo>
                    <a:pt x="32" y="2"/>
                    <a:pt x="36" y="7"/>
                    <a:pt x="35" y="13"/>
                  </a:cubicBezTo>
                  <a:lnTo>
                    <a:pt x="21" y="91"/>
                  </a:lnTo>
                  <a:close/>
                </a:path>
              </a:pathLst>
            </a:custGeom>
            <a:solidFill>
              <a:schemeClr val="tx1">
                <a:lumMod val="10000"/>
                <a:lumOff val="90000"/>
              </a:schemeClr>
            </a:solidFill>
            <a:ln>
              <a:noFill/>
            </a:ln>
          </p:spPr>
          <p:txBody>
            <a:bodyPr vert="horz" wrap="square" lIns="91424" tIns="45712" rIns="91424" bIns="45712" numCol="1" anchor="t" anchorCtr="0" compatLnSpc="1">
              <a:prstTxWarp prst="textNoShape">
                <a:avLst/>
              </a:prstTxWarp>
            </a:bodyPr>
            <a:lstStyle/>
            <a:p>
              <a:endParaRPr lang="zh-CN" altLang="en-US"/>
            </a:p>
          </p:txBody>
        </p:sp>
      </p:grpSp>
      <p:sp>
        <p:nvSpPr>
          <p:cNvPr id="90" name="Oval 36"/>
          <p:cNvSpPr>
            <a:spLocks noChangeArrowheads="1"/>
          </p:cNvSpPr>
          <p:nvPr/>
        </p:nvSpPr>
        <p:spPr bwMode="auto">
          <a:xfrm>
            <a:off x="3827629" y="1790739"/>
            <a:ext cx="360653" cy="360653"/>
          </a:xfrm>
          <a:prstGeom prst="ellipse">
            <a:avLst/>
          </a:prstGeom>
          <a:solidFill>
            <a:schemeClr val="accent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1" name="Oval 37"/>
          <p:cNvSpPr>
            <a:spLocks noChangeArrowheads="1"/>
          </p:cNvSpPr>
          <p:nvPr/>
        </p:nvSpPr>
        <p:spPr bwMode="auto">
          <a:xfrm>
            <a:off x="3563759" y="3177507"/>
            <a:ext cx="360653" cy="358638"/>
          </a:xfrm>
          <a:prstGeom prst="ellipse">
            <a:avLst/>
          </a:prstGeom>
          <a:solidFill>
            <a:schemeClr val="accent3"/>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2" name="Oval 38"/>
          <p:cNvSpPr>
            <a:spLocks noChangeArrowheads="1"/>
          </p:cNvSpPr>
          <p:nvPr/>
        </p:nvSpPr>
        <p:spPr bwMode="auto">
          <a:xfrm>
            <a:off x="5219590" y="3177507"/>
            <a:ext cx="360653" cy="358638"/>
          </a:xfrm>
          <a:prstGeom prst="ellipse">
            <a:avLst/>
          </a:prstGeom>
          <a:solidFill>
            <a:schemeClr val="accent4"/>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3" name="Oval 39"/>
          <p:cNvSpPr>
            <a:spLocks noChangeArrowheads="1"/>
          </p:cNvSpPr>
          <p:nvPr/>
        </p:nvSpPr>
        <p:spPr bwMode="auto">
          <a:xfrm>
            <a:off x="4955720" y="1790739"/>
            <a:ext cx="360653" cy="360653"/>
          </a:xfrm>
          <a:prstGeom prst="ellipse">
            <a:avLst/>
          </a:prstGeom>
          <a:solidFill>
            <a:schemeClr val="accent2"/>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94" name="Line 40"/>
          <p:cNvSpPr>
            <a:spLocks noChangeShapeType="1"/>
          </p:cNvSpPr>
          <p:nvPr/>
        </p:nvSpPr>
        <p:spPr bwMode="auto">
          <a:xfrm flipH="1">
            <a:off x="1842981" y="1971950"/>
            <a:ext cx="1984650" cy="0"/>
          </a:xfrm>
          <a:prstGeom prst="line">
            <a:avLst/>
          </a:prstGeom>
          <a:noFill/>
          <a:ln w="635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5" name="Line 41"/>
          <p:cNvSpPr>
            <a:spLocks noChangeShapeType="1"/>
          </p:cNvSpPr>
          <p:nvPr/>
        </p:nvSpPr>
        <p:spPr bwMode="auto">
          <a:xfrm flipH="1">
            <a:off x="5316373" y="1971950"/>
            <a:ext cx="1984649" cy="0"/>
          </a:xfrm>
          <a:prstGeom prst="line">
            <a:avLst/>
          </a:prstGeom>
          <a:noFill/>
          <a:ln w="635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6" name="淘宝店chenying0907 42"/>
          <p:cNvSpPr>
            <a:spLocks/>
          </p:cNvSpPr>
          <p:nvPr/>
        </p:nvSpPr>
        <p:spPr bwMode="auto">
          <a:xfrm>
            <a:off x="1842979" y="3535692"/>
            <a:ext cx="1901992" cy="345334"/>
          </a:xfrm>
          <a:custGeom>
            <a:avLst/>
            <a:gdLst>
              <a:gd name="T0" fmla="*/ 881 w 881"/>
              <a:gd name="T1" fmla="*/ 0 h 160"/>
              <a:gd name="T2" fmla="*/ 881 w 881"/>
              <a:gd name="T3" fmla="*/ 110 h 160"/>
              <a:gd name="T4" fmla="*/ 830 w 881"/>
              <a:gd name="T5" fmla="*/ 160 h 160"/>
              <a:gd name="T6" fmla="*/ 0 w 881"/>
              <a:gd name="T7" fmla="*/ 160 h 160"/>
            </a:gdLst>
            <a:ahLst/>
            <a:cxnLst>
              <a:cxn ang="0">
                <a:pos x="T0" y="T1"/>
              </a:cxn>
              <a:cxn ang="0">
                <a:pos x="T2" y="T3"/>
              </a:cxn>
              <a:cxn ang="0">
                <a:pos x="T4" y="T5"/>
              </a:cxn>
              <a:cxn ang="0">
                <a:pos x="T6" y="T7"/>
              </a:cxn>
            </a:cxnLst>
            <a:rect l="0" t="0" r="r" b="b"/>
            <a:pathLst>
              <a:path w="881" h="160">
                <a:moveTo>
                  <a:pt x="881" y="0"/>
                </a:moveTo>
                <a:cubicBezTo>
                  <a:pt x="881" y="110"/>
                  <a:pt x="881" y="110"/>
                  <a:pt x="881" y="110"/>
                </a:cubicBezTo>
                <a:cubicBezTo>
                  <a:pt x="881" y="138"/>
                  <a:pt x="858" y="160"/>
                  <a:pt x="830" y="160"/>
                </a:cubicBezTo>
                <a:cubicBezTo>
                  <a:pt x="0" y="160"/>
                  <a:pt x="0" y="160"/>
                  <a:pt x="0" y="160"/>
                </a:cubicBezTo>
              </a:path>
            </a:pathLst>
          </a:custGeom>
          <a:noFill/>
          <a:ln w="635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7" name="淘宝店chenying0907 43"/>
          <p:cNvSpPr>
            <a:spLocks/>
          </p:cNvSpPr>
          <p:nvPr/>
        </p:nvSpPr>
        <p:spPr bwMode="auto">
          <a:xfrm>
            <a:off x="5399031" y="3535692"/>
            <a:ext cx="1901992" cy="345334"/>
          </a:xfrm>
          <a:custGeom>
            <a:avLst/>
            <a:gdLst>
              <a:gd name="T0" fmla="*/ 0 w 881"/>
              <a:gd name="T1" fmla="*/ 0 h 160"/>
              <a:gd name="T2" fmla="*/ 0 w 881"/>
              <a:gd name="T3" fmla="*/ 110 h 160"/>
              <a:gd name="T4" fmla="*/ 51 w 881"/>
              <a:gd name="T5" fmla="*/ 160 h 160"/>
              <a:gd name="T6" fmla="*/ 881 w 881"/>
              <a:gd name="T7" fmla="*/ 160 h 160"/>
            </a:gdLst>
            <a:ahLst/>
            <a:cxnLst>
              <a:cxn ang="0">
                <a:pos x="T0" y="T1"/>
              </a:cxn>
              <a:cxn ang="0">
                <a:pos x="T2" y="T3"/>
              </a:cxn>
              <a:cxn ang="0">
                <a:pos x="T4" y="T5"/>
              </a:cxn>
              <a:cxn ang="0">
                <a:pos x="T6" y="T7"/>
              </a:cxn>
            </a:cxnLst>
            <a:rect l="0" t="0" r="r" b="b"/>
            <a:pathLst>
              <a:path w="881" h="160">
                <a:moveTo>
                  <a:pt x="0" y="0"/>
                </a:moveTo>
                <a:cubicBezTo>
                  <a:pt x="0" y="110"/>
                  <a:pt x="0" y="110"/>
                  <a:pt x="0" y="110"/>
                </a:cubicBezTo>
                <a:cubicBezTo>
                  <a:pt x="0" y="138"/>
                  <a:pt x="23" y="160"/>
                  <a:pt x="51" y="160"/>
                </a:cubicBezTo>
                <a:cubicBezTo>
                  <a:pt x="881" y="160"/>
                  <a:pt x="881" y="160"/>
                  <a:pt x="881" y="160"/>
                </a:cubicBezTo>
              </a:path>
            </a:pathLst>
          </a:custGeom>
          <a:noFill/>
          <a:ln w="635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4" tIns="45712" rIns="91424" bIns="45712" numCol="1" anchor="t" anchorCtr="0" compatLnSpc="1">
            <a:prstTxWarp prst="textNoShape">
              <a:avLst/>
            </a:prstTxWarp>
          </a:bodyPr>
          <a:lstStyle/>
          <a:p>
            <a:endParaRPr lang="zh-CN" altLang="en-US"/>
          </a:p>
        </p:txBody>
      </p:sp>
      <p:sp>
        <p:nvSpPr>
          <p:cNvPr id="99" name="Rectangle 49"/>
          <p:cNvSpPr>
            <a:spLocks noChangeArrowheads="1"/>
          </p:cNvSpPr>
          <p:nvPr/>
        </p:nvSpPr>
        <p:spPr bwMode="auto">
          <a:xfrm>
            <a:off x="6083908" y="2036419"/>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0" name="Rectangle 49"/>
          <p:cNvSpPr>
            <a:spLocks noChangeArrowheads="1"/>
          </p:cNvSpPr>
          <p:nvPr/>
        </p:nvSpPr>
        <p:spPr bwMode="auto">
          <a:xfrm>
            <a:off x="6083908" y="1790534"/>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1" name="Rectangle 49"/>
          <p:cNvSpPr>
            <a:spLocks noChangeArrowheads="1"/>
          </p:cNvSpPr>
          <p:nvPr/>
        </p:nvSpPr>
        <p:spPr bwMode="auto">
          <a:xfrm>
            <a:off x="6083908" y="3930595"/>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2" name="Rectangle 49"/>
          <p:cNvSpPr>
            <a:spLocks noChangeArrowheads="1"/>
          </p:cNvSpPr>
          <p:nvPr/>
        </p:nvSpPr>
        <p:spPr bwMode="auto">
          <a:xfrm>
            <a:off x="6083908" y="3684710"/>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3" name="Rectangle 49"/>
          <p:cNvSpPr>
            <a:spLocks noChangeArrowheads="1"/>
          </p:cNvSpPr>
          <p:nvPr/>
        </p:nvSpPr>
        <p:spPr bwMode="auto">
          <a:xfrm>
            <a:off x="1842844" y="2036419"/>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4" name="Rectangle 49"/>
          <p:cNvSpPr>
            <a:spLocks noChangeArrowheads="1"/>
          </p:cNvSpPr>
          <p:nvPr/>
        </p:nvSpPr>
        <p:spPr bwMode="auto">
          <a:xfrm>
            <a:off x="1842844" y="1790534"/>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5" name="Rectangle 49"/>
          <p:cNvSpPr>
            <a:spLocks noChangeArrowheads="1"/>
          </p:cNvSpPr>
          <p:nvPr/>
        </p:nvSpPr>
        <p:spPr bwMode="auto">
          <a:xfrm>
            <a:off x="1842844" y="3930595"/>
            <a:ext cx="1217118" cy="369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charset="0"/>
              <a:buNone/>
            </a:pPr>
            <a:r>
              <a:rPr lang="en-US" altLang="zh-CN" sz="800" dirty="0">
                <a:solidFill>
                  <a:schemeClr val="bg1">
                    <a:lumMod val="50000"/>
                  </a:schemeClr>
                </a:solidFill>
              </a:rPr>
              <a:t>We have many PowerPoint </a:t>
            </a:r>
            <a:r>
              <a:rPr lang="zh-CN" altLang="en-US" sz="800" dirty="0">
                <a:solidFill>
                  <a:schemeClr val="bg1">
                    <a:lumMod val="50000"/>
                  </a:schemeClr>
                </a:solidFill>
              </a:rPr>
              <a:t>templates</a:t>
            </a:r>
            <a:r>
              <a:rPr lang="en-US" altLang="zh-CN" sz="800" dirty="0">
                <a:solidFill>
                  <a:schemeClr val="bg1">
                    <a:lumMod val="50000"/>
                  </a:schemeClr>
                </a:solidFill>
              </a:rPr>
              <a:t> that has been specifically designed</a:t>
            </a:r>
            <a:r>
              <a:rPr lang="zh-CN" altLang="en-US" sz="800" dirty="0">
                <a:solidFill>
                  <a:schemeClr val="bg1">
                    <a:lumMod val="50000"/>
                  </a:schemeClr>
                </a:solidFill>
              </a:rPr>
              <a:t>.</a:t>
            </a:r>
          </a:p>
        </p:txBody>
      </p:sp>
      <p:sp>
        <p:nvSpPr>
          <p:cNvPr id="106" name="Rectangle 49"/>
          <p:cNvSpPr>
            <a:spLocks noChangeArrowheads="1"/>
          </p:cNvSpPr>
          <p:nvPr/>
        </p:nvSpPr>
        <p:spPr bwMode="auto">
          <a:xfrm>
            <a:off x="1842844" y="3684710"/>
            <a:ext cx="1217118" cy="15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0"/>
            <a:r>
              <a:rPr lang="zh-CN" altLang="en-US" sz="1000" b="1" dirty="0">
                <a:solidFill>
                  <a:srgbClr val="FFFFFF">
                    <a:lumMod val="50000"/>
                  </a:srgbClr>
                </a:solidFill>
              </a:rPr>
              <a:t>Head Title</a:t>
            </a:r>
          </a:p>
        </p:txBody>
      </p:sp>
      <p:sp>
        <p:nvSpPr>
          <p:cNvPr id="107" name="淘宝店chenying0907 106"/>
          <p:cNvSpPr/>
          <p:nvPr/>
        </p:nvSpPr>
        <p:spPr>
          <a:xfrm>
            <a:off x="1156881" y="1850951"/>
            <a:ext cx="655742" cy="523129"/>
          </a:xfrm>
          <a:prstGeom prst="rect">
            <a:avLst/>
          </a:prstGeom>
        </p:spPr>
        <p:txBody>
          <a:bodyPr wrap="square">
            <a:spAutoFit/>
          </a:bodyPr>
          <a:lstStyle/>
          <a:p>
            <a:pPr algn="ctr"/>
            <a:r>
              <a:rPr lang="en-US" altLang="zh-CN" sz="2799" dirty="0">
                <a:ln w="6350">
                  <a:noFill/>
                </a:ln>
                <a:solidFill>
                  <a:schemeClr val="accent1"/>
                </a:solidFill>
                <a:latin typeface="微软雅黑" panose="020B0503020204020204" pitchFamily="34" charset="-122"/>
                <a:ea typeface="微软雅黑" panose="020B0503020204020204" pitchFamily="34" charset="-122"/>
              </a:rPr>
              <a:t>01</a:t>
            </a:r>
            <a:endParaRPr lang="zh-CN" altLang="en-US" sz="2799" dirty="0">
              <a:ln w="6350">
                <a:noFill/>
              </a:ln>
              <a:solidFill>
                <a:schemeClr val="accent1"/>
              </a:solidFill>
              <a:latin typeface="微软雅黑" panose="020B0503020204020204" pitchFamily="34" charset="-122"/>
              <a:ea typeface="微软雅黑" panose="020B0503020204020204" pitchFamily="34" charset="-122"/>
            </a:endParaRPr>
          </a:p>
        </p:txBody>
      </p:sp>
      <p:sp>
        <p:nvSpPr>
          <p:cNvPr id="108" name="淘宝店chenying0907 107"/>
          <p:cNvSpPr/>
          <p:nvPr/>
        </p:nvSpPr>
        <p:spPr>
          <a:xfrm>
            <a:off x="1156881" y="3719184"/>
            <a:ext cx="655742" cy="523129"/>
          </a:xfrm>
          <a:prstGeom prst="rect">
            <a:avLst/>
          </a:prstGeom>
        </p:spPr>
        <p:txBody>
          <a:bodyPr wrap="square">
            <a:spAutoFit/>
          </a:bodyPr>
          <a:lstStyle/>
          <a:p>
            <a:pPr algn="ctr"/>
            <a:r>
              <a:rPr lang="en-US" altLang="zh-CN" sz="2799" dirty="0">
                <a:ln w="6350">
                  <a:noFill/>
                </a:ln>
                <a:solidFill>
                  <a:schemeClr val="accent3"/>
                </a:solidFill>
                <a:latin typeface="微软雅黑" panose="020B0503020204020204" pitchFamily="34" charset="-122"/>
                <a:ea typeface="微软雅黑" panose="020B0503020204020204" pitchFamily="34" charset="-122"/>
              </a:rPr>
              <a:t>03</a:t>
            </a:r>
            <a:endParaRPr lang="zh-CN" altLang="en-US" sz="2799" dirty="0">
              <a:ln w="6350">
                <a:noFill/>
              </a:ln>
              <a:solidFill>
                <a:schemeClr val="accent3"/>
              </a:solidFill>
              <a:latin typeface="微软雅黑" panose="020B0503020204020204" pitchFamily="34" charset="-122"/>
              <a:ea typeface="微软雅黑" panose="020B0503020204020204" pitchFamily="34" charset="-122"/>
            </a:endParaRPr>
          </a:p>
        </p:txBody>
      </p:sp>
      <p:sp>
        <p:nvSpPr>
          <p:cNvPr id="109" name="淘宝店chenying0907 108"/>
          <p:cNvSpPr/>
          <p:nvPr/>
        </p:nvSpPr>
        <p:spPr>
          <a:xfrm>
            <a:off x="7348481" y="1850951"/>
            <a:ext cx="655742" cy="523129"/>
          </a:xfrm>
          <a:prstGeom prst="rect">
            <a:avLst/>
          </a:prstGeom>
        </p:spPr>
        <p:txBody>
          <a:bodyPr wrap="square">
            <a:spAutoFit/>
          </a:bodyPr>
          <a:lstStyle/>
          <a:p>
            <a:pPr algn="ctr"/>
            <a:r>
              <a:rPr lang="en-US" altLang="zh-CN" sz="2799" dirty="0">
                <a:ln w="6350">
                  <a:noFill/>
                </a:ln>
                <a:solidFill>
                  <a:schemeClr val="accent2"/>
                </a:solidFill>
                <a:latin typeface="微软雅黑" panose="020B0503020204020204" pitchFamily="34" charset="-122"/>
                <a:ea typeface="微软雅黑" panose="020B0503020204020204" pitchFamily="34" charset="-122"/>
              </a:rPr>
              <a:t>02</a:t>
            </a:r>
            <a:endParaRPr lang="zh-CN" altLang="en-US" sz="2799" dirty="0">
              <a:ln w="6350">
                <a:noFill/>
              </a:ln>
              <a:solidFill>
                <a:schemeClr val="accent2"/>
              </a:solidFill>
              <a:latin typeface="微软雅黑" panose="020B0503020204020204" pitchFamily="34" charset="-122"/>
              <a:ea typeface="微软雅黑" panose="020B0503020204020204" pitchFamily="34" charset="-122"/>
            </a:endParaRPr>
          </a:p>
        </p:txBody>
      </p:sp>
      <p:sp>
        <p:nvSpPr>
          <p:cNvPr id="110" name="淘宝店chenying0907 109"/>
          <p:cNvSpPr/>
          <p:nvPr/>
        </p:nvSpPr>
        <p:spPr>
          <a:xfrm>
            <a:off x="7348481" y="3719184"/>
            <a:ext cx="655742" cy="523129"/>
          </a:xfrm>
          <a:prstGeom prst="rect">
            <a:avLst/>
          </a:prstGeom>
        </p:spPr>
        <p:txBody>
          <a:bodyPr wrap="square">
            <a:spAutoFit/>
          </a:bodyPr>
          <a:lstStyle/>
          <a:p>
            <a:pPr algn="ctr"/>
            <a:r>
              <a:rPr lang="en-US" altLang="zh-CN" sz="2799" dirty="0">
                <a:ln w="6350">
                  <a:noFill/>
                </a:ln>
                <a:solidFill>
                  <a:schemeClr val="accent4"/>
                </a:solidFill>
                <a:latin typeface="微软雅黑" panose="020B0503020204020204" pitchFamily="34" charset="-122"/>
                <a:ea typeface="微软雅黑" panose="020B0503020204020204" pitchFamily="34" charset="-122"/>
              </a:rPr>
              <a:t>04</a:t>
            </a:r>
            <a:endParaRPr lang="zh-CN" altLang="en-US" sz="2799" dirty="0">
              <a:ln w="6350">
                <a:noFill/>
              </a:ln>
              <a:solidFill>
                <a:schemeClr val="accent4"/>
              </a:solidFill>
              <a:latin typeface="微软雅黑" panose="020B0503020204020204" pitchFamily="34" charset="-122"/>
              <a:ea typeface="微软雅黑" panose="020B0503020204020204" pitchFamily="34" charset="-122"/>
            </a:endParaRPr>
          </a:p>
        </p:txBody>
      </p:sp>
      <p:sp>
        <p:nvSpPr>
          <p:cNvPr id="112" name="淘宝店chenying0907 21"/>
          <p:cNvSpPr>
            <a:spLocks noEditPoints="1"/>
          </p:cNvSpPr>
          <p:nvPr/>
        </p:nvSpPr>
        <p:spPr bwMode="auto">
          <a:xfrm>
            <a:off x="5318592" y="3274599"/>
            <a:ext cx="160878" cy="164453"/>
          </a:xfrm>
          <a:custGeom>
            <a:avLst/>
            <a:gdLst>
              <a:gd name="T0" fmla="*/ 26 w 90"/>
              <a:gd name="T1" fmla="*/ 19 h 91"/>
              <a:gd name="T2" fmla="*/ 19 w 90"/>
              <a:gd name="T3" fmla="*/ 26 h 91"/>
              <a:gd name="T4" fmla="*/ 18 w 90"/>
              <a:gd name="T5" fmla="*/ 34 h 91"/>
              <a:gd name="T6" fmla="*/ 22 w 90"/>
              <a:gd name="T7" fmla="*/ 29 h 91"/>
              <a:gd name="T8" fmla="*/ 29 w 90"/>
              <a:gd name="T9" fmla="*/ 23 h 91"/>
              <a:gd name="T10" fmla="*/ 33 w 90"/>
              <a:gd name="T11" fmla="*/ 18 h 91"/>
              <a:gd name="T12" fmla="*/ 89 w 90"/>
              <a:gd name="T13" fmla="*/ 84 h 91"/>
              <a:gd name="T14" fmla="*/ 73 w 90"/>
              <a:gd name="T15" fmla="*/ 67 h 91"/>
              <a:gd name="T16" fmla="*/ 82 w 90"/>
              <a:gd name="T17" fmla="*/ 41 h 91"/>
              <a:gd name="T18" fmla="*/ 79 w 90"/>
              <a:gd name="T19" fmla="*/ 25 h 91"/>
              <a:gd name="T20" fmla="*/ 70 w 90"/>
              <a:gd name="T21" fmla="*/ 12 h 91"/>
              <a:gd name="T22" fmla="*/ 41 w 90"/>
              <a:gd name="T23" fmla="*/ 0 h 91"/>
              <a:gd name="T24" fmla="*/ 3 w 90"/>
              <a:gd name="T25" fmla="*/ 25 h 91"/>
              <a:gd name="T26" fmla="*/ 3 w 90"/>
              <a:gd name="T27" fmla="*/ 57 h 91"/>
              <a:gd name="T28" fmla="*/ 12 w 90"/>
              <a:gd name="T29" fmla="*/ 70 h 91"/>
              <a:gd name="T30" fmla="*/ 25 w 90"/>
              <a:gd name="T31" fmla="*/ 79 h 91"/>
              <a:gd name="T32" fmla="*/ 25 w 90"/>
              <a:gd name="T33" fmla="*/ 79 h 91"/>
              <a:gd name="T34" fmla="*/ 57 w 90"/>
              <a:gd name="T35" fmla="*/ 79 h 91"/>
              <a:gd name="T36" fmla="*/ 84 w 90"/>
              <a:gd name="T37" fmla="*/ 89 h 91"/>
              <a:gd name="T38" fmla="*/ 89 w 90"/>
              <a:gd name="T39" fmla="*/ 84 h 91"/>
              <a:gd name="T40" fmla="*/ 65 w 90"/>
              <a:gd name="T41" fmla="*/ 65 h 91"/>
              <a:gd name="T42" fmla="*/ 54 w 90"/>
              <a:gd name="T43" fmla="*/ 72 h 91"/>
              <a:gd name="T44" fmla="*/ 28 w 90"/>
              <a:gd name="T45" fmla="*/ 72 h 91"/>
              <a:gd name="T46" fmla="*/ 17 w 90"/>
              <a:gd name="T47" fmla="*/ 65 h 91"/>
              <a:gd name="T48" fmla="*/ 17 w 90"/>
              <a:gd name="T49" fmla="*/ 65 h 91"/>
              <a:gd name="T50" fmla="*/ 10 w 90"/>
              <a:gd name="T51" fmla="*/ 54 h 91"/>
              <a:gd name="T52" fmla="*/ 10 w 90"/>
              <a:gd name="T53" fmla="*/ 28 h 91"/>
              <a:gd name="T54" fmla="*/ 41 w 90"/>
              <a:gd name="T55" fmla="*/ 7 h 91"/>
              <a:gd name="T56" fmla="*/ 65 w 90"/>
              <a:gd name="T57" fmla="*/ 17 h 91"/>
              <a:gd name="T58" fmla="*/ 72 w 90"/>
              <a:gd name="T59" fmla="*/ 28 h 91"/>
              <a:gd name="T60" fmla="*/ 75 w 90"/>
              <a:gd name="T61" fmla="*/ 41 h 91"/>
              <a:gd name="T62" fmla="*/ 65 w 90"/>
              <a:gd name="T63" fmla="*/ 65 h 91"/>
              <a:gd name="T64" fmla="*/ 65 w 90"/>
              <a:gd name="T65" fmla="*/ 39 h 91"/>
              <a:gd name="T66" fmla="*/ 61 w 90"/>
              <a:gd name="T67" fmla="*/ 50 h 91"/>
              <a:gd name="T68" fmla="*/ 57 w 90"/>
              <a:gd name="T69" fmla="*/ 57 h 91"/>
              <a:gd name="T70" fmla="*/ 41 w 90"/>
              <a:gd name="T71" fmla="*/ 63 h 91"/>
              <a:gd name="T72" fmla="*/ 41 w 90"/>
              <a:gd name="T73" fmla="*/ 68 h 91"/>
              <a:gd name="T74" fmla="*/ 60 w 90"/>
              <a:gd name="T75" fmla="*/ 60 h 91"/>
              <a:gd name="T76" fmla="*/ 66 w 90"/>
              <a:gd name="T77" fmla="*/ 51 h 91"/>
              <a:gd name="T78" fmla="*/ 65 w 90"/>
              <a:gd name="T79" fmla="*/ 3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0" h="91">
                <a:moveTo>
                  <a:pt x="30" y="16"/>
                </a:moveTo>
                <a:cubicBezTo>
                  <a:pt x="29" y="17"/>
                  <a:pt x="27" y="18"/>
                  <a:pt x="26" y="19"/>
                </a:cubicBezTo>
                <a:cubicBezTo>
                  <a:pt x="25" y="20"/>
                  <a:pt x="23" y="21"/>
                  <a:pt x="22" y="22"/>
                </a:cubicBezTo>
                <a:cubicBezTo>
                  <a:pt x="21" y="23"/>
                  <a:pt x="20" y="25"/>
                  <a:pt x="19" y="26"/>
                </a:cubicBezTo>
                <a:cubicBezTo>
                  <a:pt x="18" y="28"/>
                  <a:pt x="17" y="29"/>
                  <a:pt x="16" y="31"/>
                </a:cubicBezTo>
                <a:cubicBezTo>
                  <a:pt x="16" y="32"/>
                  <a:pt x="16" y="33"/>
                  <a:pt x="18" y="34"/>
                </a:cubicBezTo>
                <a:cubicBezTo>
                  <a:pt x="19" y="34"/>
                  <a:pt x="20" y="34"/>
                  <a:pt x="20" y="32"/>
                </a:cubicBezTo>
                <a:cubicBezTo>
                  <a:pt x="21" y="31"/>
                  <a:pt x="22" y="30"/>
                  <a:pt x="22" y="29"/>
                </a:cubicBezTo>
                <a:cubicBezTo>
                  <a:pt x="23" y="28"/>
                  <a:pt x="24" y="26"/>
                  <a:pt x="25" y="25"/>
                </a:cubicBezTo>
                <a:cubicBezTo>
                  <a:pt x="26" y="24"/>
                  <a:pt x="27" y="23"/>
                  <a:pt x="29" y="23"/>
                </a:cubicBezTo>
                <a:cubicBezTo>
                  <a:pt x="30" y="22"/>
                  <a:pt x="31" y="21"/>
                  <a:pt x="32" y="21"/>
                </a:cubicBezTo>
                <a:cubicBezTo>
                  <a:pt x="33" y="20"/>
                  <a:pt x="34" y="19"/>
                  <a:pt x="33" y="18"/>
                </a:cubicBezTo>
                <a:cubicBezTo>
                  <a:pt x="33" y="17"/>
                  <a:pt x="32" y="16"/>
                  <a:pt x="30" y="16"/>
                </a:cubicBezTo>
                <a:close/>
                <a:moveTo>
                  <a:pt x="89" y="84"/>
                </a:moveTo>
                <a:cubicBezTo>
                  <a:pt x="89" y="84"/>
                  <a:pt x="89" y="84"/>
                  <a:pt x="89" y="84"/>
                </a:cubicBezTo>
                <a:cubicBezTo>
                  <a:pt x="73" y="67"/>
                  <a:pt x="73" y="67"/>
                  <a:pt x="73" y="67"/>
                </a:cubicBezTo>
                <a:cubicBezTo>
                  <a:pt x="75" y="64"/>
                  <a:pt x="77" y="61"/>
                  <a:pt x="79" y="57"/>
                </a:cubicBezTo>
                <a:cubicBezTo>
                  <a:pt x="81" y="52"/>
                  <a:pt x="82" y="47"/>
                  <a:pt x="82" y="41"/>
                </a:cubicBezTo>
                <a:cubicBezTo>
                  <a:pt x="82" y="36"/>
                  <a:pt x="81" y="30"/>
                  <a:pt x="79" y="26"/>
                </a:cubicBezTo>
                <a:cubicBezTo>
                  <a:pt x="79" y="25"/>
                  <a:pt x="79" y="25"/>
                  <a:pt x="79" y="25"/>
                </a:cubicBezTo>
                <a:cubicBezTo>
                  <a:pt x="77" y="20"/>
                  <a:pt x="74" y="16"/>
                  <a:pt x="70" y="12"/>
                </a:cubicBezTo>
                <a:cubicBezTo>
                  <a:pt x="70" y="12"/>
                  <a:pt x="70" y="12"/>
                  <a:pt x="70" y="12"/>
                </a:cubicBezTo>
                <a:cubicBezTo>
                  <a:pt x="66" y="8"/>
                  <a:pt x="62" y="5"/>
                  <a:pt x="57" y="3"/>
                </a:cubicBezTo>
                <a:cubicBezTo>
                  <a:pt x="52" y="1"/>
                  <a:pt x="46" y="0"/>
                  <a:pt x="41" y="0"/>
                </a:cubicBezTo>
                <a:cubicBezTo>
                  <a:pt x="29" y="0"/>
                  <a:pt x="19" y="4"/>
                  <a:pt x="12" y="12"/>
                </a:cubicBezTo>
                <a:cubicBezTo>
                  <a:pt x="8" y="16"/>
                  <a:pt x="5" y="20"/>
                  <a:pt x="3" y="25"/>
                </a:cubicBezTo>
                <a:cubicBezTo>
                  <a:pt x="1" y="30"/>
                  <a:pt x="0" y="36"/>
                  <a:pt x="0" y="41"/>
                </a:cubicBezTo>
                <a:cubicBezTo>
                  <a:pt x="0" y="47"/>
                  <a:pt x="1" y="52"/>
                  <a:pt x="3" y="57"/>
                </a:cubicBezTo>
                <a:cubicBezTo>
                  <a:pt x="3" y="57"/>
                  <a:pt x="3" y="57"/>
                  <a:pt x="3" y="57"/>
                </a:cubicBezTo>
                <a:cubicBezTo>
                  <a:pt x="5" y="62"/>
                  <a:pt x="8" y="66"/>
                  <a:pt x="12" y="70"/>
                </a:cubicBezTo>
                <a:cubicBezTo>
                  <a:pt x="12" y="70"/>
                  <a:pt x="12" y="70"/>
                  <a:pt x="12" y="70"/>
                </a:cubicBezTo>
                <a:cubicBezTo>
                  <a:pt x="16" y="74"/>
                  <a:pt x="20" y="77"/>
                  <a:pt x="25" y="79"/>
                </a:cubicBezTo>
                <a:cubicBezTo>
                  <a:pt x="25" y="79"/>
                  <a:pt x="25" y="79"/>
                  <a:pt x="25" y="79"/>
                </a:cubicBezTo>
                <a:cubicBezTo>
                  <a:pt x="25" y="79"/>
                  <a:pt x="25" y="79"/>
                  <a:pt x="25" y="79"/>
                </a:cubicBezTo>
                <a:cubicBezTo>
                  <a:pt x="30" y="81"/>
                  <a:pt x="35" y="82"/>
                  <a:pt x="41" y="82"/>
                </a:cubicBezTo>
                <a:cubicBezTo>
                  <a:pt x="46" y="82"/>
                  <a:pt x="52" y="81"/>
                  <a:pt x="57" y="79"/>
                </a:cubicBezTo>
                <a:cubicBezTo>
                  <a:pt x="61" y="78"/>
                  <a:pt x="64" y="75"/>
                  <a:pt x="67" y="73"/>
                </a:cubicBezTo>
                <a:cubicBezTo>
                  <a:pt x="84" y="89"/>
                  <a:pt x="84" y="89"/>
                  <a:pt x="84" y="89"/>
                </a:cubicBezTo>
                <a:cubicBezTo>
                  <a:pt x="85" y="91"/>
                  <a:pt x="88" y="91"/>
                  <a:pt x="89" y="89"/>
                </a:cubicBezTo>
                <a:cubicBezTo>
                  <a:pt x="90" y="88"/>
                  <a:pt x="90" y="85"/>
                  <a:pt x="89" y="84"/>
                </a:cubicBezTo>
                <a:close/>
                <a:moveTo>
                  <a:pt x="65" y="65"/>
                </a:moveTo>
                <a:cubicBezTo>
                  <a:pt x="65" y="65"/>
                  <a:pt x="65" y="65"/>
                  <a:pt x="65" y="65"/>
                </a:cubicBezTo>
                <a:cubicBezTo>
                  <a:pt x="65" y="65"/>
                  <a:pt x="65" y="65"/>
                  <a:pt x="65" y="65"/>
                </a:cubicBezTo>
                <a:cubicBezTo>
                  <a:pt x="62" y="68"/>
                  <a:pt x="58" y="71"/>
                  <a:pt x="54" y="72"/>
                </a:cubicBezTo>
                <a:cubicBezTo>
                  <a:pt x="50" y="74"/>
                  <a:pt x="45" y="75"/>
                  <a:pt x="41" y="75"/>
                </a:cubicBezTo>
                <a:cubicBezTo>
                  <a:pt x="36" y="75"/>
                  <a:pt x="32" y="74"/>
                  <a:pt x="28" y="72"/>
                </a:cubicBezTo>
                <a:cubicBezTo>
                  <a:pt x="28" y="72"/>
                  <a:pt x="28" y="72"/>
                  <a:pt x="28" y="72"/>
                </a:cubicBezTo>
                <a:cubicBezTo>
                  <a:pt x="24" y="71"/>
                  <a:pt x="20" y="68"/>
                  <a:pt x="17" y="65"/>
                </a:cubicBezTo>
                <a:cubicBezTo>
                  <a:pt x="17" y="65"/>
                  <a:pt x="17" y="65"/>
                  <a:pt x="17" y="65"/>
                </a:cubicBezTo>
                <a:cubicBezTo>
                  <a:pt x="17" y="65"/>
                  <a:pt x="17" y="65"/>
                  <a:pt x="17" y="65"/>
                </a:cubicBezTo>
                <a:cubicBezTo>
                  <a:pt x="14" y="62"/>
                  <a:pt x="11" y="58"/>
                  <a:pt x="10" y="54"/>
                </a:cubicBezTo>
                <a:cubicBezTo>
                  <a:pt x="10" y="54"/>
                  <a:pt x="10" y="54"/>
                  <a:pt x="10" y="54"/>
                </a:cubicBezTo>
                <a:cubicBezTo>
                  <a:pt x="8" y="50"/>
                  <a:pt x="7" y="46"/>
                  <a:pt x="7" y="41"/>
                </a:cubicBezTo>
                <a:cubicBezTo>
                  <a:pt x="7" y="37"/>
                  <a:pt x="8" y="32"/>
                  <a:pt x="10" y="28"/>
                </a:cubicBezTo>
                <a:cubicBezTo>
                  <a:pt x="11" y="24"/>
                  <a:pt x="14" y="20"/>
                  <a:pt x="17" y="17"/>
                </a:cubicBezTo>
                <a:cubicBezTo>
                  <a:pt x="23" y="11"/>
                  <a:pt x="32" y="7"/>
                  <a:pt x="41" y="7"/>
                </a:cubicBezTo>
                <a:cubicBezTo>
                  <a:pt x="45" y="7"/>
                  <a:pt x="50" y="8"/>
                  <a:pt x="54" y="10"/>
                </a:cubicBezTo>
                <a:cubicBezTo>
                  <a:pt x="58" y="12"/>
                  <a:pt x="62" y="14"/>
                  <a:pt x="65" y="17"/>
                </a:cubicBezTo>
                <a:cubicBezTo>
                  <a:pt x="65" y="17"/>
                  <a:pt x="65" y="17"/>
                  <a:pt x="65" y="17"/>
                </a:cubicBezTo>
                <a:cubicBezTo>
                  <a:pt x="68" y="21"/>
                  <a:pt x="70" y="24"/>
                  <a:pt x="72" y="28"/>
                </a:cubicBezTo>
                <a:cubicBezTo>
                  <a:pt x="72" y="28"/>
                  <a:pt x="72" y="28"/>
                  <a:pt x="72" y="28"/>
                </a:cubicBezTo>
                <a:cubicBezTo>
                  <a:pt x="74" y="32"/>
                  <a:pt x="75" y="37"/>
                  <a:pt x="75" y="41"/>
                </a:cubicBezTo>
                <a:cubicBezTo>
                  <a:pt x="75" y="46"/>
                  <a:pt x="74" y="50"/>
                  <a:pt x="72" y="54"/>
                </a:cubicBezTo>
                <a:cubicBezTo>
                  <a:pt x="70" y="58"/>
                  <a:pt x="68" y="62"/>
                  <a:pt x="65" y="65"/>
                </a:cubicBezTo>
                <a:close/>
                <a:moveTo>
                  <a:pt x="65" y="39"/>
                </a:moveTo>
                <a:cubicBezTo>
                  <a:pt x="65" y="39"/>
                  <a:pt x="65" y="39"/>
                  <a:pt x="65" y="39"/>
                </a:cubicBezTo>
                <a:cubicBezTo>
                  <a:pt x="64" y="39"/>
                  <a:pt x="63" y="40"/>
                  <a:pt x="63" y="41"/>
                </a:cubicBezTo>
                <a:cubicBezTo>
                  <a:pt x="63" y="44"/>
                  <a:pt x="62" y="47"/>
                  <a:pt x="61" y="50"/>
                </a:cubicBezTo>
                <a:cubicBezTo>
                  <a:pt x="61" y="50"/>
                  <a:pt x="61" y="50"/>
                  <a:pt x="61" y="50"/>
                </a:cubicBezTo>
                <a:cubicBezTo>
                  <a:pt x="60" y="52"/>
                  <a:pt x="59" y="55"/>
                  <a:pt x="57" y="57"/>
                </a:cubicBezTo>
                <a:cubicBezTo>
                  <a:pt x="54" y="59"/>
                  <a:pt x="52" y="60"/>
                  <a:pt x="49" y="62"/>
                </a:cubicBezTo>
                <a:cubicBezTo>
                  <a:pt x="47" y="63"/>
                  <a:pt x="44" y="63"/>
                  <a:pt x="41" y="63"/>
                </a:cubicBezTo>
                <a:cubicBezTo>
                  <a:pt x="40" y="63"/>
                  <a:pt x="39" y="64"/>
                  <a:pt x="39" y="66"/>
                </a:cubicBezTo>
                <a:cubicBezTo>
                  <a:pt x="39" y="67"/>
                  <a:pt x="40" y="68"/>
                  <a:pt x="41" y="68"/>
                </a:cubicBezTo>
                <a:cubicBezTo>
                  <a:pt x="44" y="68"/>
                  <a:pt x="48" y="67"/>
                  <a:pt x="51" y="66"/>
                </a:cubicBezTo>
                <a:cubicBezTo>
                  <a:pt x="54" y="64"/>
                  <a:pt x="57" y="63"/>
                  <a:pt x="60" y="60"/>
                </a:cubicBezTo>
                <a:cubicBezTo>
                  <a:pt x="62" y="58"/>
                  <a:pt x="64" y="55"/>
                  <a:pt x="66" y="51"/>
                </a:cubicBezTo>
                <a:cubicBezTo>
                  <a:pt x="66" y="51"/>
                  <a:pt x="66" y="51"/>
                  <a:pt x="66" y="51"/>
                </a:cubicBezTo>
                <a:cubicBezTo>
                  <a:pt x="67" y="48"/>
                  <a:pt x="68" y="45"/>
                  <a:pt x="68" y="41"/>
                </a:cubicBezTo>
                <a:cubicBezTo>
                  <a:pt x="68" y="40"/>
                  <a:pt x="67" y="39"/>
                  <a:pt x="65" y="39"/>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3" name="淘宝店chenying0907 23"/>
          <p:cNvSpPr>
            <a:spLocks noEditPoints="1"/>
          </p:cNvSpPr>
          <p:nvPr/>
        </p:nvSpPr>
        <p:spPr bwMode="auto">
          <a:xfrm>
            <a:off x="3671690" y="3270130"/>
            <a:ext cx="144791" cy="173392"/>
          </a:xfrm>
          <a:custGeom>
            <a:avLst/>
            <a:gdLst>
              <a:gd name="T0" fmla="*/ 72 w 81"/>
              <a:gd name="T1" fmla="*/ 1 h 96"/>
              <a:gd name="T2" fmla="*/ 70 w 81"/>
              <a:gd name="T3" fmla="*/ 7 h 96"/>
              <a:gd name="T4" fmla="*/ 81 w 81"/>
              <a:gd name="T5" fmla="*/ 36 h 96"/>
              <a:gd name="T6" fmla="*/ 68 w 81"/>
              <a:gd name="T7" fmla="*/ 68 h 96"/>
              <a:gd name="T8" fmla="*/ 54 w 81"/>
              <a:gd name="T9" fmla="*/ 78 h 96"/>
              <a:gd name="T10" fmla="*/ 40 w 81"/>
              <a:gd name="T11" fmla="*/ 81 h 96"/>
              <a:gd name="T12" fmla="*/ 55 w 81"/>
              <a:gd name="T13" fmla="*/ 88 h 96"/>
              <a:gd name="T14" fmla="*/ 55 w 81"/>
              <a:gd name="T15" fmla="*/ 96 h 96"/>
              <a:gd name="T16" fmla="*/ 37 w 81"/>
              <a:gd name="T17" fmla="*/ 96 h 96"/>
              <a:gd name="T18" fmla="*/ 18 w 81"/>
              <a:gd name="T19" fmla="*/ 96 h 96"/>
              <a:gd name="T20" fmla="*/ 18 w 81"/>
              <a:gd name="T21" fmla="*/ 88 h 96"/>
              <a:gd name="T22" fmla="*/ 33 w 81"/>
              <a:gd name="T23" fmla="*/ 81 h 96"/>
              <a:gd name="T24" fmla="*/ 20 w 81"/>
              <a:gd name="T25" fmla="*/ 78 h 96"/>
              <a:gd name="T26" fmla="*/ 7 w 81"/>
              <a:gd name="T27" fmla="*/ 69 h 96"/>
              <a:gd name="T28" fmla="*/ 1 w 81"/>
              <a:gd name="T29" fmla="*/ 72 h 96"/>
              <a:gd name="T30" fmla="*/ 10 w 81"/>
              <a:gd name="T31" fmla="*/ 60 h 96"/>
              <a:gd name="T32" fmla="*/ 11 w 81"/>
              <a:gd name="T33" fmla="*/ 11 h 96"/>
              <a:gd name="T34" fmla="*/ 37 w 81"/>
              <a:gd name="T35" fmla="*/ 0 h 96"/>
              <a:gd name="T36" fmla="*/ 65 w 81"/>
              <a:gd name="T37" fmla="*/ 5 h 96"/>
              <a:gd name="T38" fmla="*/ 65 w 81"/>
              <a:gd name="T39" fmla="*/ 5 h 96"/>
              <a:gd name="T40" fmla="*/ 69 w 81"/>
              <a:gd name="T41" fmla="*/ 1 h 96"/>
              <a:gd name="T42" fmla="*/ 67 w 81"/>
              <a:gd name="T43" fmla="*/ 10 h 96"/>
              <a:gd name="T44" fmla="*/ 73 w 81"/>
              <a:gd name="T45" fmla="*/ 36 h 96"/>
              <a:gd name="T46" fmla="*/ 62 w 81"/>
              <a:gd name="T47" fmla="*/ 62 h 96"/>
              <a:gd name="T48" fmla="*/ 13 w 81"/>
              <a:gd name="T49" fmla="*/ 64 h 96"/>
              <a:gd name="T50" fmla="*/ 21 w 81"/>
              <a:gd name="T51" fmla="*/ 73 h 96"/>
              <a:gd name="T52" fmla="*/ 52 w 81"/>
              <a:gd name="T53" fmla="*/ 73 h 96"/>
              <a:gd name="T54" fmla="*/ 65 w 81"/>
              <a:gd name="T55" fmla="*/ 65 h 96"/>
              <a:gd name="T56" fmla="*/ 65 w 81"/>
              <a:gd name="T57" fmla="*/ 65 h 96"/>
              <a:gd name="T58" fmla="*/ 77 w 81"/>
              <a:gd name="T59" fmla="*/ 36 h 96"/>
              <a:gd name="T60" fmla="*/ 67 w 81"/>
              <a:gd name="T61" fmla="*/ 10 h 96"/>
              <a:gd name="T62" fmla="*/ 57 w 81"/>
              <a:gd name="T63" fmla="*/ 16 h 96"/>
              <a:gd name="T64" fmla="*/ 16 w 81"/>
              <a:gd name="T65" fmla="*/ 16 h 96"/>
              <a:gd name="T66" fmla="*/ 16 w 81"/>
              <a:gd name="T67" fmla="*/ 57 h 96"/>
              <a:gd name="T68" fmla="*/ 57 w 81"/>
              <a:gd name="T69" fmla="*/ 57 h 96"/>
              <a:gd name="T70" fmla="*/ 65 w 81"/>
              <a:gd name="T71" fmla="*/ 36 h 96"/>
              <a:gd name="T72" fmla="*/ 57 w 81"/>
              <a:gd name="T73" fmla="*/ 1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96">
                <a:moveTo>
                  <a:pt x="69" y="1"/>
                </a:moveTo>
                <a:cubicBezTo>
                  <a:pt x="70" y="0"/>
                  <a:pt x="71" y="0"/>
                  <a:pt x="72" y="1"/>
                </a:cubicBezTo>
                <a:cubicBezTo>
                  <a:pt x="73" y="2"/>
                  <a:pt x="73" y="3"/>
                  <a:pt x="72" y="4"/>
                </a:cubicBezTo>
                <a:cubicBezTo>
                  <a:pt x="70" y="7"/>
                  <a:pt x="70" y="7"/>
                  <a:pt x="70" y="7"/>
                </a:cubicBezTo>
                <a:cubicBezTo>
                  <a:pt x="73" y="10"/>
                  <a:pt x="76" y="15"/>
                  <a:pt x="78" y="19"/>
                </a:cubicBezTo>
                <a:cubicBezTo>
                  <a:pt x="80" y="25"/>
                  <a:pt x="81" y="30"/>
                  <a:pt x="81" y="36"/>
                </a:cubicBezTo>
                <a:cubicBezTo>
                  <a:pt x="81" y="42"/>
                  <a:pt x="80" y="48"/>
                  <a:pt x="78" y="53"/>
                </a:cubicBezTo>
                <a:cubicBezTo>
                  <a:pt x="76" y="59"/>
                  <a:pt x="72" y="64"/>
                  <a:pt x="68" y="68"/>
                </a:cubicBezTo>
                <a:cubicBezTo>
                  <a:pt x="64" y="72"/>
                  <a:pt x="59" y="75"/>
                  <a:pt x="54" y="78"/>
                </a:cubicBezTo>
                <a:cubicBezTo>
                  <a:pt x="54" y="78"/>
                  <a:pt x="54" y="78"/>
                  <a:pt x="54" y="78"/>
                </a:cubicBezTo>
                <a:cubicBezTo>
                  <a:pt x="49" y="79"/>
                  <a:pt x="45" y="80"/>
                  <a:pt x="40" y="81"/>
                </a:cubicBezTo>
                <a:cubicBezTo>
                  <a:pt x="40" y="81"/>
                  <a:pt x="40" y="81"/>
                  <a:pt x="40" y="81"/>
                </a:cubicBezTo>
                <a:cubicBezTo>
                  <a:pt x="40" y="88"/>
                  <a:pt x="40" y="88"/>
                  <a:pt x="40" y="88"/>
                </a:cubicBezTo>
                <a:cubicBezTo>
                  <a:pt x="55" y="88"/>
                  <a:pt x="55" y="88"/>
                  <a:pt x="55" y="88"/>
                </a:cubicBezTo>
                <a:cubicBezTo>
                  <a:pt x="57" y="88"/>
                  <a:pt x="59" y="90"/>
                  <a:pt x="59" y="92"/>
                </a:cubicBezTo>
                <a:cubicBezTo>
                  <a:pt x="59" y="94"/>
                  <a:pt x="57" y="96"/>
                  <a:pt x="55" y="96"/>
                </a:cubicBezTo>
                <a:cubicBezTo>
                  <a:pt x="37" y="96"/>
                  <a:pt x="37" y="96"/>
                  <a:pt x="37" y="96"/>
                </a:cubicBezTo>
                <a:cubicBezTo>
                  <a:pt x="37" y="96"/>
                  <a:pt x="37" y="96"/>
                  <a:pt x="37" y="96"/>
                </a:cubicBezTo>
                <a:cubicBezTo>
                  <a:pt x="37" y="96"/>
                  <a:pt x="37" y="96"/>
                  <a:pt x="37" y="96"/>
                </a:cubicBezTo>
                <a:cubicBezTo>
                  <a:pt x="18" y="96"/>
                  <a:pt x="18" y="96"/>
                  <a:pt x="18" y="96"/>
                </a:cubicBezTo>
                <a:cubicBezTo>
                  <a:pt x="16" y="96"/>
                  <a:pt x="15" y="94"/>
                  <a:pt x="15" y="92"/>
                </a:cubicBezTo>
                <a:cubicBezTo>
                  <a:pt x="15" y="90"/>
                  <a:pt x="16" y="88"/>
                  <a:pt x="18" y="88"/>
                </a:cubicBezTo>
                <a:cubicBezTo>
                  <a:pt x="33" y="88"/>
                  <a:pt x="33" y="88"/>
                  <a:pt x="33" y="88"/>
                </a:cubicBezTo>
                <a:cubicBezTo>
                  <a:pt x="33" y="81"/>
                  <a:pt x="33" y="81"/>
                  <a:pt x="33" y="81"/>
                </a:cubicBezTo>
                <a:cubicBezTo>
                  <a:pt x="33" y="81"/>
                  <a:pt x="33" y="81"/>
                  <a:pt x="33" y="81"/>
                </a:cubicBezTo>
                <a:cubicBezTo>
                  <a:pt x="28" y="80"/>
                  <a:pt x="24" y="79"/>
                  <a:pt x="20" y="78"/>
                </a:cubicBezTo>
                <a:cubicBezTo>
                  <a:pt x="20" y="78"/>
                  <a:pt x="20" y="78"/>
                  <a:pt x="20" y="78"/>
                </a:cubicBezTo>
                <a:cubicBezTo>
                  <a:pt x="15" y="76"/>
                  <a:pt x="11" y="73"/>
                  <a:pt x="7" y="69"/>
                </a:cubicBezTo>
                <a:cubicBezTo>
                  <a:pt x="5" y="72"/>
                  <a:pt x="5" y="72"/>
                  <a:pt x="5" y="72"/>
                </a:cubicBezTo>
                <a:cubicBezTo>
                  <a:pt x="4" y="73"/>
                  <a:pt x="2" y="73"/>
                  <a:pt x="1" y="72"/>
                </a:cubicBezTo>
                <a:cubicBezTo>
                  <a:pt x="0" y="71"/>
                  <a:pt x="0" y="69"/>
                  <a:pt x="1" y="69"/>
                </a:cubicBezTo>
                <a:cubicBezTo>
                  <a:pt x="10" y="60"/>
                  <a:pt x="10" y="60"/>
                  <a:pt x="10" y="60"/>
                </a:cubicBezTo>
                <a:cubicBezTo>
                  <a:pt x="4" y="54"/>
                  <a:pt x="1" y="46"/>
                  <a:pt x="1" y="36"/>
                </a:cubicBezTo>
                <a:cubicBezTo>
                  <a:pt x="1" y="26"/>
                  <a:pt x="5" y="17"/>
                  <a:pt x="11" y="11"/>
                </a:cubicBezTo>
                <a:cubicBezTo>
                  <a:pt x="11" y="11"/>
                  <a:pt x="11" y="11"/>
                  <a:pt x="11" y="11"/>
                </a:cubicBezTo>
                <a:cubicBezTo>
                  <a:pt x="18" y="4"/>
                  <a:pt x="27" y="0"/>
                  <a:pt x="37" y="0"/>
                </a:cubicBezTo>
                <a:cubicBezTo>
                  <a:pt x="46" y="0"/>
                  <a:pt x="54" y="4"/>
                  <a:pt x="61" y="9"/>
                </a:cubicBezTo>
                <a:cubicBezTo>
                  <a:pt x="65" y="5"/>
                  <a:pt x="65" y="5"/>
                  <a:pt x="65" y="5"/>
                </a:cubicBezTo>
                <a:cubicBezTo>
                  <a:pt x="65" y="5"/>
                  <a:pt x="65" y="5"/>
                  <a:pt x="65" y="5"/>
                </a:cubicBezTo>
                <a:cubicBezTo>
                  <a:pt x="65" y="5"/>
                  <a:pt x="65" y="5"/>
                  <a:pt x="65" y="5"/>
                </a:cubicBezTo>
                <a:cubicBezTo>
                  <a:pt x="65" y="5"/>
                  <a:pt x="65" y="5"/>
                  <a:pt x="65" y="5"/>
                </a:cubicBezTo>
                <a:cubicBezTo>
                  <a:pt x="69" y="1"/>
                  <a:pt x="69" y="1"/>
                  <a:pt x="69" y="1"/>
                </a:cubicBezTo>
                <a:close/>
                <a:moveTo>
                  <a:pt x="67" y="10"/>
                </a:moveTo>
                <a:cubicBezTo>
                  <a:pt x="67" y="10"/>
                  <a:pt x="67" y="10"/>
                  <a:pt x="67" y="10"/>
                </a:cubicBezTo>
                <a:cubicBezTo>
                  <a:pt x="64" y="12"/>
                  <a:pt x="64" y="12"/>
                  <a:pt x="64" y="12"/>
                </a:cubicBezTo>
                <a:cubicBezTo>
                  <a:pt x="69" y="19"/>
                  <a:pt x="73" y="27"/>
                  <a:pt x="73" y="36"/>
                </a:cubicBezTo>
                <a:cubicBezTo>
                  <a:pt x="73" y="46"/>
                  <a:pt x="69" y="55"/>
                  <a:pt x="62" y="62"/>
                </a:cubicBezTo>
                <a:cubicBezTo>
                  <a:pt x="62" y="62"/>
                  <a:pt x="62" y="62"/>
                  <a:pt x="62" y="62"/>
                </a:cubicBezTo>
                <a:cubicBezTo>
                  <a:pt x="56" y="69"/>
                  <a:pt x="47" y="73"/>
                  <a:pt x="37" y="73"/>
                </a:cubicBezTo>
                <a:cubicBezTo>
                  <a:pt x="28" y="73"/>
                  <a:pt x="19" y="69"/>
                  <a:pt x="13" y="64"/>
                </a:cubicBezTo>
                <a:cubicBezTo>
                  <a:pt x="10" y="66"/>
                  <a:pt x="10" y="66"/>
                  <a:pt x="10" y="66"/>
                </a:cubicBezTo>
                <a:cubicBezTo>
                  <a:pt x="13" y="69"/>
                  <a:pt x="17" y="72"/>
                  <a:pt x="21" y="73"/>
                </a:cubicBezTo>
                <a:cubicBezTo>
                  <a:pt x="26" y="75"/>
                  <a:pt x="31" y="76"/>
                  <a:pt x="37" y="76"/>
                </a:cubicBezTo>
                <a:cubicBezTo>
                  <a:pt x="42" y="76"/>
                  <a:pt x="47" y="75"/>
                  <a:pt x="52" y="73"/>
                </a:cubicBezTo>
                <a:cubicBezTo>
                  <a:pt x="52" y="73"/>
                  <a:pt x="52" y="73"/>
                  <a:pt x="52" y="73"/>
                </a:cubicBezTo>
                <a:cubicBezTo>
                  <a:pt x="57" y="71"/>
                  <a:pt x="61" y="68"/>
                  <a:pt x="65" y="65"/>
                </a:cubicBezTo>
                <a:cubicBezTo>
                  <a:pt x="65" y="65"/>
                  <a:pt x="65" y="65"/>
                  <a:pt x="65" y="65"/>
                </a:cubicBezTo>
                <a:cubicBezTo>
                  <a:pt x="65" y="65"/>
                  <a:pt x="65" y="65"/>
                  <a:pt x="65" y="65"/>
                </a:cubicBezTo>
                <a:cubicBezTo>
                  <a:pt x="69" y="61"/>
                  <a:pt x="72" y="57"/>
                  <a:pt x="74" y="52"/>
                </a:cubicBezTo>
                <a:cubicBezTo>
                  <a:pt x="76" y="47"/>
                  <a:pt x="77" y="42"/>
                  <a:pt x="77" y="36"/>
                </a:cubicBezTo>
                <a:cubicBezTo>
                  <a:pt x="77" y="31"/>
                  <a:pt x="76" y="26"/>
                  <a:pt x="74" y="21"/>
                </a:cubicBezTo>
                <a:cubicBezTo>
                  <a:pt x="72" y="17"/>
                  <a:pt x="69" y="13"/>
                  <a:pt x="67" y="10"/>
                </a:cubicBezTo>
                <a:close/>
                <a:moveTo>
                  <a:pt x="57" y="16"/>
                </a:moveTo>
                <a:cubicBezTo>
                  <a:pt x="57" y="16"/>
                  <a:pt x="57" y="16"/>
                  <a:pt x="57" y="16"/>
                </a:cubicBezTo>
                <a:cubicBezTo>
                  <a:pt x="52" y="11"/>
                  <a:pt x="45" y="8"/>
                  <a:pt x="37" y="8"/>
                </a:cubicBezTo>
                <a:cubicBezTo>
                  <a:pt x="29" y="8"/>
                  <a:pt x="22" y="11"/>
                  <a:pt x="16" y="16"/>
                </a:cubicBezTo>
                <a:cubicBezTo>
                  <a:pt x="11" y="21"/>
                  <a:pt x="8" y="28"/>
                  <a:pt x="8" y="36"/>
                </a:cubicBezTo>
                <a:cubicBezTo>
                  <a:pt x="8" y="44"/>
                  <a:pt x="11" y="51"/>
                  <a:pt x="16" y="57"/>
                </a:cubicBezTo>
                <a:cubicBezTo>
                  <a:pt x="22" y="62"/>
                  <a:pt x="29" y="65"/>
                  <a:pt x="37" y="65"/>
                </a:cubicBezTo>
                <a:cubicBezTo>
                  <a:pt x="44" y="65"/>
                  <a:pt x="52" y="62"/>
                  <a:pt x="57" y="57"/>
                </a:cubicBezTo>
                <a:cubicBezTo>
                  <a:pt x="57" y="57"/>
                  <a:pt x="57" y="57"/>
                  <a:pt x="57" y="57"/>
                </a:cubicBezTo>
                <a:cubicBezTo>
                  <a:pt x="62" y="51"/>
                  <a:pt x="65" y="44"/>
                  <a:pt x="65" y="36"/>
                </a:cubicBezTo>
                <a:cubicBezTo>
                  <a:pt x="65" y="28"/>
                  <a:pt x="62" y="21"/>
                  <a:pt x="57" y="16"/>
                </a:cubicBezTo>
                <a:cubicBezTo>
                  <a:pt x="57" y="16"/>
                  <a:pt x="57" y="16"/>
                  <a:pt x="57" y="16"/>
                </a:cubicBezTo>
                <a:cubicBezTo>
                  <a:pt x="57" y="16"/>
                  <a:pt x="57" y="16"/>
                  <a:pt x="57" y="16"/>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4" name="淘宝店chenying0907 24"/>
          <p:cNvSpPr>
            <a:spLocks noEditPoints="1"/>
          </p:cNvSpPr>
          <p:nvPr/>
        </p:nvSpPr>
        <p:spPr bwMode="auto">
          <a:xfrm>
            <a:off x="3923583" y="1902268"/>
            <a:ext cx="176073" cy="166241"/>
          </a:xfrm>
          <a:custGeom>
            <a:avLst/>
            <a:gdLst>
              <a:gd name="T0" fmla="*/ 48 w 98"/>
              <a:gd name="T1" fmla="*/ 24 h 92"/>
              <a:gd name="T2" fmla="*/ 50 w 98"/>
              <a:gd name="T3" fmla="*/ 53 h 92"/>
              <a:gd name="T4" fmla="*/ 52 w 98"/>
              <a:gd name="T5" fmla="*/ 17 h 92"/>
              <a:gd name="T6" fmla="*/ 48 w 98"/>
              <a:gd name="T7" fmla="*/ 16 h 92"/>
              <a:gd name="T8" fmla="*/ 41 w 98"/>
              <a:gd name="T9" fmla="*/ 28 h 92"/>
              <a:gd name="T10" fmla="*/ 94 w 98"/>
              <a:gd name="T11" fmla="*/ 12 h 92"/>
              <a:gd name="T12" fmla="*/ 84 w 98"/>
              <a:gd name="T13" fmla="*/ 12 h 92"/>
              <a:gd name="T14" fmla="*/ 80 w 98"/>
              <a:gd name="T15" fmla="*/ 0 h 92"/>
              <a:gd name="T16" fmla="*/ 14 w 98"/>
              <a:gd name="T17" fmla="*/ 4 h 92"/>
              <a:gd name="T18" fmla="*/ 3 w 98"/>
              <a:gd name="T19" fmla="*/ 12 h 92"/>
              <a:gd name="T20" fmla="*/ 0 w 98"/>
              <a:gd name="T21" fmla="*/ 37 h 92"/>
              <a:gd name="T22" fmla="*/ 6 w 98"/>
              <a:gd name="T23" fmla="*/ 52 h 92"/>
              <a:gd name="T24" fmla="*/ 45 w 98"/>
              <a:gd name="T25" fmla="*/ 75 h 92"/>
              <a:gd name="T26" fmla="*/ 29 w 98"/>
              <a:gd name="T27" fmla="*/ 84 h 92"/>
              <a:gd name="T28" fmla="*/ 29 w 98"/>
              <a:gd name="T29" fmla="*/ 92 h 92"/>
              <a:gd name="T30" fmla="*/ 73 w 98"/>
              <a:gd name="T31" fmla="*/ 88 h 92"/>
              <a:gd name="T32" fmla="*/ 53 w 98"/>
              <a:gd name="T33" fmla="*/ 84 h 92"/>
              <a:gd name="T34" fmla="*/ 78 w 98"/>
              <a:gd name="T35" fmla="*/ 59 h 92"/>
              <a:gd name="T36" fmla="*/ 92 w 98"/>
              <a:gd name="T37" fmla="*/ 52 h 92"/>
              <a:gd name="T38" fmla="*/ 98 w 98"/>
              <a:gd name="T39" fmla="*/ 16 h 92"/>
              <a:gd name="T40" fmla="*/ 11 w 98"/>
              <a:gd name="T41" fmla="*/ 47 h 92"/>
              <a:gd name="T42" fmla="*/ 7 w 98"/>
              <a:gd name="T43" fmla="*/ 37 h 92"/>
              <a:gd name="T44" fmla="*/ 14 w 98"/>
              <a:gd name="T45" fmla="*/ 20 h 92"/>
              <a:gd name="T46" fmla="*/ 15 w 98"/>
              <a:gd name="T47" fmla="*/ 50 h 92"/>
              <a:gd name="T48" fmla="*/ 76 w 98"/>
              <a:gd name="T49" fmla="*/ 40 h 92"/>
              <a:gd name="T50" fmla="*/ 73 w 98"/>
              <a:gd name="T51" fmla="*/ 53 h 92"/>
              <a:gd name="T52" fmla="*/ 49 w 98"/>
              <a:gd name="T53" fmla="*/ 67 h 92"/>
              <a:gd name="T54" fmla="*/ 24 w 98"/>
              <a:gd name="T55" fmla="*/ 53 h 92"/>
              <a:gd name="T56" fmla="*/ 21 w 98"/>
              <a:gd name="T57" fmla="*/ 40 h 92"/>
              <a:gd name="T58" fmla="*/ 76 w 98"/>
              <a:gd name="T59" fmla="*/ 8 h 92"/>
              <a:gd name="T60" fmla="*/ 91 w 98"/>
              <a:gd name="T61" fmla="*/ 37 h 92"/>
              <a:gd name="T62" fmla="*/ 86 w 98"/>
              <a:gd name="T63" fmla="*/ 47 h 92"/>
              <a:gd name="T64" fmla="*/ 83 w 98"/>
              <a:gd name="T65" fmla="*/ 50 h 92"/>
              <a:gd name="T66" fmla="*/ 84 w 98"/>
              <a:gd name="T67" fmla="*/ 40 h 92"/>
              <a:gd name="T68" fmla="*/ 91 w 98"/>
              <a:gd name="T69" fmla="*/ 2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8" h="92">
                <a:moveTo>
                  <a:pt x="44" y="28"/>
                </a:moveTo>
                <a:cubicBezTo>
                  <a:pt x="48" y="24"/>
                  <a:pt x="48" y="24"/>
                  <a:pt x="48" y="24"/>
                </a:cubicBezTo>
                <a:cubicBezTo>
                  <a:pt x="48" y="51"/>
                  <a:pt x="48" y="51"/>
                  <a:pt x="48" y="51"/>
                </a:cubicBezTo>
                <a:cubicBezTo>
                  <a:pt x="48" y="52"/>
                  <a:pt x="49" y="53"/>
                  <a:pt x="50" y="53"/>
                </a:cubicBezTo>
                <a:cubicBezTo>
                  <a:pt x="51" y="53"/>
                  <a:pt x="52" y="52"/>
                  <a:pt x="52" y="51"/>
                </a:cubicBezTo>
                <a:cubicBezTo>
                  <a:pt x="52" y="17"/>
                  <a:pt x="52" y="17"/>
                  <a:pt x="52" y="17"/>
                </a:cubicBezTo>
                <a:cubicBezTo>
                  <a:pt x="52" y="16"/>
                  <a:pt x="51" y="15"/>
                  <a:pt x="50" y="15"/>
                </a:cubicBezTo>
                <a:cubicBezTo>
                  <a:pt x="49" y="15"/>
                  <a:pt x="48" y="15"/>
                  <a:pt x="48" y="16"/>
                </a:cubicBezTo>
                <a:cubicBezTo>
                  <a:pt x="41" y="25"/>
                  <a:pt x="41" y="25"/>
                  <a:pt x="41" y="25"/>
                </a:cubicBezTo>
                <a:cubicBezTo>
                  <a:pt x="40" y="26"/>
                  <a:pt x="40" y="28"/>
                  <a:pt x="41" y="28"/>
                </a:cubicBezTo>
                <a:cubicBezTo>
                  <a:pt x="42" y="29"/>
                  <a:pt x="44" y="29"/>
                  <a:pt x="44" y="28"/>
                </a:cubicBezTo>
                <a:close/>
                <a:moveTo>
                  <a:pt x="94" y="12"/>
                </a:moveTo>
                <a:cubicBezTo>
                  <a:pt x="94" y="12"/>
                  <a:pt x="94" y="12"/>
                  <a:pt x="94" y="12"/>
                </a:cubicBezTo>
                <a:cubicBezTo>
                  <a:pt x="84" y="12"/>
                  <a:pt x="84" y="12"/>
                  <a:pt x="84" y="12"/>
                </a:cubicBezTo>
                <a:cubicBezTo>
                  <a:pt x="84" y="4"/>
                  <a:pt x="84" y="4"/>
                  <a:pt x="84" y="4"/>
                </a:cubicBezTo>
                <a:cubicBezTo>
                  <a:pt x="84" y="2"/>
                  <a:pt x="82" y="0"/>
                  <a:pt x="80" y="0"/>
                </a:cubicBezTo>
                <a:cubicBezTo>
                  <a:pt x="17" y="0"/>
                  <a:pt x="17" y="0"/>
                  <a:pt x="17" y="0"/>
                </a:cubicBezTo>
                <a:cubicBezTo>
                  <a:pt x="15" y="0"/>
                  <a:pt x="14" y="2"/>
                  <a:pt x="14" y="4"/>
                </a:cubicBezTo>
                <a:cubicBezTo>
                  <a:pt x="14" y="12"/>
                  <a:pt x="14" y="12"/>
                  <a:pt x="14" y="12"/>
                </a:cubicBezTo>
                <a:cubicBezTo>
                  <a:pt x="3" y="12"/>
                  <a:pt x="3" y="12"/>
                  <a:pt x="3" y="12"/>
                </a:cubicBezTo>
                <a:cubicBezTo>
                  <a:pt x="1" y="12"/>
                  <a:pt x="0" y="14"/>
                  <a:pt x="0" y="16"/>
                </a:cubicBezTo>
                <a:cubicBezTo>
                  <a:pt x="0" y="37"/>
                  <a:pt x="0" y="37"/>
                  <a:pt x="0" y="37"/>
                </a:cubicBezTo>
                <a:cubicBezTo>
                  <a:pt x="0" y="43"/>
                  <a:pt x="2" y="48"/>
                  <a:pt x="6" y="52"/>
                </a:cubicBezTo>
                <a:cubicBezTo>
                  <a:pt x="6" y="52"/>
                  <a:pt x="6" y="52"/>
                  <a:pt x="6" y="52"/>
                </a:cubicBezTo>
                <a:cubicBezTo>
                  <a:pt x="9" y="56"/>
                  <a:pt x="14" y="58"/>
                  <a:pt x="19" y="59"/>
                </a:cubicBezTo>
                <a:cubicBezTo>
                  <a:pt x="25" y="68"/>
                  <a:pt x="35" y="74"/>
                  <a:pt x="45" y="75"/>
                </a:cubicBezTo>
                <a:cubicBezTo>
                  <a:pt x="45" y="84"/>
                  <a:pt x="45" y="84"/>
                  <a:pt x="45" y="84"/>
                </a:cubicBezTo>
                <a:cubicBezTo>
                  <a:pt x="29" y="84"/>
                  <a:pt x="29" y="84"/>
                  <a:pt x="29" y="84"/>
                </a:cubicBezTo>
                <a:cubicBezTo>
                  <a:pt x="27" y="84"/>
                  <a:pt x="25" y="86"/>
                  <a:pt x="25" y="88"/>
                </a:cubicBezTo>
                <a:cubicBezTo>
                  <a:pt x="25" y="90"/>
                  <a:pt x="27" y="92"/>
                  <a:pt x="29" y="92"/>
                </a:cubicBezTo>
                <a:cubicBezTo>
                  <a:pt x="69" y="92"/>
                  <a:pt x="69" y="92"/>
                  <a:pt x="69" y="92"/>
                </a:cubicBezTo>
                <a:cubicBezTo>
                  <a:pt x="71" y="92"/>
                  <a:pt x="73" y="90"/>
                  <a:pt x="73" y="88"/>
                </a:cubicBezTo>
                <a:cubicBezTo>
                  <a:pt x="73" y="86"/>
                  <a:pt x="71" y="84"/>
                  <a:pt x="69" y="84"/>
                </a:cubicBezTo>
                <a:cubicBezTo>
                  <a:pt x="53" y="84"/>
                  <a:pt x="53" y="84"/>
                  <a:pt x="53" y="84"/>
                </a:cubicBezTo>
                <a:cubicBezTo>
                  <a:pt x="53" y="75"/>
                  <a:pt x="53" y="75"/>
                  <a:pt x="53" y="75"/>
                </a:cubicBezTo>
                <a:cubicBezTo>
                  <a:pt x="63" y="74"/>
                  <a:pt x="73" y="68"/>
                  <a:pt x="78" y="59"/>
                </a:cubicBezTo>
                <a:cubicBezTo>
                  <a:pt x="84" y="58"/>
                  <a:pt x="88" y="56"/>
                  <a:pt x="92" y="53"/>
                </a:cubicBezTo>
                <a:cubicBezTo>
                  <a:pt x="92" y="52"/>
                  <a:pt x="92" y="52"/>
                  <a:pt x="92" y="52"/>
                </a:cubicBezTo>
                <a:cubicBezTo>
                  <a:pt x="96" y="48"/>
                  <a:pt x="98" y="43"/>
                  <a:pt x="98" y="37"/>
                </a:cubicBezTo>
                <a:cubicBezTo>
                  <a:pt x="98" y="16"/>
                  <a:pt x="98" y="16"/>
                  <a:pt x="98" y="16"/>
                </a:cubicBezTo>
                <a:cubicBezTo>
                  <a:pt x="98" y="14"/>
                  <a:pt x="96" y="12"/>
                  <a:pt x="94" y="12"/>
                </a:cubicBezTo>
                <a:close/>
                <a:moveTo>
                  <a:pt x="11" y="47"/>
                </a:moveTo>
                <a:cubicBezTo>
                  <a:pt x="11" y="47"/>
                  <a:pt x="11" y="47"/>
                  <a:pt x="11" y="47"/>
                </a:cubicBezTo>
                <a:cubicBezTo>
                  <a:pt x="9" y="44"/>
                  <a:pt x="7" y="41"/>
                  <a:pt x="7" y="37"/>
                </a:cubicBezTo>
                <a:cubicBezTo>
                  <a:pt x="7" y="20"/>
                  <a:pt x="7" y="20"/>
                  <a:pt x="7" y="20"/>
                </a:cubicBezTo>
                <a:cubicBezTo>
                  <a:pt x="14" y="20"/>
                  <a:pt x="14" y="20"/>
                  <a:pt x="14" y="20"/>
                </a:cubicBezTo>
                <a:cubicBezTo>
                  <a:pt x="14" y="40"/>
                  <a:pt x="14" y="40"/>
                  <a:pt x="14" y="40"/>
                </a:cubicBezTo>
                <a:cubicBezTo>
                  <a:pt x="14" y="44"/>
                  <a:pt x="14" y="47"/>
                  <a:pt x="15" y="50"/>
                </a:cubicBezTo>
                <a:cubicBezTo>
                  <a:pt x="14" y="49"/>
                  <a:pt x="12" y="48"/>
                  <a:pt x="11" y="47"/>
                </a:cubicBezTo>
                <a:close/>
                <a:moveTo>
                  <a:pt x="76" y="40"/>
                </a:moveTo>
                <a:cubicBezTo>
                  <a:pt x="76" y="40"/>
                  <a:pt x="76" y="40"/>
                  <a:pt x="76" y="40"/>
                </a:cubicBezTo>
                <a:cubicBezTo>
                  <a:pt x="76" y="45"/>
                  <a:pt x="75" y="49"/>
                  <a:pt x="73" y="53"/>
                </a:cubicBezTo>
                <a:cubicBezTo>
                  <a:pt x="73" y="53"/>
                  <a:pt x="73" y="53"/>
                  <a:pt x="73" y="53"/>
                </a:cubicBezTo>
                <a:cubicBezTo>
                  <a:pt x="69" y="62"/>
                  <a:pt x="59" y="67"/>
                  <a:pt x="49" y="67"/>
                </a:cubicBezTo>
                <a:cubicBezTo>
                  <a:pt x="39" y="67"/>
                  <a:pt x="29" y="62"/>
                  <a:pt x="24" y="53"/>
                </a:cubicBezTo>
                <a:cubicBezTo>
                  <a:pt x="24" y="53"/>
                  <a:pt x="24" y="53"/>
                  <a:pt x="24" y="53"/>
                </a:cubicBezTo>
                <a:cubicBezTo>
                  <a:pt x="22" y="49"/>
                  <a:pt x="21" y="45"/>
                  <a:pt x="21" y="40"/>
                </a:cubicBezTo>
                <a:cubicBezTo>
                  <a:pt x="21" y="40"/>
                  <a:pt x="21" y="40"/>
                  <a:pt x="21" y="40"/>
                </a:cubicBezTo>
                <a:cubicBezTo>
                  <a:pt x="21" y="8"/>
                  <a:pt x="21" y="8"/>
                  <a:pt x="21" y="8"/>
                </a:cubicBezTo>
                <a:cubicBezTo>
                  <a:pt x="76" y="8"/>
                  <a:pt x="76" y="8"/>
                  <a:pt x="76" y="8"/>
                </a:cubicBezTo>
                <a:cubicBezTo>
                  <a:pt x="76" y="40"/>
                  <a:pt x="76" y="40"/>
                  <a:pt x="76" y="40"/>
                </a:cubicBezTo>
                <a:close/>
                <a:moveTo>
                  <a:pt x="91" y="37"/>
                </a:moveTo>
                <a:cubicBezTo>
                  <a:pt x="91" y="37"/>
                  <a:pt x="91" y="37"/>
                  <a:pt x="91" y="37"/>
                </a:cubicBezTo>
                <a:cubicBezTo>
                  <a:pt x="91" y="41"/>
                  <a:pt x="89" y="44"/>
                  <a:pt x="86" y="47"/>
                </a:cubicBezTo>
                <a:cubicBezTo>
                  <a:pt x="86" y="47"/>
                  <a:pt x="86" y="47"/>
                  <a:pt x="86" y="47"/>
                </a:cubicBezTo>
                <a:cubicBezTo>
                  <a:pt x="85" y="48"/>
                  <a:pt x="84" y="49"/>
                  <a:pt x="83" y="50"/>
                </a:cubicBezTo>
                <a:cubicBezTo>
                  <a:pt x="84" y="47"/>
                  <a:pt x="84" y="44"/>
                  <a:pt x="84" y="40"/>
                </a:cubicBezTo>
                <a:cubicBezTo>
                  <a:pt x="84" y="40"/>
                  <a:pt x="84" y="40"/>
                  <a:pt x="84" y="40"/>
                </a:cubicBezTo>
                <a:cubicBezTo>
                  <a:pt x="84" y="20"/>
                  <a:pt x="84" y="20"/>
                  <a:pt x="84" y="20"/>
                </a:cubicBezTo>
                <a:cubicBezTo>
                  <a:pt x="91" y="20"/>
                  <a:pt x="91" y="20"/>
                  <a:pt x="91" y="20"/>
                </a:cubicBezTo>
                <a:cubicBezTo>
                  <a:pt x="91" y="37"/>
                  <a:pt x="91" y="37"/>
                  <a:pt x="91" y="37"/>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
        <p:nvSpPr>
          <p:cNvPr id="115" name="淘宝店chenying0907 26"/>
          <p:cNvSpPr>
            <a:spLocks noEditPoints="1"/>
          </p:cNvSpPr>
          <p:nvPr/>
        </p:nvSpPr>
        <p:spPr bwMode="auto">
          <a:xfrm>
            <a:off x="5055679" y="1887414"/>
            <a:ext cx="160734" cy="161488"/>
          </a:xfrm>
          <a:custGeom>
            <a:avLst/>
            <a:gdLst>
              <a:gd name="T0" fmla="*/ 83 w 106"/>
              <a:gd name="T1" fmla="*/ 53 h 106"/>
              <a:gd name="T2" fmla="*/ 104 w 106"/>
              <a:gd name="T3" fmla="*/ 22 h 106"/>
              <a:gd name="T4" fmla="*/ 72 w 106"/>
              <a:gd name="T5" fmla="*/ 4 h 106"/>
              <a:gd name="T6" fmla="*/ 31 w 106"/>
              <a:gd name="T7" fmla="*/ 2 h 106"/>
              <a:gd name="T8" fmla="*/ 2 w 106"/>
              <a:gd name="T9" fmla="*/ 26 h 106"/>
              <a:gd name="T10" fmla="*/ 23 w 106"/>
              <a:gd name="T11" fmla="*/ 53 h 106"/>
              <a:gd name="T12" fmla="*/ 1 w 106"/>
              <a:gd name="T13" fmla="*/ 77 h 106"/>
              <a:gd name="T14" fmla="*/ 5 w 106"/>
              <a:gd name="T15" fmla="*/ 105 h 106"/>
              <a:gd name="T16" fmla="*/ 32 w 106"/>
              <a:gd name="T17" fmla="*/ 104 h 106"/>
              <a:gd name="T18" fmla="*/ 74 w 106"/>
              <a:gd name="T19" fmla="*/ 104 h 106"/>
              <a:gd name="T20" fmla="*/ 80 w 106"/>
              <a:gd name="T21" fmla="*/ 104 h 106"/>
              <a:gd name="T22" fmla="*/ 104 w 106"/>
              <a:gd name="T23" fmla="*/ 75 h 106"/>
              <a:gd name="T24" fmla="*/ 77 w 106"/>
              <a:gd name="T25" fmla="*/ 9 h 106"/>
              <a:gd name="T26" fmla="*/ 96 w 106"/>
              <a:gd name="T27" fmla="*/ 24 h 106"/>
              <a:gd name="T28" fmla="*/ 90 w 106"/>
              <a:gd name="T29" fmla="*/ 36 h 106"/>
              <a:gd name="T30" fmla="*/ 85 w 106"/>
              <a:gd name="T31" fmla="*/ 31 h 106"/>
              <a:gd name="T32" fmla="*/ 85 w 106"/>
              <a:gd name="T33" fmla="*/ 31 h 106"/>
              <a:gd name="T34" fmla="*/ 75 w 106"/>
              <a:gd name="T35" fmla="*/ 21 h 106"/>
              <a:gd name="T36" fmla="*/ 75 w 106"/>
              <a:gd name="T37" fmla="*/ 21 h 106"/>
              <a:gd name="T38" fmla="*/ 75 w 106"/>
              <a:gd name="T39" fmla="*/ 21 h 106"/>
              <a:gd name="T40" fmla="*/ 75 w 106"/>
              <a:gd name="T41" fmla="*/ 20 h 106"/>
              <a:gd name="T42" fmla="*/ 77 w 106"/>
              <a:gd name="T43" fmla="*/ 9 h 106"/>
              <a:gd name="T44" fmla="*/ 80 w 106"/>
              <a:gd name="T45" fmla="*/ 33 h 106"/>
              <a:gd name="T46" fmla="*/ 15 w 106"/>
              <a:gd name="T47" fmla="*/ 84 h 106"/>
              <a:gd name="T48" fmla="*/ 80 w 106"/>
              <a:gd name="T49" fmla="*/ 33 h 106"/>
              <a:gd name="T50" fmla="*/ 10 w 106"/>
              <a:gd name="T51" fmla="*/ 29 h 106"/>
              <a:gd name="T52" fmla="*/ 32 w 106"/>
              <a:gd name="T53" fmla="*/ 14 h 106"/>
              <a:gd name="T54" fmla="*/ 25 w 106"/>
              <a:gd name="T55" fmla="*/ 24 h 106"/>
              <a:gd name="T56" fmla="*/ 35 w 106"/>
              <a:gd name="T57" fmla="*/ 17 h 106"/>
              <a:gd name="T58" fmla="*/ 37 w 106"/>
              <a:gd name="T59" fmla="*/ 26 h 106"/>
              <a:gd name="T60" fmla="*/ 41 w 106"/>
              <a:gd name="T61" fmla="*/ 29 h 106"/>
              <a:gd name="T62" fmla="*/ 47 w 106"/>
              <a:gd name="T63" fmla="*/ 29 h 106"/>
              <a:gd name="T64" fmla="*/ 10 w 106"/>
              <a:gd name="T65" fmla="*/ 29 h 106"/>
              <a:gd name="T66" fmla="*/ 67 w 106"/>
              <a:gd name="T67" fmla="*/ 19 h 106"/>
              <a:gd name="T68" fmla="*/ 12 w 106"/>
              <a:gd name="T69" fmla="*/ 80 h 106"/>
              <a:gd name="T70" fmla="*/ 67 w 106"/>
              <a:gd name="T71" fmla="*/ 19 h 106"/>
              <a:gd name="T72" fmla="*/ 8 w 106"/>
              <a:gd name="T73" fmla="*/ 98 h 106"/>
              <a:gd name="T74" fmla="*/ 22 w 106"/>
              <a:gd name="T75" fmla="*/ 98 h 106"/>
              <a:gd name="T76" fmla="*/ 28 w 106"/>
              <a:gd name="T77" fmla="*/ 97 h 106"/>
              <a:gd name="T78" fmla="*/ 25 w 106"/>
              <a:gd name="T79" fmla="*/ 94 h 106"/>
              <a:gd name="T80" fmla="*/ 86 w 106"/>
              <a:gd name="T81" fmla="*/ 39 h 106"/>
              <a:gd name="T82" fmla="*/ 77 w 106"/>
              <a:gd name="T83" fmla="*/ 96 h 106"/>
              <a:gd name="T84" fmla="*/ 59 w 106"/>
              <a:gd name="T85" fmla="*/ 77 h 106"/>
              <a:gd name="T86" fmla="*/ 81 w 106"/>
              <a:gd name="T87" fmla="*/ 62 h 106"/>
              <a:gd name="T88" fmla="*/ 77 w 106"/>
              <a:gd name="T89" fmla="*/ 69 h 106"/>
              <a:gd name="T90" fmla="*/ 84 w 106"/>
              <a:gd name="T91" fmla="*/ 66 h 106"/>
              <a:gd name="T92" fmla="*/ 83 w 106"/>
              <a:gd name="T93" fmla="*/ 78 h 106"/>
              <a:gd name="T94" fmla="*/ 86 w 106"/>
              <a:gd name="T95" fmla="*/ 81 h 106"/>
              <a:gd name="T96" fmla="*/ 96 w 106"/>
              <a:gd name="T97" fmla="*/ 77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 h="106">
                <a:moveTo>
                  <a:pt x="104" y="75"/>
                </a:moveTo>
                <a:cubicBezTo>
                  <a:pt x="83" y="53"/>
                  <a:pt x="83" y="53"/>
                  <a:pt x="83" y="53"/>
                </a:cubicBezTo>
                <a:cubicBezTo>
                  <a:pt x="102" y="34"/>
                  <a:pt x="102" y="34"/>
                  <a:pt x="102" y="34"/>
                </a:cubicBezTo>
                <a:cubicBezTo>
                  <a:pt x="105" y="31"/>
                  <a:pt x="106" y="27"/>
                  <a:pt x="104" y="22"/>
                </a:cubicBezTo>
                <a:cubicBezTo>
                  <a:pt x="102" y="17"/>
                  <a:pt x="92" y="9"/>
                  <a:pt x="87" y="4"/>
                </a:cubicBezTo>
                <a:cubicBezTo>
                  <a:pt x="83" y="0"/>
                  <a:pt x="76" y="0"/>
                  <a:pt x="72" y="4"/>
                </a:cubicBezTo>
                <a:cubicBezTo>
                  <a:pt x="52" y="23"/>
                  <a:pt x="52" y="23"/>
                  <a:pt x="52" y="23"/>
                </a:cubicBezTo>
                <a:cubicBezTo>
                  <a:pt x="31" y="2"/>
                  <a:pt x="31" y="2"/>
                  <a:pt x="31" y="2"/>
                </a:cubicBezTo>
                <a:cubicBezTo>
                  <a:pt x="30" y="1"/>
                  <a:pt x="27" y="1"/>
                  <a:pt x="26" y="2"/>
                </a:cubicBezTo>
                <a:cubicBezTo>
                  <a:pt x="2" y="26"/>
                  <a:pt x="2" y="26"/>
                  <a:pt x="2" y="26"/>
                </a:cubicBezTo>
                <a:cubicBezTo>
                  <a:pt x="0" y="28"/>
                  <a:pt x="0" y="30"/>
                  <a:pt x="2" y="31"/>
                </a:cubicBezTo>
                <a:cubicBezTo>
                  <a:pt x="23" y="53"/>
                  <a:pt x="23" y="53"/>
                  <a:pt x="23" y="53"/>
                </a:cubicBezTo>
                <a:cubicBezTo>
                  <a:pt x="2" y="74"/>
                  <a:pt x="2" y="74"/>
                  <a:pt x="2" y="74"/>
                </a:cubicBezTo>
                <a:cubicBezTo>
                  <a:pt x="1" y="75"/>
                  <a:pt x="1" y="76"/>
                  <a:pt x="1" y="77"/>
                </a:cubicBezTo>
                <a:cubicBezTo>
                  <a:pt x="1" y="85"/>
                  <a:pt x="1" y="93"/>
                  <a:pt x="1" y="101"/>
                </a:cubicBezTo>
                <a:cubicBezTo>
                  <a:pt x="1" y="103"/>
                  <a:pt x="2" y="105"/>
                  <a:pt x="5" y="105"/>
                </a:cubicBezTo>
                <a:cubicBezTo>
                  <a:pt x="29" y="105"/>
                  <a:pt x="29" y="105"/>
                  <a:pt x="29" y="105"/>
                </a:cubicBezTo>
                <a:cubicBezTo>
                  <a:pt x="30" y="105"/>
                  <a:pt x="31" y="105"/>
                  <a:pt x="32" y="104"/>
                </a:cubicBezTo>
                <a:cubicBezTo>
                  <a:pt x="53" y="83"/>
                  <a:pt x="53" y="83"/>
                  <a:pt x="53" y="83"/>
                </a:cubicBezTo>
                <a:cubicBezTo>
                  <a:pt x="74" y="104"/>
                  <a:pt x="74" y="104"/>
                  <a:pt x="74" y="104"/>
                </a:cubicBezTo>
                <a:cubicBezTo>
                  <a:pt x="75" y="104"/>
                  <a:pt x="75" y="104"/>
                  <a:pt x="75" y="104"/>
                </a:cubicBezTo>
                <a:cubicBezTo>
                  <a:pt x="76" y="106"/>
                  <a:pt x="78" y="106"/>
                  <a:pt x="80" y="104"/>
                </a:cubicBezTo>
                <a:cubicBezTo>
                  <a:pt x="104" y="80"/>
                  <a:pt x="104" y="80"/>
                  <a:pt x="104" y="80"/>
                </a:cubicBezTo>
                <a:cubicBezTo>
                  <a:pt x="105" y="79"/>
                  <a:pt x="105" y="76"/>
                  <a:pt x="104" y="75"/>
                </a:cubicBezTo>
                <a:close/>
                <a:moveTo>
                  <a:pt x="77" y="9"/>
                </a:moveTo>
                <a:cubicBezTo>
                  <a:pt x="77" y="9"/>
                  <a:pt x="77" y="9"/>
                  <a:pt x="77" y="9"/>
                </a:cubicBezTo>
                <a:cubicBezTo>
                  <a:pt x="78" y="8"/>
                  <a:pt x="80" y="8"/>
                  <a:pt x="82" y="9"/>
                </a:cubicBezTo>
                <a:cubicBezTo>
                  <a:pt x="87" y="14"/>
                  <a:pt x="92" y="19"/>
                  <a:pt x="96" y="24"/>
                </a:cubicBezTo>
                <a:cubicBezTo>
                  <a:pt x="98" y="26"/>
                  <a:pt x="98" y="28"/>
                  <a:pt x="96" y="29"/>
                </a:cubicBezTo>
                <a:cubicBezTo>
                  <a:pt x="90" y="36"/>
                  <a:pt x="90" y="36"/>
                  <a:pt x="90" y="36"/>
                </a:cubicBezTo>
                <a:cubicBezTo>
                  <a:pt x="85" y="31"/>
                  <a:pt x="85" y="31"/>
                  <a:pt x="85" y="31"/>
                </a:cubicBezTo>
                <a:cubicBezTo>
                  <a:pt x="85" y="31"/>
                  <a:pt x="85" y="31"/>
                  <a:pt x="85" y="31"/>
                </a:cubicBezTo>
                <a:cubicBezTo>
                  <a:pt x="85" y="31"/>
                  <a:pt x="85" y="31"/>
                  <a:pt x="85" y="31"/>
                </a:cubicBezTo>
                <a:cubicBezTo>
                  <a:pt x="85" y="31"/>
                  <a:pt x="85" y="31"/>
                  <a:pt x="85" y="31"/>
                </a:cubicBezTo>
                <a:cubicBezTo>
                  <a:pt x="85" y="31"/>
                  <a:pt x="85" y="31"/>
                  <a:pt x="85" y="3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1"/>
                  <a:pt x="75" y="21"/>
                  <a:pt x="75" y="21"/>
                </a:cubicBezTo>
                <a:cubicBezTo>
                  <a:pt x="75" y="20"/>
                  <a:pt x="75" y="20"/>
                  <a:pt x="75" y="20"/>
                </a:cubicBezTo>
                <a:cubicBezTo>
                  <a:pt x="70" y="16"/>
                  <a:pt x="70" y="16"/>
                  <a:pt x="70" y="16"/>
                </a:cubicBezTo>
                <a:cubicBezTo>
                  <a:pt x="77" y="9"/>
                  <a:pt x="77" y="9"/>
                  <a:pt x="77" y="9"/>
                </a:cubicBezTo>
                <a:close/>
                <a:moveTo>
                  <a:pt x="80" y="33"/>
                </a:moveTo>
                <a:cubicBezTo>
                  <a:pt x="80" y="33"/>
                  <a:pt x="80" y="33"/>
                  <a:pt x="80" y="33"/>
                </a:cubicBezTo>
                <a:cubicBezTo>
                  <a:pt x="61" y="52"/>
                  <a:pt x="42" y="72"/>
                  <a:pt x="22" y="91"/>
                </a:cubicBezTo>
                <a:cubicBezTo>
                  <a:pt x="15" y="84"/>
                  <a:pt x="15" y="84"/>
                  <a:pt x="15" y="84"/>
                </a:cubicBezTo>
                <a:cubicBezTo>
                  <a:pt x="73" y="25"/>
                  <a:pt x="73" y="25"/>
                  <a:pt x="73" y="25"/>
                </a:cubicBezTo>
                <a:cubicBezTo>
                  <a:pt x="76" y="28"/>
                  <a:pt x="78" y="30"/>
                  <a:pt x="80" y="33"/>
                </a:cubicBezTo>
                <a:close/>
                <a:moveTo>
                  <a:pt x="10" y="29"/>
                </a:moveTo>
                <a:cubicBezTo>
                  <a:pt x="10" y="29"/>
                  <a:pt x="10" y="29"/>
                  <a:pt x="10" y="29"/>
                </a:cubicBezTo>
                <a:cubicBezTo>
                  <a:pt x="29" y="10"/>
                  <a:pt x="29" y="10"/>
                  <a:pt x="29" y="10"/>
                </a:cubicBezTo>
                <a:cubicBezTo>
                  <a:pt x="32" y="14"/>
                  <a:pt x="32" y="14"/>
                  <a:pt x="32" y="14"/>
                </a:cubicBezTo>
                <a:cubicBezTo>
                  <a:pt x="25" y="20"/>
                  <a:pt x="25" y="20"/>
                  <a:pt x="25" y="20"/>
                </a:cubicBezTo>
                <a:cubicBezTo>
                  <a:pt x="25" y="21"/>
                  <a:pt x="25" y="23"/>
                  <a:pt x="25" y="24"/>
                </a:cubicBezTo>
                <a:cubicBezTo>
                  <a:pt x="26" y="24"/>
                  <a:pt x="28" y="24"/>
                  <a:pt x="29" y="24"/>
                </a:cubicBezTo>
                <a:cubicBezTo>
                  <a:pt x="35" y="17"/>
                  <a:pt x="35" y="17"/>
                  <a:pt x="35" y="17"/>
                </a:cubicBezTo>
                <a:cubicBezTo>
                  <a:pt x="41" y="22"/>
                  <a:pt x="41" y="22"/>
                  <a:pt x="41" y="22"/>
                </a:cubicBezTo>
                <a:cubicBezTo>
                  <a:pt x="37" y="26"/>
                  <a:pt x="37" y="26"/>
                  <a:pt x="37" y="26"/>
                </a:cubicBezTo>
                <a:cubicBezTo>
                  <a:pt x="36" y="27"/>
                  <a:pt x="36" y="28"/>
                  <a:pt x="37" y="29"/>
                </a:cubicBezTo>
                <a:cubicBezTo>
                  <a:pt x="38" y="30"/>
                  <a:pt x="40" y="30"/>
                  <a:pt x="41" y="29"/>
                </a:cubicBezTo>
                <a:cubicBezTo>
                  <a:pt x="44" y="26"/>
                  <a:pt x="44" y="26"/>
                  <a:pt x="44" y="26"/>
                </a:cubicBezTo>
                <a:cubicBezTo>
                  <a:pt x="47" y="29"/>
                  <a:pt x="47" y="29"/>
                  <a:pt x="47" y="29"/>
                </a:cubicBezTo>
                <a:cubicBezTo>
                  <a:pt x="29" y="47"/>
                  <a:pt x="29" y="47"/>
                  <a:pt x="29" y="47"/>
                </a:cubicBezTo>
                <a:cubicBezTo>
                  <a:pt x="10" y="29"/>
                  <a:pt x="10" y="29"/>
                  <a:pt x="10" y="29"/>
                </a:cubicBezTo>
                <a:close/>
                <a:moveTo>
                  <a:pt x="67" y="19"/>
                </a:moveTo>
                <a:cubicBezTo>
                  <a:pt x="67" y="19"/>
                  <a:pt x="67" y="19"/>
                  <a:pt x="67" y="19"/>
                </a:cubicBezTo>
                <a:cubicBezTo>
                  <a:pt x="70" y="22"/>
                  <a:pt x="70" y="22"/>
                  <a:pt x="70" y="22"/>
                </a:cubicBezTo>
                <a:cubicBezTo>
                  <a:pt x="12" y="80"/>
                  <a:pt x="12" y="80"/>
                  <a:pt x="12" y="80"/>
                </a:cubicBezTo>
                <a:cubicBezTo>
                  <a:pt x="9" y="78"/>
                  <a:pt x="9" y="78"/>
                  <a:pt x="9" y="78"/>
                </a:cubicBezTo>
                <a:cubicBezTo>
                  <a:pt x="67" y="19"/>
                  <a:pt x="67" y="19"/>
                  <a:pt x="67" y="19"/>
                </a:cubicBezTo>
                <a:close/>
                <a:moveTo>
                  <a:pt x="8" y="98"/>
                </a:moveTo>
                <a:cubicBezTo>
                  <a:pt x="8" y="98"/>
                  <a:pt x="8" y="98"/>
                  <a:pt x="8" y="98"/>
                </a:cubicBezTo>
                <a:cubicBezTo>
                  <a:pt x="8" y="84"/>
                  <a:pt x="8" y="84"/>
                  <a:pt x="8" y="84"/>
                </a:cubicBezTo>
                <a:cubicBezTo>
                  <a:pt x="22" y="98"/>
                  <a:pt x="22" y="98"/>
                  <a:pt x="22" y="98"/>
                </a:cubicBezTo>
                <a:cubicBezTo>
                  <a:pt x="8" y="98"/>
                  <a:pt x="8" y="98"/>
                  <a:pt x="8" y="98"/>
                </a:cubicBezTo>
                <a:close/>
                <a:moveTo>
                  <a:pt x="28" y="97"/>
                </a:moveTo>
                <a:cubicBezTo>
                  <a:pt x="28" y="97"/>
                  <a:pt x="28" y="97"/>
                  <a:pt x="28" y="97"/>
                </a:cubicBezTo>
                <a:cubicBezTo>
                  <a:pt x="25" y="94"/>
                  <a:pt x="25" y="94"/>
                  <a:pt x="25" y="94"/>
                </a:cubicBezTo>
                <a:cubicBezTo>
                  <a:pt x="45" y="75"/>
                  <a:pt x="64" y="55"/>
                  <a:pt x="84" y="36"/>
                </a:cubicBezTo>
                <a:cubicBezTo>
                  <a:pt x="86" y="39"/>
                  <a:pt x="86" y="39"/>
                  <a:pt x="86" y="39"/>
                </a:cubicBezTo>
                <a:cubicBezTo>
                  <a:pt x="28" y="97"/>
                  <a:pt x="28" y="97"/>
                  <a:pt x="28" y="97"/>
                </a:cubicBezTo>
                <a:close/>
                <a:moveTo>
                  <a:pt x="77" y="96"/>
                </a:moveTo>
                <a:cubicBezTo>
                  <a:pt x="77" y="96"/>
                  <a:pt x="77" y="96"/>
                  <a:pt x="77" y="96"/>
                </a:cubicBezTo>
                <a:cubicBezTo>
                  <a:pt x="59" y="77"/>
                  <a:pt x="59" y="77"/>
                  <a:pt x="59" y="77"/>
                </a:cubicBezTo>
                <a:cubicBezTo>
                  <a:pt x="77" y="59"/>
                  <a:pt x="77" y="59"/>
                  <a:pt x="77" y="59"/>
                </a:cubicBezTo>
                <a:cubicBezTo>
                  <a:pt x="81" y="62"/>
                  <a:pt x="81" y="62"/>
                  <a:pt x="81" y="62"/>
                </a:cubicBezTo>
                <a:cubicBezTo>
                  <a:pt x="77" y="66"/>
                  <a:pt x="77" y="66"/>
                  <a:pt x="77" y="66"/>
                </a:cubicBezTo>
                <a:cubicBezTo>
                  <a:pt x="77" y="67"/>
                  <a:pt x="77" y="68"/>
                  <a:pt x="77" y="69"/>
                </a:cubicBezTo>
                <a:cubicBezTo>
                  <a:pt x="78" y="70"/>
                  <a:pt x="80" y="70"/>
                  <a:pt x="81" y="69"/>
                </a:cubicBezTo>
                <a:cubicBezTo>
                  <a:pt x="84" y="66"/>
                  <a:pt x="84" y="66"/>
                  <a:pt x="84" y="66"/>
                </a:cubicBezTo>
                <a:cubicBezTo>
                  <a:pt x="89" y="71"/>
                  <a:pt x="89" y="71"/>
                  <a:pt x="89" y="71"/>
                </a:cubicBezTo>
                <a:cubicBezTo>
                  <a:pt x="83" y="78"/>
                  <a:pt x="83" y="78"/>
                  <a:pt x="83" y="78"/>
                </a:cubicBezTo>
                <a:cubicBezTo>
                  <a:pt x="82" y="78"/>
                  <a:pt x="82" y="80"/>
                  <a:pt x="83" y="81"/>
                </a:cubicBezTo>
                <a:cubicBezTo>
                  <a:pt x="84" y="82"/>
                  <a:pt x="85" y="82"/>
                  <a:pt x="86" y="81"/>
                </a:cubicBezTo>
                <a:cubicBezTo>
                  <a:pt x="93" y="74"/>
                  <a:pt x="93" y="74"/>
                  <a:pt x="93" y="74"/>
                </a:cubicBezTo>
                <a:cubicBezTo>
                  <a:pt x="96" y="77"/>
                  <a:pt x="96" y="77"/>
                  <a:pt x="96" y="77"/>
                </a:cubicBezTo>
                <a:cubicBezTo>
                  <a:pt x="77" y="96"/>
                  <a:pt x="77" y="96"/>
                  <a:pt x="77" y="96"/>
                </a:cubicBezTo>
                <a:close/>
              </a:path>
            </a:pathLst>
          </a:custGeom>
          <a:solidFill>
            <a:schemeClr val="bg1"/>
          </a:solidFill>
          <a:ln>
            <a:noFill/>
          </a:ln>
        </p:spPr>
        <p:txBody>
          <a:bodyPr vert="horz" wrap="square" lIns="91424" tIns="45712" rIns="91424" bIns="45712"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708965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additive="base">
                                        <p:cTn id="7" dur="750" fill="hold"/>
                                        <p:tgtEl>
                                          <p:spTgt spid="111"/>
                                        </p:tgtEl>
                                        <p:attrNameLst>
                                          <p:attrName>ppt_x</p:attrName>
                                        </p:attrNameLst>
                                      </p:cBhvr>
                                      <p:tavLst>
                                        <p:tav tm="0">
                                          <p:val>
                                            <p:strVal val="#ppt_x"/>
                                          </p:val>
                                        </p:tav>
                                        <p:tav tm="100000">
                                          <p:val>
                                            <p:strVal val="#ppt_x"/>
                                          </p:val>
                                        </p:tav>
                                      </p:tavLst>
                                    </p:anim>
                                    <p:anim calcmode="lin" valueType="num">
                                      <p:cBhvr additive="base">
                                        <p:cTn id="8" dur="750" fill="hold"/>
                                        <p:tgtEl>
                                          <p:spTgt spid="111"/>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53" presetClass="entr" presetSubtype="528" fill="hold" grpId="0" nodeType="afterEffect">
                                  <p:stCondLst>
                                    <p:cond delay="0"/>
                                  </p:stCondLst>
                                  <p:childTnLst>
                                    <p:set>
                                      <p:cBhvr>
                                        <p:cTn id="11" dur="1" fill="hold">
                                          <p:stCondLst>
                                            <p:cond delay="0"/>
                                          </p:stCondLst>
                                        </p:cTn>
                                        <p:tgtEl>
                                          <p:spTgt spid="90"/>
                                        </p:tgtEl>
                                        <p:attrNameLst>
                                          <p:attrName>style.visibility</p:attrName>
                                        </p:attrNameLst>
                                      </p:cBhvr>
                                      <p:to>
                                        <p:strVal val="visible"/>
                                      </p:to>
                                    </p:set>
                                    <p:anim calcmode="lin" valueType="num">
                                      <p:cBhvr>
                                        <p:cTn id="12" dur="500" fill="hold"/>
                                        <p:tgtEl>
                                          <p:spTgt spid="90"/>
                                        </p:tgtEl>
                                        <p:attrNameLst>
                                          <p:attrName>ppt_w</p:attrName>
                                        </p:attrNameLst>
                                      </p:cBhvr>
                                      <p:tavLst>
                                        <p:tav tm="0">
                                          <p:val>
                                            <p:fltVal val="0"/>
                                          </p:val>
                                        </p:tav>
                                        <p:tav tm="100000">
                                          <p:val>
                                            <p:strVal val="#ppt_w"/>
                                          </p:val>
                                        </p:tav>
                                      </p:tavLst>
                                    </p:anim>
                                    <p:anim calcmode="lin" valueType="num">
                                      <p:cBhvr>
                                        <p:cTn id="13" dur="500" fill="hold"/>
                                        <p:tgtEl>
                                          <p:spTgt spid="90"/>
                                        </p:tgtEl>
                                        <p:attrNameLst>
                                          <p:attrName>ppt_h</p:attrName>
                                        </p:attrNameLst>
                                      </p:cBhvr>
                                      <p:tavLst>
                                        <p:tav tm="0">
                                          <p:val>
                                            <p:fltVal val="0"/>
                                          </p:val>
                                        </p:tav>
                                        <p:tav tm="100000">
                                          <p:val>
                                            <p:strVal val="#ppt_h"/>
                                          </p:val>
                                        </p:tav>
                                      </p:tavLst>
                                    </p:anim>
                                    <p:animEffect transition="in" filter="fade">
                                      <p:cBhvr>
                                        <p:cTn id="14" dur="500"/>
                                        <p:tgtEl>
                                          <p:spTgt spid="90"/>
                                        </p:tgtEl>
                                      </p:cBhvr>
                                    </p:animEffect>
                                    <p:anim calcmode="lin" valueType="num">
                                      <p:cBhvr>
                                        <p:cTn id="15" dur="500" fill="hold"/>
                                        <p:tgtEl>
                                          <p:spTgt spid="90"/>
                                        </p:tgtEl>
                                        <p:attrNameLst>
                                          <p:attrName>ppt_x</p:attrName>
                                        </p:attrNameLst>
                                      </p:cBhvr>
                                      <p:tavLst>
                                        <p:tav tm="0">
                                          <p:val>
                                            <p:fltVal val="0.5"/>
                                          </p:val>
                                        </p:tav>
                                        <p:tav tm="100000">
                                          <p:val>
                                            <p:strVal val="#ppt_x"/>
                                          </p:val>
                                        </p:tav>
                                      </p:tavLst>
                                    </p:anim>
                                    <p:anim calcmode="lin" valueType="num">
                                      <p:cBhvr>
                                        <p:cTn id="16" dur="500" fill="hold"/>
                                        <p:tgtEl>
                                          <p:spTgt spid="90"/>
                                        </p:tgtEl>
                                        <p:attrNameLst>
                                          <p:attrName>ppt_y</p:attrName>
                                        </p:attrNameLst>
                                      </p:cBhvr>
                                      <p:tavLst>
                                        <p:tav tm="0">
                                          <p:val>
                                            <p:fltVal val="0.5"/>
                                          </p:val>
                                        </p:tav>
                                        <p:tav tm="100000">
                                          <p:val>
                                            <p:strVal val="#ppt_y"/>
                                          </p:val>
                                        </p:tav>
                                      </p:tavLst>
                                    </p:anim>
                                  </p:childTnLst>
                                </p:cTn>
                              </p:par>
                              <p:par>
                                <p:cTn id="17" presetID="53" presetClass="entr" presetSubtype="528"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p:cTn id="19" dur="500" fill="hold"/>
                                        <p:tgtEl>
                                          <p:spTgt spid="114"/>
                                        </p:tgtEl>
                                        <p:attrNameLst>
                                          <p:attrName>ppt_w</p:attrName>
                                        </p:attrNameLst>
                                      </p:cBhvr>
                                      <p:tavLst>
                                        <p:tav tm="0">
                                          <p:val>
                                            <p:fltVal val="0"/>
                                          </p:val>
                                        </p:tav>
                                        <p:tav tm="100000">
                                          <p:val>
                                            <p:strVal val="#ppt_w"/>
                                          </p:val>
                                        </p:tav>
                                      </p:tavLst>
                                    </p:anim>
                                    <p:anim calcmode="lin" valueType="num">
                                      <p:cBhvr>
                                        <p:cTn id="20" dur="500" fill="hold"/>
                                        <p:tgtEl>
                                          <p:spTgt spid="114"/>
                                        </p:tgtEl>
                                        <p:attrNameLst>
                                          <p:attrName>ppt_h</p:attrName>
                                        </p:attrNameLst>
                                      </p:cBhvr>
                                      <p:tavLst>
                                        <p:tav tm="0">
                                          <p:val>
                                            <p:fltVal val="0"/>
                                          </p:val>
                                        </p:tav>
                                        <p:tav tm="100000">
                                          <p:val>
                                            <p:strVal val="#ppt_h"/>
                                          </p:val>
                                        </p:tav>
                                      </p:tavLst>
                                    </p:anim>
                                    <p:animEffect transition="in" filter="fade">
                                      <p:cBhvr>
                                        <p:cTn id="21" dur="500"/>
                                        <p:tgtEl>
                                          <p:spTgt spid="114"/>
                                        </p:tgtEl>
                                      </p:cBhvr>
                                    </p:animEffect>
                                    <p:anim calcmode="lin" valueType="num">
                                      <p:cBhvr>
                                        <p:cTn id="22" dur="500" fill="hold"/>
                                        <p:tgtEl>
                                          <p:spTgt spid="114"/>
                                        </p:tgtEl>
                                        <p:attrNameLst>
                                          <p:attrName>ppt_x</p:attrName>
                                        </p:attrNameLst>
                                      </p:cBhvr>
                                      <p:tavLst>
                                        <p:tav tm="0">
                                          <p:val>
                                            <p:fltVal val="0.5"/>
                                          </p:val>
                                        </p:tav>
                                        <p:tav tm="100000">
                                          <p:val>
                                            <p:strVal val="#ppt_x"/>
                                          </p:val>
                                        </p:tav>
                                      </p:tavLst>
                                    </p:anim>
                                    <p:anim calcmode="lin" valueType="num">
                                      <p:cBhvr>
                                        <p:cTn id="23" dur="500" fill="hold"/>
                                        <p:tgtEl>
                                          <p:spTgt spid="114"/>
                                        </p:tgtEl>
                                        <p:attrNameLst>
                                          <p:attrName>ppt_y</p:attrName>
                                        </p:attrNameLst>
                                      </p:cBhvr>
                                      <p:tavLst>
                                        <p:tav tm="0">
                                          <p:val>
                                            <p:fltVal val="0.5"/>
                                          </p:val>
                                        </p:tav>
                                        <p:tav tm="100000">
                                          <p:val>
                                            <p:strVal val="#ppt_y"/>
                                          </p:val>
                                        </p:tav>
                                      </p:tavLst>
                                    </p:anim>
                                  </p:childTnLst>
                                </p:cTn>
                              </p:par>
                              <p:par>
                                <p:cTn id="24" presetID="53" presetClass="entr" presetSubtype="528" fill="hold" grpId="0" nodeType="withEffect">
                                  <p:stCondLst>
                                    <p:cond delay="0"/>
                                  </p:stCondLst>
                                  <p:childTnLst>
                                    <p:set>
                                      <p:cBhvr>
                                        <p:cTn id="25" dur="1" fill="hold">
                                          <p:stCondLst>
                                            <p:cond delay="0"/>
                                          </p:stCondLst>
                                        </p:cTn>
                                        <p:tgtEl>
                                          <p:spTgt spid="93"/>
                                        </p:tgtEl>
                                        <p:attrNameLst>
                                          <p:attrName>style.visibility</p:attrName>
                                        </p:attrNameLst>
                                      </p:cBhvr>
                                      <p:to>
                                        <p:strVal val="visible"/>
                                      </p:to>
                                    </p:set>
                                    <p:anim calcmode="lin" valueType="num">
                                      <p:cBhvr>
                                        <p:cTn id="26" dur="500" fill="hold"/>
                                        <p:tgtEl>
                                          <p:spTgt spid="93"/>
                                        </p:tgtEl>
                                        <p:attrNameLst>
                                          <p:attrName>ppt_w</p:attrName>
                                        </p:attrNameLst>
                                      </p:cBhvr>
                                      <p:tavLst>
                                        <p:tav tm="0">
                                          <p:val>
                                            <p:fltVal val="0"/>
                                          </p:val>
                                        </p:tav>
                                        <p:tav tm="100000">
                                          <p:val>
                                            <p:strVal val="#ppt_w"/>
                                          </p:val>
                                        </p:tav>
                                      </p:tavLst>
                                    </p:anim>
                                    <p:anim calcmode="lin" valueType="num">
                                      <p:cBhvr>
                                        <p:cTn id="27" dur="500" fill="hold"/>
                                        <p:tgtEl>
                                          <p:spTgt spid="93"/>
                                        </p:tgtEl>
                                        <p:attrNameLst>
                                          <p:attrName>ppt_h</p:attrName>
                                        </p:attrNameLst>
                                      </p:cBhvr>
                                      <p:tavLst>
                                        <p:tav tm="0">
                                          <p:val>
                                            <p:fltVal val="0"/>
                                          </p:val>
                                        </p:tav>
                                        <p:tav tm="100000">
                                          <p:val>
                                            <p:strVal val="#ppt_h"/>
                                          </p:val>
                                        </p:tav>
                                      </p:tavLst>
                                    </p:anim>
                                    <p:animEffect transition="in" filter="fade">
                                      <p:cBhvr>
                                        <p:cTn id="28" dur="500"/>
                                        <p:tgtEl>
                                          <p:spTgt spid="93"/>
                                        </p:tgtEl>
                                      </p:cBhvr>
                                    </p:animEffect>
                                    <p:anim calcmode="lin" valueType="num">
                                      <p:cBhvr>
                                        <p:cTn id="29" dur="500" fill="hold"/>
                                        <p:tgtEl>
                                          <p:spTgt spid="93"/>
                                        </p:tgtEl>
                                        <p:attrNameLst>
                                          <p:attrName>ppt_x</p:attrName>
                                        </p:attrNameLst>
                                      </p:cBhvr>
                                      <p:tavLst>
                                        <p:tav tm="0">
                                          <p:val>
                                            <p:fltVal val="0.5"/>
                                          </p:val>
                                        </p:tav>
                                        <p:tav tm="100000">
                                          <p:val>
                                            <p:strVal val="#ppt_x"/>
                                          </p:val>
                                        </p:tav>
                                      </p:tavLst>
                                    </p:anim>
                                    <p:anim calcmode="lin" valueType="num">
                                      <p:cBhvr>
                                        <p:cTn id="30" dur="500" fill="hold"/>
                                        <p:tgtEl>
                                          <p:spTgt spid="93"/>
                                        </p:tgtEl>
                                        <p:attrNameLst>
                                          <p:attrName>ppt_y</p:attrName>
                                        </p:attrNameLst>
                                      </p:cBhvr>
                                      <p:tavLst>
                                        <p:tav tm="0">
                                          <p:val>
                                            <p:fltVal val="0.5"/>
                                          </p:val>
                                        </p:tav>
                                        <p:tav tm="100000">
                                          <p:val>
                                            <p:strVal val="#ppt_y"/>
                                          </p:val>
                                        </p:tav>
                                      </p:tavLst>
                                    </p:anim>
                                  </p:childTnLst>
                                </p:cTn>
                              </p:par>
                              <p:par>
                                <p:cTn id="31" presetID="53" presetClass="entr" presetSubtype="528" fill="hold" grpId="0" nodeType="withEffect">
                                  <p:stCondLst>
                                    <p:cond delay="0"/>
                                  </p:stCondLst>
                                  <p:childTnLst>
                                    <p:set>
                                      <p:cBhvr>
                                        <p:cTn id="32" dur="1" fill="hold">
                                          <p:stCondLst>
                                            <p:cond delay="0"/>
                                          </p:stCondLst>
                                        </p:cTn>
                                        <p:tgtEl>
                                          <p:spTgt spid="115"/>
                                        </p:tgtEl>
                                        <p:attrNameLst>
                                          <p:attrName>style.visibility</p:attrName>
                                        </p:attrNameLst>
                                      </p:cBhvr>
                                      <p:to>
                                        <p:strVal val="visible"/>
                                      </p:to>
                                    </p:set>
                                    <p:anim calcmode="lin" valueType="num">
                                      <p:cBhvr>
                                        <p:cTn id="33" dur="500" fill="hold"/>
                                        <p:tgtEl>
                                          <p:spTgt spid="115"/>
                                        </p:tgtEl>
                                        <p:attrNameLst>
                                          <p:attrName>ppt_w</p:attrName>
                                        </p:attrNameLst>
                                      </p:cBhvr>
                                      <p:tavLst>
                                        <p:tav tm="0">
                                          <p:val>
                                            <p:fltVal val="0"/>
                                          </p:val>
                                        </p:tav>
                                        <p:tav tm="100000">
                                          <p:val>
                                            <p:strVal val="#ppt_w"/>
                                          </p:val>
                                        </p:tav>
                                      </p:tavLst>
                                    </p:anim>
                                    <p:anim calcmode="lin" valueType="num">
                                      <p:cBhvr>
                                        <p:cTn id="34" dur="500" fill="hold"/>
                                        <p:tgtEl>
                                          <p:spTgt spid="115"/>
                                        </p:tgtEl>
                                        <p:attrNameLst>
                                          <p:attrName>ppt_h</p:attrName>
                                        </p:attrNameLst>
                                      </p:cBhvr>
                                      <p:tavLst>
                                        <p:tav tm="0">
                                          <p:val>
                                            <p:fltVal val="0"/>
                                          </p:val>
                                        </p:tav>
                                        <p:tav tm="100000">
                                          <p:val>
                                            <p:strVal val="#ppt_h"/>
                                          </p:val>
                                        </p:tav>
                                      </p:tavLst>
                                    </p:anim>
                                    <p:animEffect transition="in" filter="fade">
                                      <p:cBhvr>
                                        <p:cTn id="35" dur="500"/>
                                        <p:tgtEl>
                                          <p:spTgt spid="115"/>
                                        </p:tgtEl>
                                      </p:cBhvr>
                                    </p:animEffect>
                                    <p:anim calcmode="lin" valueType="num">
                                      <p:cBhvr>
                                        <p:cTn id="36" dur="500" fill="hold"/>
                                        <p:tgtEl>
                                          <p:spTgt spid="115"/>
                                        </p:tgtEl>
                                        <p:attrNameLst>
                                          <p:attrName>ppt_x</p:attrName>
                                        </p:attrNameLst>
                                      </p:cBhvr>
                                      <p:tavLst>
                                        <p:tav tm="0">
                                          <p:val>
                                            <p:fltVal val="0.5"/>
                                          </p:val>
                                        </p:tav>
                                        <p:tav tm="100000">
                                          <p:val>
                                            <p:strVal val="#ppt_x"/>
                                          </p:val>
                                        </p:tav>
                                      </p:tavLst>
                                    </p:anim>
                                    <p:anim calcmode="lin" valueType="num">
                                      <p:cBhvr>
                                        <p:cTn id="37" dur="500" fill="hold"/>
                                        <p:tgtEl>
                                          <p:spTgt spid="115"/>
                                        </p:tgtEl>
                                        <p:attrNameLst>
                                          <p:attrName>ppt_y</p:attrName>
                                        </p:attrNameLst>
                                      </p:cBhvr>
                                      <p:tavLst>
                                        <p:tav tm="0">
                                          <p:val>
                                            <p:fltVal val="0.5"/>
                                          </p:val>
                                        </p:tav>
                                        <p:tav tm="100000">
                                          <p:val>
                                            <p:strVal val="#ppt_y"/>
                                          </p:val>
                                        </p:tav>
                                      </p:tavLst>
                                    </p:anim>
                                  </p:childTnLst>
                                </p:cTn>
                              </p:par>
                              <p:par>
                                <p:cTn id="38" presetID="53" presetClass="entr" presetSubtype="528" fill="hold" grpId="0" nodeType="withEffect">
                                  <p:stCondLst>
                                    <p:cond delay="0"/>
                                  </p:stCondLst>
                                  <p:childTnLst>
                                    <p:set>
                                      <p:cBhvr>
                                        <p:cTn id="39" dur="1" fill="hold">
                                          <p:stCondLst>
                                            <p:cond delay="0"/>
                                          </p:stCondLst>
                                        </p:cTn>
                                        <p:tgtEl>
                                          <p:spTgt spid="91"/>
                                        </p:tgtEl>
                                        <p:attrNameLst>
                                          <p:attrName>style.visibility</p:attrName>
                                        </p:attrNameLst>
                                      </p:cBhvr>
                                      <p:to>
                                        <p:strVal val="visible"/>
                                      </p:to>
                                    </p:set>
                                    <p:anim calcmode="lin" valueType="num">
                                      <p:cBhvr>
                                        <p:cTn id="40" dur="500" fill="hold"/>
                                        <p:tgtEl>
                                          <p:spTgt spid="91"/>
                                        </p:tgtEl>
                                        <p:attrNameLst>
                                          <p:attrName>ppt_w</p:attrName>
                                        </p:attrNameLst>
                                      </p:cBhvr>
                                      <p:tavLst>
                                        <p:tav tm="0">
                                          <p:val>
                                            <p:fltVal val="0"/>
                                          </p:val>
                                        </p:tav>
                                        <p:tav tm="100000">
                                          <p:val>
                                            <p:strVal val="#ppt_w"/>
                                          </p:val>
                                        </p:tav>
                                      </p:tavLst>
                                    </p:anim>
                                    <p:anim calcmode="lin" valueType="num">
                                      <p:cBhvr>
                                        <p:cTn id="41" dur="500" fill="hold"/>
                                        <p:tgtEl>
                                          <p:spTgt spid="91"/>
                                        </p:tgtEl>
                                        <p:attrNameLst>
                                          <p:attrName>ppt_h</p:attrName>
                                        </p:attrNameLst>
                                      </p:cBhvr>
                                      <p:tavLst>
                                        <p:tav tm="0">
                                          <p:val>
                                            <p:fltVal val="0"/>
                                          </p:val>
                                        </p:tav>
                                        <p:tav tm="100000">
                                          <p:val>
                                            <p:strVal val="#ppt_h"/>
                                          </p:val>
                                        </p:tav>
                                      </p:tavLst>
                                    </p:anim>
                                    <p:animEffect transition="in" filter="fade">
                                      <p:cBhvr>
                                        <p:cTn id="42" dur="500"/>
                                        <p:tgtEl>
                                          <p:spTgt spid="91"/>
                                        </p:tgtEl>
                                      </p:cBhvr>
                                    </p:animEffect>
                                    <p:anim calcmode="lin" valueType="num">
                                      <p:cBhvr>
                                        <p:cTn id="43" dur="500" fill="hold"/>
                                        <p:tgtEl>
                                          <p:spTgt spid="91"/>
                                        </p:tgtEl>
                                        <p:attrNameLst>
                                          <p:attrName>ppt_x</p:attrName>
                                        </p:attrNameLst>
                                      </p:cBhvr>
                                      <p:tavLst>
                                        <p:tav tm="0">
                                          <p:val>
                                            <p:fltVal val="0.5"/>
                                          </p:val>
                                        </p:tav>
                                        <p:tav tm="100000">
                                          <p:val>
                                            <p:strVal val="#ppt_x"/>
                                          </p:val>
                                        </p:tav>
                                      </p:tavLst>
                                    </p:anim>
                                    <p:anim calcmode="lin" valueType="num">
                                      <p:cBhvr>
                                        <p:cTn id="44" dur="500" fill="hold"/>
                                        <p:tgtEl>
                                          <p:spTgt spid="91"/>
                                        </p:tgtEl>
                                        <p:attrNameLst>
                                          <p:attrName>ppt_y</p:attrName>
                                        </p:attrNameLst>
                                      </p:cBhvr>
                                      <p:tavLst>
                                        <p:tav tm="0">
                                          <p:val>
                                            <p:fltVal val="0.5"/>
                                          </p:val>
                                        </p:tav>
                                        <p:tav tm="100000">
                                          <p:val>
                                            <p:strVal val="#ppt_y"/>
                                          </p:val>
                                        </p:tav>
                                      </p:tavLst>
                                    </p:anim>
                                  </p:childTnLst>
                                </p:cTn>
                              </p:par>
                              <p:par>
                                <p:cTn id="45" presetID="53" presetClass="entr" presetSubtype="528" fill="hold" grpId="0" nodeType="withEffect">
                                  <p:stCondLst>
                                    <p:cond delay="0"/>
                                  </p:stCondLst>
                                  <p:childTnLst>
                                    <p:set>
                                      <p:cBhvr>
                                        <p:cTn id="46" dur="1" fill="hold">
                                          <p:stCondLst>
                                            <p:cond delay="0"/>
                                          </p:stCondLst>
                                        </p:cTn>
                                        <p:tgtEl>
                                          <p:spTgt spid="113"/>
                                        </p:tgtEl>
                                        <p:attrNameLst>
                                          <p:attrName>style.visibility</p:attrName>
                                        </p:attrNameLst>
                                      </p:cBhvr>
                                      <p:to>
                                        <p:strVal val="visible"/>
                                      </p:to>
                                    </p:set>
                                    <p:anim calcmode="lin" valueType="num">
                                      <p:cBhvr>
                                        <p:cTn id="47" dur="500" fill="hold"/>
                                        <p:tgtEl>
                                          <p:spTgt spid="113"/>
                                        </p:tgtEl>
                                        <p:attrNameLst>
                                          <p:attrName>ppt_w</p:attrName>
                                        </p:attrNameLst>
                                      </p:cBhvr>
                                      <p:tavLst>
                                        <p:tav tm="0">
                                          <p:val>
                                            <p:fltVal val="0"/>
                                          </p:val>
                                        </p:tav>
                                        <p:tav tm="100000">
                                          <p:val>
                                            <p:strVal val="#ppt_w"/>
                                          </p:val>
                                        </p:tav>
                                      </p:tavLst>
                                    </p:anim>
                                    <p:anim calcmode="lin" valueType="num">
                                      <p:cBhvr>
                                        <p:cTn id="48" dur="500" fill="hold"/>
                                        <p:tgtEl>
                                          <p:spTgt spid="113"/>
                                        </p:tgtEl>
                                        <p:attrNameLst>
                                          <p:attrName>ppt_h</p:attrName>
                                        </p:attrNameLst>
                                      </p:cBhvr>
                                      <p:tavLst>
                                        <p:tav tm="0">
                                          <p:val>
                                            <p:fltVal val="0"/>
                                          </p:val>
                                        </p:tav>
                                        <p:tav tm="100000">
                                          <p:val>
                                            <p:strVal val="#ppt_h"/>
                                          </p:val>
                                        </p:tav>
                                      </p:tavLst>
                                    </p:anim>
                                    <p:animEffect transition="in" filter="fade">
                                      <p:cBhvr>
                                        <p:cTn id="49" dur="500"/>
                                        <p:tgtEl>
                                          <p:spTgt spid="113"/>
                                        </p:tgtEl>
                                      </p:cBhvr>
                                    </p:animEffect>
                                    <p:anim calcmode="lin" valueType="num">
                                      <p:cBhvr>
                                        <p:cTn id="50" dur="500" fill="hold"/>
                                        <p:tgtEl>
                                          <p:spTgt spid="113"/>
                                        </p:tgtEl>
                                        <p:attrNameLst>
                                          <p:attrName>ppt_x</p:attrName>
                                        </p:attrNameLst>
                                      </p:cBhvr>
                                      <p:tavLst>
                                        <p:tav tm="0">
                                          <p:val>
                                            <p:fltVal val="0.5"/>
                                          </p:val>
                                        </p:tav>
                                        <p:tav tm="100000">
                                          <p:val>
                                            <p:strVal val="#ppt_x"/>
                                          </p:val>
                                        </p:tav>
                                      </p:tavLst>
                                    </p:anim>
                                    <p:anim calcmode="lin" valueType="num">
                                      <p:cBhvr>
                                        <p:cTn id="51" dur="500" fill="hold"/>
                                        <p:tgtEl>
                                          <p:spTgt spid="113"/>
                                        </p:tgtEl>
                                        <p:attrNameLst>
                                          <p:attrName>ppt_y</p:attrName>
                                        </p:attrNameLst>
                                      </p:cBhvr>
                                      <p:tavLst>
                                        <p:tav tm="0">
                                          <p:val>
                                            <p:fltVal val="0.5"/>
                                          </p:val>
                                        </p:tav>
                                        <p:tav tm="100000">
                                          <p:val>
                                            <p:strVal val="#ppt_y"/>
                                          </p:val>
                                        </p:tav>
                                      </p:tavLst>
                                    </p:anim>
                                  </p:childTnLst>
                                </p:cTn>
                              </p:par>
                              <p:par>
                                <p:cTn id="52" presetID="53" presetClass="entr" presetSubtype="528"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 calcmode="lin" valueType="num">
                                      <p:cBhvr>
                                        <p:cTn id="54" dur="500" fill="hold"/>
                                        <p:tgtEl>
                                          <p:spTgt spid="92"/>
                                        </p:tgtEl>
                                        <p:attrNameLst>
                                          <p:attrName>ppt_w</p:attrName>
                                        </p:attrNameLst>
                                      </p:cBhvr>
                                      <p:tavLst>
                                        <p:tav tm="0">
                                          <p:val>
                                            <p:fltVal val="0"/>
                                          </p:val>
                                        </p:tav>
                                        <p:tav tm="100000">
                                          <p:val>
                                            <p:strVal val="#ppt_w"/>
                                          </p:val>
                                        </p:tav>
                                      </p:tavLst>
                                    </p:anim>
                                    <p:anim calcmode="lin" valueType="num">
                                      <p:cBhvr>
                                        <p:cTn id="55" dur="500" fill="hold"/>
                                        <p:tgtEl>
                                          <p:spTgt spid="92"/>
                                        </p:tgtEl>
                                        <p:attrNameLst>
                                          <p:attrName>ppt_h</p:attrName>
                                        </p:attrNameLst>
                                      </p:cBhvr>
                                      <p:tavLst>
                                        <p:tav tm="0">
                                          <p:val>
                                            <p:fltVal val="0"/>
                                          </p:val>
                                        </p:tav>
                                        <p:tav tm="100000">
                                          <p:val>
                                            <p:strVal val="#ppt_h"/>
                                          </p:val>
                                        </p:tav>
                                      </p:tavLst>
                                    </p:anim>
                                    <p:animEffect transition="in" filter="fade">
                                      <p:cBhvr>
                                        <p:cTn id="56" dur="500"/>
                                        <p:tgtEl>
                                          <p:spTgt spid="92"/>
                                        </p:tgtEl>
                                      </p:cBhvr>
                                    </p:animEffect>
                                    <p:anim calcmode="lin" valueType="num">
                                      <p:cBhvr>
                                        <p:cTn id="57" dur="500" fill="hold"/>
                                        <p:tgtEl>
                                          <p:spTgt spid="92"/>
                                        </p:tgtEl>
                                        <p:attrNameLst>
                                          <p:attrName>ppt_x</p:attrName>
                                        </p:attrNameLst>
                                      </p:cBhvr>
                                      <p:tavLst>
                                        <p:tav tm="0">
                                          <p:val>
                                            <p:fltVal val="0.5"/>
                                          </p:val>
                                        </p:tav>
                                        <p:tav tm="100000">
                                          <p:val>
                                            <p:strVal val="#ppt_x"/>
                                          </p:val>
                                        </p:tav>
                                      </p:tavLst>
                                    </p:anim>
                                    <p:anim calcmode="lin" valueType="num">
                                      <p:cBhvr>
                                        <p:cTn id="58" dur="500" fill="hold"/>
                                        <p:tgtEl>
                                          <p:spTgt spid="92"/>
                                        </p:tgtEl>
                                        <p:attrNameLst>
                                          <p:attrName>ppt_y</p:attrName>
                                        </p:attrNameLst>
                                      </p:cBhvr>
                                      <p:tavLst>
                                        <p:tav tm="0">
                                          <p:val>
                                            <p:fltVal val="0.5"/>
                                          </p:val>
                                        </p:tav>
                                        <p:tav tm="100000">
                                          <p:val>
                                            <p:strVal val="#ppt_y"/>
                                          </p:val>
                                        </p:tav>
                                      </p:tavLst>
                                    </p:anim>
                                  </p:childTnLst>
                                </p:cTn>
                              </p:par>
                              <p:par>
                                <p:cTn id="59" presetID="53" presetClass="entr" presetSubtype="528" fill="hold" grpId="0" nodeType="withEffect">
                                  <p:stCondLst>
                                    <p:cond delay="0"/>
                                  </p:stCondLst>
                                  <p:childTnLst>
                                    <p:set>
                                      <p:cBhvr>
                                        <p:cTn id="60" dur="1" fill="hold">
                                          <p:stCondLst>
                                            <p:cond delay="0"/>
                                          </p:stCondLst>
                                        </p:cTn>
                                        <p:tgtEl>
                                          <p:spTgt spid="112"/>
                                        </p:tgtEl>
                                        <p:attrNameLst>
                                          <p:attrName>style.visibility</p:attrName>
                                        </p:attrNameLst>
                                      </p:cBhvr>
                                      <p:to>
                                        <p:strVal val="visible"/>
                                      </p:to>
                                    </p:set>
                                    <p:anim calcmode="lin" valueType="num">
                                      <p:cBhvr>
                                        <p:cTn id="61" dur="500" fill="hold"/>
                                        <p:tgtEl>
                                          <p:spTgt spid="112"/>
                                        </p:tgtEl>
                                        <p:attrNameLst>
                                          <p:attrName>ppt_w</p:attrName>
                                        </p:attrNameLst>
                                      </p:cBhvr>
                                      <p:tavLst>
                                        <p:tav tm="0">
                                          <p:val>
                                            <p:fltVal val="0"/>
                                          </p:val>
                                        </p:tav>
                                        <p:tav tm="100000">
                                          <p:val>
                                            <p:strVal val="#ppt_w"/>
                                          </p:val>
                                        </p:tav>
                                      </p:tavLst>
                                    </p:anim>
                                    <p:anim calcmode="lin" valueType="num">
                                      <p:cBhvr>
                                        <p:cTn id="62" dur="500" fill="hold"/>
                                        <p:tgtEl>
                                          <p:spTgt spid="112"/>
                                        </p:tgtEl>
                                        <p:attrNameLst>
                                          <p:attrName>ppt_h</p:attrName>
                                        </p:attrNameLst>
                                      </p:cBhvr>
                                      <p:tavLst>
                                        <p:tav tm="0">
                                          <p:val>
                                            <p:fltVal val="0"/>
                                          </p:val>
                                        </p:tav>
                                        <p:tav tm="100000">
                                          <p:val>
                                            <p:strVal val="#ppt_h"/>
                                          </p:val>
                                        </p:tav>
                                      </p:tavLst>
                                    </p:anim>
                                    <p:animEffect transition="in" filter="fade">
                                      <p:cBhvr>
                                        <p:cTn id="63" dur="500"/>
                                        <p:tgtEl>
                                          <p:spTgt spid="112"/>
                                        </p:tgtEl>
                                      </p:cBhvr>
                                    </p:animEffect>
                                    <p:anim calcmode="lin" valueType="num">
                                      <p:cBhvr>
                                        <p:cTn id="64" dur="500" fill="hold"/>
                                        <p:tgtEl>
                                          <p:spTgt spid="112"/>
                                        </p:tgtEl>
                                        <p:attrNameLst>
                                          <p:attrName>ppt_x</p:attrName>
                                        </p:attrNameLst>
                                      </p:cBhvr>
                                      <p:tavLst>
                                        <p:tav tm="0">
                                          <p:val>
                                            <p:fltVal val="0.5"/>
                                          </p:val>
                                        </p:tav>
                                        <p:tav tm="100000">
                                          <p:val>
                                            <p:strVal val="#ppt_x"/>
                                          </p:val>
                                        </p:tav>
                                      </p:tavLst>
                                    </p:anim>
                                    <p:anim calcmode="lin" valueType="num">
                                      <p:cBhvr>
                                        <p:cTn id="65" dur="500" fill="hold"/>
                                        <p:tgtEl>
                                          <p:spTgt spid="112"/>
                                        </p:tgtEl>
                                        <p:attrNameLst>
                                          <p:attrName>ppt_y</p:attrName>
                                        </p:attrNameLst>
                                      </p:cBhvr>
                                      <p:tavLst>
                                        <p:tav tm="0">
                                          <p:val>
                                            <p:fltVal val="0.5"/>
                                          </p:val>
                                        </p:tav>
                                        <p:tav tm="100000">
                                          <p:val>
                                            <p:strVal val="#ppt_y"/>
                                          </p:val>
                                        </p:tav>
                                      </p:tavLst>
                                    </p:anim>
                                  </p:childTnLst>
                                </p:cTn>
                              </p:par>
                            </p:childTnLst>
                          </p:cTn>
                        </p:par>
                        <p:par>
                          <p:cTn id="66" fill="hold">
                            <p:stCondLst>
                              <p:cond delay="1250"/>
                            </p:stCondLst>
                            <p:childTnLst>
                              <p:par>
                                <p:cTn id="67" presetID="22" presetClass="entr" presetSubtype="8" fill="hold" grpId="0" nodeType="afterEffect">
                                  <p:stCondLst>
                                    <p:cond delay="0"/>
                                  </p:stCondLst>
                                  <p:childTnLst>
                                    <p:set>
                                      <p:cBhvr>
                                        <p:cTn id="68" dur="1" fill="hold">
                                          <p:stCondLst>
                                            <p:cond delay="0"/>
                                          </p:stCondLst>
                                        </p:cTn>
                                        <p:tgtEl>
                                          <p:spTgt spid="95"/>
                                        </p:tgtEl>
                                        <p:attrNameLst>
                                          <p:attrName>style.visibility</p:attrName>
                                        </p:attrNameLst>
                                      </p:cBhvr>
                                      <p:to>
                                        <p:strVal val="visible"/>
                                      </p:to>
                                    </p:set>
                                    <p:animEffect transition="in" filter="wipe(left)">
                                      <p:cBhvr>
                                        <p:cTn id="69" dur="500"/>
                                        <p:tgtEl>
                                          <p:spTgt spid="95"/>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97"/>
                                        </p:tgtEl>
                                        <p:attrNameLst>
                                          <p:attrName>style.visibility</p:attrName>
                                        </p:attrNameLst>
                                      </p:cBhvr>
                                      <p:to>
                                        <p:strVal val="visible"/>
                                      </p:to>
                                    </p:set>
                                    <p:animEffect transition="in" filter="wipe(left)">
                                      <p:cBhvr>
                                        <p:cTn id="72" dur="500"/>
                                        <p:tgtEl>
                                          <p:spTgt spid="97"/>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94"/>
                                        </p:tgtEl>
                                        <p:attrNameLst>
                                          <p:attrName>style.visibility</p:attrName>
                                        </p:attrNameLst>
                                      </p:cBhvr>
                                      <p:to>
                                        <p:strVal val="visible"/>
                                      </p:to>
                                    </p:set>
                                    <p:animEffect transition="in" filter="wipe(right)">
                                      <p:cBhvr>
                                        <p:cTn id="75" dur="500"/>
                                        <p:tgtEl>
                                          <p:spTgt spid="94"/>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96"/>
                                        </p:tgtEl>
                                        <p:attrNameLst>
                                          <p:attrName>style.visibility</p:attrName>
                                        </p:attrNameLst>
                                      </p:cBhvr>
                                      <p:to>
                                        <p:strVal val="visible"/>
                                      </p:to>
                                    </p:set>
                                    <p:animEffect transition="in" filter="wipe(right)">
                                      <p:cBhvr>
                                        <p:cTn id="78" dur="500"/>
                                        <p:tgtEl>
                                          <p:spTgt spid="96"/>
                                        </p:tgtEl>
                                      </p:cBhvr>
                                    </p:animEffect>
                                  </p:childTnLst>
                                </p:cTn>
                              </p:par>
                            </p:childTnLst>
                          </p:cTn>
                        </p:par>
                        <p:par>
                          <p:cTn id="79" fill="hold">
                            <p:stCondLst>
                              <p:cond delay="1750"/>
                            </p:stCondLst>
                            <p:childTnLst>
                              <p:par>
                                <p:cTn id="80" presetID="47" presetClass="entr" presetSubtype="0" fill="hold" grpId="0" nodeType="afterEffect">
                                  <p:stCondLst>
                                    <p:cond delay="0"/>
                                  </p:stCondLst>
                                  <p:childTnLst>
                                    <p:set>
                                      <p:cBhvr>
                                        <p:cTn id="81" dur="1" fill="hold">
                                          <p:stCondLst>
                                            <p:cond delay="0"/>
                                          </p:stCondLst>
                                        </p:cTn>
                                        <p:tgtEl>
                                          <p:spTgt spid="100"/>
                                        </p:tgtEl>
                                        <p:attrNameLst>
                                          <p:attrName>style.visibility</p:attrName>
                                        </p:attrNameLst>
                                      </p:cBhvr>
                                      <p:to>
                                        <p:strVal val="visible"/>
                                      </p:to>
                                    </p:set>
                                    <p:animEffect transition="in" filter="fade">
                                      <p:cBhvr>
                                        <p:cTn id="82" dur="500"/>
                                        <p:tgtEl>
                                          <p:spTgt spid="100"/>
                                        </p:tgtEl>
                                      </p:cBhvr>
                                    </p:animEffect>
                                    <p:anim calcmode="lin" valueType="num">
                                      <p:cBhvr>
                                        <p:cTn id="83" dur="500" fill="hold"/>
                                        <p:tgtEl>
                                          <p:spTgt spid="100"/>
                                        </p:tgtEl>
                                        <p:attrNameLst>
                                          <p:attrName>ppt_x</p:attrName>
                                        </p:attrNameLst>
                                      </p:cBhvr>
                                      <p:tavLst>
                                        <p:tav tm="0">
                                          <p:val>
                                            <p:strVal val="#ppt_x"/>
                                          </p:val>
                                        </p:tav>
                                        <p:tav tm="100000">
                                          <p:val>
                                            <p:strVal val="#ppt_x"/>
                                          </p:val>
                                        </p:tav>
                                      </p:tavLst>
                                    </p:anim>
                                    <p:anim calcmode="lin" valueType="num">
                                      <p:cBhvr>
                                        <p:cTn id="84" dur="500" fill="hold"/>
                                        <p:tgtEl>
                                          <p:spTgt spid="100"/>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fade">
                                      <p:cBhvr>
                                        <p:cTn id="87" dur="500"/>
                                        <p:tgtEl>
                                          <p:spTgt spid="104"/>
                                        </p:tgtEl>
                                      </p:cBhvr>
                                    </p:animEffect>
                                    <p:anim calcmode="lin" valueType="num">
                                      <p:cBhvr>
                                        <p:cTn id="88" dur="500" fill="hold"/>
                                        <p:tgtEl>
                                          <p:spTgt spid="104"/>
                                        </p:tgtEl>
                                        <p:attrNameLst>
                                          <p:attrName>ppt_x</p:attrName>
                                        </p:attrNameLst>
                                      </p:cBhvr>
                                      <p:tavLst>
                                        <p:tav tm="0">
                                          <p:val>
                                            <p:strVal val="#ppt_x"/>
                                          </p:val>
                                        </p:tav>
                                        <p:tav tm="100000">
                                          <p:val>
                                            <p:strVal val="#ppt_x"/>
                                          </p:val>
                                        </p:tav>
                                      </p:tavLst>
                                    </p:anim>
                                    <p:anim calcmode="lin" valueType="num">
                                      <p:cBhvr>
                                        <p:cTn id="89" dur="500" fill="hold"/>
                                        <p:tgtEl>
                                          <p:spTgt spid="104"/>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106"/>
                                        </p:tgtEl>
                                        <p:attrNameLst>
                                          <p:attrName>style.visibility</p:attrName>
                                        </p:attrNameLst>
                                      </p:cBhvr>
                                      <p:to>
                                        <p:strVal val="visible"/>
                                      </p:to>
                                    </p:set>
                                    <p:animEffect transition="in" filter="fade">
                                      <p:cBhvr>
                                        <p:cTn id="92" dur="500"/>
                                        <p:tgtEl>
                                          <p:spTgt spid="106"/>
                                        </p:tgtEl>
                                      </p:cBhvr>
                                    </p:animEffect>
                                    <p:anim calcmode="lin" valueType="num">
                                      <p:cBhvr>
                                        <p:cTn id="93" dur="500" fill="hold"/>
                                        <p:tgtEl>
                                          <p:spTgt spid="106"/>
                                        </p:tgtEl>
                                        <p:attrNameLst>
                                          <p:attrName>ppt_x</p:attrName>
                                        </p:attrNameLst>
                                      </p:cBhvr>
                                      <p:tavLst>
                                        <p:tav tm="0">
                                          <p:val>
                                            <p:strVal val="#ppt_x"/>
                                          </p:val>
                                        </p:tav>
                                        <p:tav tm="100000">
                                          <p:val>
                                            <p:strVal val="#ppt_x"/>
                                          </p:val>
                                        </p:tav>
                                      </p:tavLst>
                                    </p:anim>
                                    <p:anim calcmode="lin" valueType="num">
                                      <p:cBhvr>
                                        <p:cTn id="94" dur="500" fill="hold"/>
                                        <p:tgtEl>
                                          <p:spTgt spid="106"/>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anim calcmode="lin" valueType="num">
                                      <p:cBhvr>
                                        <p:cTn id="98" dur="500" fill="hold"/>
                                        <p:tgtEl>
                                          <p:spTgt spid="102"/>
                                        </p:tgtEl>
                                        <p:attrNameLst>
                                          <p:attrName>ppt_x</p:attrName>
                                        </p:attrNameLst>
                                      </p:cBhvr>
                                      <p:tavLst>
                                        <p:tav tm="0">
                                          <p:val>
                                            <p:strVal val="#ppt_x"/>
                                          </p:val>
                                        </p:tav>
                                        <p:tav tm="100000">
                                          <p:val>
                                            <p:strVal val="#ppt_x"/>
                                          </p:val>
                                        </p:tav>
                                      </p:tavLst>
                                    </p:anim>
                                    <p:anim calcmode="lin" valueType="num">
                                      <p:cBhvr>
                                        <p:cTn id="99" dur="500" fill="hold"/>
                                        <p:tgtEl>
                                          <p:spTgt spid="10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99"/>
                                        </p:tgtEl>
                                        <p:attrNameLst>
                                          <p:attrName>style.visibility</p:attrName>
                                        </p:attrNameLst>
                                      </p:cBhvr>
                                      <p:to>
                                        <p:strVal val="visible"/>
                                      </p:to>
                                    </p:set>
                                    <p:animEffect transition="in" filter="fade">
                                      <p:cBhvr>
                                        <p:cTn id="102" dur="500"/>
                                        <p:tgtEl>
                                          <p:spTgt spid="99"/>
                                        </p:tgtEl>
                                      </p:cBhvr>
                                    </p:animEffect>
                                    <p:anim calcmode="lin" valueType="num">
                                      <p:cBhvr>
                                        <p:cTn id="103" dur="500" fill="hold"/>
                                        <p:tgtEl>
                                          <p:spTgt spid="99"/>
                                        </p:tgtEl>
                                        <p:attrNameLst>
                                          <p:attrName>ppt_x</p:attrName>
                                        </p:attrNameLst>
                                      </p:cBhvr>
                                      <p:tavLst>
                                        <p:tav tm="0">
                                          <p:val>
                                            <p:strVal val="#ppt_x"/>
                                          </p:val>
                                        </p:tav>
                                        <p:tav tm="100000">
                                          <p:val>
                                            <p:strVal val="#ppt_x"/>
                                          </p:val>
                                        </p:tav>
                                      </p:tavLst>
                                    </p:anim>
                                    <p:anim calcmode="lin" valueType="num">
                                      <p:cBhvr>
                                        <p:cTn id="104" dur="500" fill="hold"/>
                                        <p:tgtEl>
                                          <p:spTgt spid="99"/>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101"/>
                                        </p:tgtEl>
                                        <p:attrNameLst>
                                          <p:attrName>style.visibility</p:attrName>
                                        </p:attrNameLst>
                                      </p:cBhvr>
                                      <p:to>
                                        <p:strVal val="visible"/>
                                      </p:to>
                                    </p:set>
                                    <p:animEffect transition="in" filter="fade">
                                      <p:cBhvr>
                                        <p:cTn id="107" dur="500"/>
                                        <p:tgtEl>
                                          <p:spTgt spid="101"/>
                                        </p:tgtEl>
                                      </p:cBhvr>
                                    </p:animEffect>
                                    <p:anim calcmode="lin" valueType="num">
                                      <p:cBhvr>
                                        <p:cTn id="108" dur="500" fill="hold"/>
                                        <p:tgtEl>
                                          <p:spTgt spid="101"/>
                                        </p:tgtEl>
                                        <p:attrNameLst>
                                          <p:attrName>ppt_x</p:attrName>
                                        </p:attrNameLst>
                                      </p:cBhvr>
                                      <p:tavLst>
                                        <p:tav tm="0">
                                          <p:val>
                                            <p:strVal val="#ppt_x"/>
                                          </p:val>
                                        </p:tav>
                                        <p:tav tm="100000">
                                          <p:val>
                                            <p:strVal val="#ppt_x"/>
                                          </p:val>
                                        </p:tav>
                                      </p:tavLst>
                                    </p:anim>
                                    <p:anim calcmode="lin" valueType="num">
                                      <p:cBhvr>
                                        <p:cTn id="109" dur="500" fill="hold"/>
                                        <p:tgtEl>
                                          <p:spTgt spid="101"/>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103"/>
                                        </p:tgtEl>
                                        <p:attrNameLst>
                                          <p:attrName>style.visibility</p:attrName>
                                        </p:attrNameLst>
                                      </p:cBhvr>
                                      <p:to>
                                        <p:strVal val="visible"/>
                                      </p:to>
                                    </p:set>
                                    <p:animEffect transition="in" filter="fade">
                                      <p:cBhvr>
                                        <p:cTn id="112" dur="500"/>
                                        <p:tgtEl>
                                          <p:spTgt spid="103"/>
                                        </p:tgtEl>
                                      </p:cBhvr>
                                    </p:animEffect>
                                    <p:anim calcmode="lin" valueType="num">
                                      <p:cBhvr>
                                        <p:cTn id="113" dur="500" fill="hold"/>
                                        <p:tgtEl>
                                          <p:spTgt spid="103"/>
                                        </p:tgtEl>
                                        <p:attrNameLst>
                                          <p:attrName>ppt_x</p:attrName>
                                        </p:attrNameLst>
                                      </p:cBhvr>
                                      <p:tavLst>
                                        <p:tav tm="0">
                                          <p:val>
                                            <p:strVal val="#ppt_x"/>
                                          </p:val>
                                        </p:tav>
                                        <p:tav tm="100000">
                                          <p:val>
                                            <p:strVal val="#ppt_x"/>
                                          </p:val>
                                        </p:tav>
                                      </p:tavLst>
                                    </p:anim>
                                    <p:anim calcmode="lin" valueType="num">
                                      <p:cBhvr>
                                        <p:cTn id="114" dur="500" fill="hold"/>
                                        <p:tgtEl>
                                          <p:spTgt spid="10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105"/>
                                        </p:tgtEl>
                                        <p:attrNameLst>
                                          <p:attrName>style.visibility</p:attrName>
                                        </p:attrNameLst>
                                      </p:cBhvr>
                                      <p:to>
                                        <p:strVal val="visible"/>
                                      </p:to>
                                    </p:set>
                                    <p:animEffect transition="in" filter="fade">
                                      <p:cBhvr>
                                        <p:cTn id="117" dur="500"/>
                                        <p:tgtEl>
                                          <p:spTgt spid="105"/>
                                        </p:tgtEl>
                                      </p:cBhvr>
                                    </p:animEffect>
                                    <p:anim calcmode="lin" valueType="num">
                                      <p:cBhvr>
                                        <p:cTn id="118" dur="500" fill="hold"/>
                                        <p:tgtEl>
                                          <p:spTgt spid="105"/>
                                        </p:tgtEl>
                                        <p:attrNameLst>
                                          <p:attrName>ppt_x</p:attrName>
                                        </p:attrNameLst>
                                      </p:cBhvr>
                                      <p:tavLst>
                                        <p:tav tm="0">
                                          <p:val>
                                            <p:strVal val="#ppt_x"/>
                                          </p:val>
                                        </p:tav>
                                        <p:tav tm="100000">
                                          <p:val>
                                            <p:strVal val="#ppt_x"/>
                                          </p:val>
                                        </p:tav>
                                      </p:tavLst>
                                    </p:anim>
                                    <p:anim calcmode="lin" valueType="num">
                                      <p:cBhvr>
                                        <p:cTn id="119" dur="500" fill="hold"/>
                                        <p:tgtEl>
                                          <p:spTgt spid="105"/>
                                        </p:tgtEl>
                                        <p:attrNameLst>
                                          <p:attrName>ppt_y</p:attrName>
                                        </p:attrNameLst>
                                      </p:cBhvr>
                                      <p:tavLst>
                                        <p:tav tm="0">
                                          <p:val>
                                            <p:strVal val="#ppt_y+.1"/>
                                          </p:val>
                                        </p:tav>
                                        <p:tav tm="100000">
                                          <p:val>
                                            <p:strVal val="#ppt_y"/>
                                          </p:val>
                                        </p:tav>
                                      </p:tavLst>
                                    </p:anim>
                                  </p:childTnLst>
                                </p:cTn>
                              </p:par>
                            </p:childTnLst>
                          </p:cTn>
                        </p:par>
                        <p:par>
                          <p:cTn id="120" fill="hold">
                            <p:stCondLst>
                              <p:cond delay="2250"/>
                            </p:stCondLst>
                            <p:childTnLst>
                              <p:par>
                                <p:cTn id="121" presetID="2" presetClass="entr" presetSubtype="2" fill="hold" grpId="0" nodeType="afterEffect">
                                  <p:stCondLst>
                                    <p:cond delay="0"/>
                                  </p:stCondLst>
                                  <p:childTnLst>
                                    <p:set>
                                      <p:cBhvr>
                                        <p:cTn id="122" dur="1" fill="hold">
                                          <p:stCondLst>
                                            <p:cond delay="0"/>
                                          </p:stCondLst>
                                        </p:cTn>
                                        <p:tgtEl>
                                          <p:spTgt spid="109"/>
                                        </p:tgtEl>
                                        <p:attrNameLst>
                                          <p:attrName>style.visibility</p:attrName>
                                        </p:attrNameLst>
                                      </p:cBhvr>
                                      <p:to>
                                        <p:strVal val="visible"/>
                                      </p:to>
                                    </p:set>
                                    <p:anim calcmode="lin" valueType="num">
                                      <p:cBhvr additive="base">
                                        <p:cTn id="123" dur="500" fill="hold"/>
                                        <p:tgtEl>
                                          <p:spTgt spid="109"/>
                                        </p:tgtEl>
                                        <p:attrNameLst>
                                          <p:attrName>ppt_x</p:attrName>
                                        </p:attrNameLst>
                                      </p:cBhvr>
                                      <p:tavLst>
                                        <p:tav tm="0">
                                          <p:val>
                                            <p:strVal val="1+#ppt_w/2"/>
                                          </p:val>
                                        </p:tav>
                                        <p:tav tm="100000">
                                          <p:val>
                                            <p:strVal val="#ppt_x"/>
                                          </p:val>
                                        </p:tav>
                                      </p:tavLst>
                                    </p:anim>
                                    <p:anim calcmode="lin" valueType="num">
                                      <p:cBhvr additive="base">
                                        <p:cTn id="124" dur="500" fill="hold"/>
                                        <p:tgtEl>
                                          <p:spTgt spid="109"/>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6" dur="1" fill="hold">
                                          <p:stCondLst>
                                            <p:cond delay="0"/>
                                          </p:stCondLst>
                                        </p:cTn>
                                        <p:tgtEl>
                                          <p:spTgt spid="110"/>
                                        </p:tgtEl>
                                        <p:attrNameLst>
                                          <p:attrName>style.visibility</p:attrName>
                                        </p:attrNameLst>
                                      </p:cBhvr>
                                      <p:to>
                                        <p:strVal val="visible"/>
                                      </p:to>
                                    </p:set>
                                    <p:anim calcmode="lin" valueType="num">
                                      <p:cBhvr additive="base">
                                        <p:cTn id="127" dur="500" fill="hold"/>
                                        <p:tgtEl>
                                          <p:spTgt spid="110"/>
                                        </p:tgtEl>
                                        <p:attrNameLst>
                                          <p:attrName>ppt_x</p:attrName>
                                        </p:attrNameLst>
                                      </p:cBhvr>
                                      <p:tavLst>
                                        <p:tav tm="0">
                                          <p:val>
                                            <p:strVal val="1+#ppt_w/2"/>
                                          </p:val>
                                        </p:tav>
                                        <p:tav tm="100000">
                                          <p:val>
                                            <p:strVal val="#ppt_x"/>
                                          </p:val>
                                        </p:tav>
                                      </p:tavLst>
                                    </p:anim>
                                    <p:anim calcmode="lin" valueType="num">
                                      <p:cBhvr additive="base">
                                        <p:cTn id="128" dur="500" fill="hold"/>
                                        <p:tgtEl>
                                          <p:spTgt spid="110"/>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0"/>
                                  </p:stCondLst>
                                  <p:childTnLst>
                                    <p:set>
                                      <p:cBhvr>
                                        <p:cTn id="130" dur="1" fill="hold">
                                          <p:stCondLst>
                                            <p:cond delay="0"/>
                                          </p:stCondLst>
                                        </p:cTn>
                                        <p:tgtEl>
                                          <p:spTgt spid="107"/>
                                        </p:tgtEl>
                                        <p:attrNameLst>
                                          <p:attrName>style.visibility</p:attrName>
                                        </p:attrNameLst>
                                      </p:cBhvr>
                                      <p:to>
                                        <p:strVal val="visible"/>
                                      </p:to>
                                    </p:set>
                                    <p:anim calcmode="lin" valueType="num">
                                      <p:cBhvr additive="base">
                                        <p:cTn id="131" dur="500" fill="hold"/>
                                        <p:tgtEl>
                                          <p:spTgt spid="107"/>
                                        </p:tgtEl>
                                        <p:attrNameLst>
                                          <p:attrName>ppt_x</p:attrName>
                                        </p:attrNameLst>
                                      </p:cBhvr>
                                      <p:tavLst>
                                        <p:tav tm="0">
                                          <p:val>
                                            <p:strVal val="0-#ppt_w/2"/>
                                          </p:val>
                                        </p:tav>
                                        <p:tav tm="100000">
                                          <p:val>
                                            <p:strVal val="#ppt_x"/>
                                          </p:val>
                                        </p:tav>
                                      </p:tavLst>
                                    </p:anim>
                                    <p:anim calcmode="lin" valueType="num">
                                      <p:cBhvr additive="base">
                                        <p:cTn id="132" dur="500" fill="hold"/>
                                        <p:tgtEl>
                                          <p:spTgt spid="107"/>
                                        </p:tgtEl>
                                        <p:attrNameLst>
                                          <p:attrName>ppt_y</p:attrName>
                                        </p:attrNameLst>
                                      </p:cBhvr>
                                      <p:tavLst>
                                        <p:tav tm="0">
                                          <p:val>
                                            <p:strVal val="#ppt_y"/>
                                          </p:val>
                                        </p:tav>
                                        <p:tav tm="100000">
                                          <p:val>
                                            <p:strVal val="#ppt_y"/>
                                          </p:val>
                                        </p:tav>
                                      </p:tavLst>
                                    </p:anim>
                                  </p:childTnLst>
                                </p:cTn>
                              </p:par>
                              <p:par>
                                <p:cTn id="133" presetID="2" presetClass="entr" presetSubtype="8" fill="hold" grpId="0" nodeType="withEffect">
                                  <p:stCondLst>
                                    <p:cond delay="0"/>
                                  </p:stCondLst>
                                  <p:childTnLst>
                                    <p:set>
                                      <p:cBhvr>
                                        <p:cTn id="134" dur="1" fill="hold">
                                          <p:stCondLst>
                                            <p:cond delay="0"/>
                                          </p:stCondLst>
                                        </p:cTn>
                                        <p:tgtEl>
                                          <p:spTgt spid="108"/>
                                        </p:tgtEl>
                                        <p:attrNameLst>
                                          <p:attrName>style.visibility</p:attrName>
                                        </p:attrNameLst>
                                      </p:cBhvr>
                                      <p:to>
                                        <p:strVal val="visible"/>
                                      </p:to>
                                    </p:set>
                                    <p:anim calcmode="lin" valueType="num">
                                      <p:cBhvr additive="base">
                                        <p:cTn id="135" dur="500" fill="hold"/>
                                        <p:tgtEl>
                                          <p:spTgt spid="108"/>
                                        </p:tgtEl>
                                        <p:attrNameLst>
                                          <p:attrName>ppt_x</p:attrName>
                                        </p:attrNameLst>
                                      </p:cBhvr>
                                      <p:tavLst>
                                        <p:tav tm="0">
                                          <p:val>
                                            <p:strVal val="0-#ppt_w/2"/>
                                          </p:val>
                                        </p:tav>
                                        <p:tav tm="100000">
                                          <p:val>
                                            <p:strVal val="#ppt_x"/>
                                          </p:val>
                                        </p:tav>
                                      </p:tavLst>
                                    </p:anim>
                                    <p:anim calcmode="lin" valueType="num">
                                      <p:cBhvr additive="base">
                                        <p:cTn id="136" dur="500" fill="hold"/>
                                        <p:tgtEl>
                                          <p:spTgt spid="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2" grpId="0" animBg="1"/>
      <p:bldP spid="93" grpId="0" animBg="1"/>
      <p:bldP spid="94" grpId="0" animBg="1"/>
      <p:bldP spid="95" grpId="0" animBg="1"/>
      <p:bldP spid="96" grpId="0" animBg="1"/>
      <p:bldP spid="97" grpId="0" animBg="1"/>
      <p:bldP spid="99" grpId="0"/>
      <p:bldP spid="100" grpId="0"/>
      <p:bldP spid="101" grpId="0"/>
      <p:bldP spid="102" grpId="0"/>
      <p:bldP spid="103" grpId="0"/>
      <p:bldP spid="104" grpId="0"/>
      <p:bldP spid="105" grpId="0"/>
      <p:bldP spid="106" grpId="0"/>
      <p:bldP spid="107" grpId="0"/>
      <p:bldP spid="108" grpId="0"/>
      <p:bldP spid="109" grpId="0"/>
      <p:bldP spid="110" grpId="0"/>
      <p:bldP spid="112" grpId="0" animBg="1"/>
      <p:bldP spid="113" grpId="0" animBg="1"/>
      <p:bldP spid="114" grpId="0" animBg="1"/>
      <p:bldP spid="1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2"/>
          <p:cNvSpPr>
            <a:spLocks noChangeArrowheads="1"/>
          </p:cNvSpPr>
          <p:nvPr/>
        </p:nvSpPr>
        <p:spPr bwMode="auto">
          <a:xfrm flipH="1">
            <a:off x="4621414" y="1537874"/>
            <a:ext cx="3041633" cy="1342674"/>
          </a:xfrm>
          <a:prstGeom prst="snip2DiagRect">
            <a:avLst/>
          </a:prstGeom>
          <a:blipFill dpi="0" rotWithShape="1">
            <a:blip r:embed="rId3"/>
            <a:srcRect/>
            <a:stretch>
              <a:fillRect/>
            </a:stretch>
          </a:blipFill>
          <a:ln w="9525">
            <a:noFill/>
            <a:miter lim="800000"/>
            <a:headEnd/>
            <a:tailEnd/>
          </a:ln>
        </p:spPr>
        <p:txBody>
          <a:bodyPr lIns="68573" tIns="34286" rIns="68573" bIns="34286" anchor="ctr"/>
          <a:lstStyle/>
          <a:p>
            <a:endParaRPr lang="zh-CN" altLang="en-US">
              <a:solidFill>
                <a:srgbClr val="F2F2F2"/>
              </a:solidFill>
              <a:latin typeface="Calibri" pitchFamily="34" charset="0"/>
              <a:sym typeface="Calibri" pitchFamily="34" charset="0"/>
            </a:endParaRPr>
          </a:p>
        </p:txBody>
      </p:sp>
      <p:sp>
        <p:nvSpPr>
          <p:cNvPr id="84" name="Oval 4"/>
          <p:cNvSpPr>
            <a:spLocks noChangeArrowheads="1"/>
          </p:cNvSpPr>
          <p:nvPr/>
        </p:nvSpPr>
        <p:spPr bwMode="auto">
          <a:xfrm>
            <a:off x="1863128" y="3004726"/>
            <a:ext cx="524054" cy="526828"/>
          </a:xfrm>
          <a:prstGeom prst="ellipse">
            <a:avLst/>
          </a:prstGeom>
          <a:solidFill>
            <a:schemeClr val="accent1"/>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6" name="Oval 12"/>
          <p:cNvSpPr>
            <a:spLocks noChangeArrowheads="1"/>
          </p:cNvSpPr>
          <p:nvPr/>
        </p:nvSpPr>
        <p:spPr bwMode="auto">
          <a:xfrm>
            <a:off x="3619946" y="3004726"/>
            <a:ext cx="524924" cy="526828"/>
          </a:xfrm>
          <a:prstGeom prst="ellipse">
            <a:avLst/>
          </a:prstGeom>
          <a:solidFill>
            <a:schemeClr val="accent2"/>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7" name="Oval 14"/>
          <p:cNvSpPr>
            <a:spLocks noChangeArrowheads="1"/>
          </p:cNvSpPr>
          <p:nvPr/>
        </p:nvSpPr>
        <p:spPr bwMode="auto">
          <a:xfrm>
            <a:off x="5226496" y="3004726"/>
            <a:ext cx="524054" cy="526828"/>
          </a:xfrm>
          <a:prstGeom prst="ellipse">
            <a:avLst/>
          </a:prstGeom>
          <a:solidFill>
            <a:schemeClr val="accent3"/>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sp>
        <p:nvSpPr>
          <p:cNvPr id="88" name="Oval 16"/>
          <p:cNvSpPr>
            <a:spLocks noChangeArrowheads="1"/>
          </p:cNvSpPr>
          <p:nvPr/>
        </p:nvSpPr>
        <p:spPr bwMode="auto">
          <a:xfrm>
            <a:off x="6725224" y="3004726"/>
            <a:ext cx="523184" cy="526828"/>
          </a:xfrm>
          <a:prstGeom prst="ellipse">
            <a:avLst/>
          </a:prstGeom>
          <a:solidFill>
            <a:schemeClr val="accent4"/>
          </a:solidFill>
          <a:ln w="9525">
            <a:noFill/>
            <a:round/>
            <a:headEnd/>
            <a:tailEnd/>
          </a:ln>
        </p:spPr>
        <p:txBody>
          <a:bodyPr lIns="68573" tIns="34286" rIns="68573" bIns="34286" anchor="ctr"/>
          <a:lstStyle/>
          <a:p>
            <a:endParaRPr lang="zh-CN" altLang="en-US" sz="2400">
              <a:solidFill>
                <a:srgbClr val="F2F2F2"/>
              </a:solidFill>
              <a:sym typeface="Calibri" pitchFamily="34" charset="0"/>
            </a:endParaRPr>
          </a:p>
        </p:txBody>
      </p:sp>
      <p:grpSp>
        <p:nvGrpSpPr>
          <p:cNvPr id="2" name="Group 20"/>
          <p:cNvGrpSpPr>
            <a:grpSpLocks/>
          </p:cNvGrpSpPr>
          <p:nvPr/>
        </p:nvGrpSpPr>
        <p:grpSpPr bwMode="auto">
          <a:xfrm>
            <a:off x="1988187" y="3118392"/>
            <a:ext cx="293364" cy="296068"/>
            <a:chOff x="0" y="0"/>
            <a:chExt cx="401822" cy="404317"/>
          </a:xfrm>
        </p:grpSpPr>
        <p:sp>
          <p:nvSpPr>
            <p:cNvPr id="90" name="Freeform 42"/>
            <p:cNvSpPr>
              <a:spLocks noEditPoints="1" noChangeArrowheads="1"/>
            </p:cNvSpPr>
            <p:nvPr/>
          </p:nvSpPr>
          <p:spPr bwMode="auto">
            <a:xfrm>
              <a:off x="0" y="0"/>
              <a:ext cx="401822" cy="404317"/>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96" name="Freeform 43"/>
            <p:cNvSpPr>
              <a:spLocks noChangeArrowheads="1"/>
            </p:cNvSpPr>
            <p:nvPr/>
          </p:nvSpPr>
          <p:spPr bwMode="auto">
            <a:xfrm>
              <a:off x="107320" y="97336"/>
              <a:ext cx="139764" cy="199662"/>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3" name="Group 23"/>
          <p:cNvGrpSpPr>
            <a:grpSpLocks/>
          </p:cNvGrpSpPr>
          <p:nvPr/>
        </p:nvGrpSpPr>
        <p:grpSpPr bwMode="auto">
          <a:xfrm>
            <a:off x="3772078" y="3153198"/>
            <a:ext cx="284660" cy="248174"/>
            <a:chOff x="0" y="0"/>
            <a:chExt cx="389342" cy="339426"/>
          </a:xfrm>
        </p:grpSpPr>
        <p:sp>
          <p:nvSpPr>
            <p:cNvPr id="99" name="Freeform 110"/>
            <p:cNvSpPr>
              <a:spLocks noChangeArrowheads="1"/>
            </p:cNvSpPr>
            <p:nvPr/>
          </p:nvSpPr>
          <p:spPr bwMode="auto">
            <a:xfrm>
              <a:off x="259561" y="102327"/>
              <a:ext cx="102328" cy="102328"/>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0" name="Freeform 111"/>
            <p:cNvSpPr>
              <a:spLocks noChangeArrowheads="1"/>
            </p:cNvSpPr>
            <p:nvPr/>
          </p:nvSpPr>
          <p:spPr bwMode="auto">
            <a:xfrm>
              <a:off x="237098" y="74873"/>
              <a:ext cx="109814" cy="114806"/>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1" name="Freeform 112"/>
            <p:cNvSpPr>
              <a:spLocks noChangeArrowheads="1"/>
            </p:cNvSpPr>
            <p:nvPr/>
          </p:nvSpPr>
          <p:spPr bwMode="auto">
            <a:xfrm>
              <a:off x="217132" y="59898"/>
              <a:ext cx="104823" cy="104823"/>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2" name="Freeform 113"/>
            <p:cNvSpPr>
              <a:spLocks noChangeArrowheads="1"/>
            </p:cNvSpPr>
            <p:nvPr/>
          </p:nvSpPr>
          <p:spPr bwMode="auto">
            <a:xfrm>
              <a:off x="189679" y="162226"/>
              <a:ext cx="69882" cy="69882"/>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09" name="Freeform 114"/>
            <p:cNvSpPr>
              <a:spLocks noChangeArrowheads="1"/>
            </p:cNvSpPr>
            <p:nvPr/>
          </p:nvSpPr>
          <p:spPr bwMode="auto">
            <a:xfrm>
              <a:off x="172208" y="219628"/>
              <a:ext cx="34941" cy="32446"/>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2" name="Freeform 115"/>
            <p:cNvSpPr>
              <a:spLocks noChangeArrowheads="1"/>
            </p:cNvSpPr>
            <p:nvPr/>
          </p:nvSpPr>
          <p:spPr bwMode="auto">
            <a:xfrm>
              <a:off x="319460" y="34941"/>
              <a:ext cx="69882" cy="69882"/>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3" name="Freeform 116"/>
            <p:cNvSpPr>
              <a:spLocks noChangeArrowheads="1"/>
            </p:cNvSpPr>
            <p:nvPr/>
          </p:nvSpPr>
          <p:spPr bwMode="auto">
            <a:xfrm>
              <a:off x="0" y="0"/>
              <a:ext cx="279527" cy="33942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4" name="Rectangle 117"/>
            <p:cNvSpPr>
              <a:spLocks noChangeArrowheads="1"/>
            </p:cNvSpPr>
            <p:nvPr/>
          </p:nvSpPr>
          <p:spPr bwMode="auto">
            <a:xfrm>
              <a:off x="49916" y="114806"/>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5" name="Rectangle 118"/>
            <p:cNvSpPr>
              <a:spLocks noChangeArrowheads="1"/>
            </p:cNvSpPr>
            <p:nvPr/>
          </p:nvSpPr>
          <p:spPr bwMode="auto">
            <a:xfrm>
              <a:off x="49916" y="154738"/>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6" name="Rectangle 119"/>
            <p:cNvSpPr>
              <a:spLocks noChangeArrowheads="1"/>
            </p:cNvSpPr>
            <p:nvPr/>
          </p:nvSpPr>
          <p:spPr bwMode="auto">
            <a:xfrm>
              <a:off x="49916" y="199662"/>
              <a:ext cx="109814" cy="14975"/>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27" name="Rectangle 120"/>
            <p:cNvSpPr>
              <a:spLocks noChangeArrowheads="1"/>
            </p:cNvSpPr>
            <p:nvPr/>
          </p:nvSpPr>
          <p:spPr bwMode="auto">
            <a:xfrm>
              <a:off x="49916" y="242091"/>
              <a:ext cx="109814" cy="17471"/>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4" name="Group 35"/>
          <p:cNvGrpSpPr>
            <a:grpSpLocks/>
          </p:cNvGrpSpPr>
          <p:nvPr/>
        </p:nvGrpSpPr>
        <p:grpSpPr bwMode="auto">
          <a:xfrm>
            <a:off x="6847968" y="3124268"/>
            <a:ext cx="277697" cy="275170"/>
            <a:chOff x="0" y="0"/>
            <a:chExt cx="379359" cy="376864"/>
          </a:xfrm>
        </p:grpSpPr>
        <p:sp>
          <p:nvSpPr>
            <p:cNvPr id="129" name="Freeform 150"/>
            <p:cNvSpPr>
              <a:spLocks noEditPoints="1" noChangeArrowheads="1"/>
            </p:cNvSpPr>
            <p:nvPr/>
          </p:nvSpPr>
          <p:spPr bwMode="auto">
            <a:xfrm>
              <a:off x="0" y="0"/>
              <a:ext cx="379359" cy="376864"/>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0" name="Rectangle 151"/>
            <p:cNvSpPr>
              <a:spLocks noChangeArrowheads="1"/>
            </p:cNvSpPr>
            <p:nvPr/>
          </p:nvSpPr>
          <p:spPr bwMode="auto">
            <a:xfrm>
              <a:off x="144756" y="272040"/>
              <a:ext cx="22463"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1" name="Rectangle 152"/>
            <p:cNvSpPr>
              <a:spLocks noChangeArrowheads="1"/>
            </p:cNvSpPr>
            <p:nvPr/>
          </p:nvSpPr>
          <p:spPr bwMode="auto">
            <a:xfrm>
              <a:off x="179697" y="272040"/>
              <a:ext cx="19966"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2" name="Rectangle 153"/>
            <p:cNvSpPr>
              <a:spLocks noChangeArrowheads="1"/>
            </p:cNvSpPr>
            <p:nvPr/>
          </p:nvSpPr>
          <p:spPr bwMode="auto">
            <a:xfrm>
              <a:off x="214638" y="272040"/>
              <a:ext cx="19966" cy="42429"/>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3" name="Freeform 154"/>
            <p:cNvSpPr>
              <a:spLocks noChangeArrowheads="1"/>
            </p:cNvSpPr>
            <p:nvPr/>
          </p:nvSpPr>
          <p:spPr bwMode="auto">
            <a:xfrm>
              <a:off x="117303" y="107318"/>
              <a:ext cx="82362" cy="84857"/>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4" name="Freeform 155"/>
            <p:cNvSpPr>
              <a:spLocks noChangeArrowheads="1"/>
            </p:cNvSpPr>
            <p:nvPr/>
          </p:nvSpPr>
          <p:spPr bwMode="auto">
            <a:xfrm>
              <a:off x="67387" y="272040"/>
              <a:ext cx="22463" cy="19966"/>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5" name="Freeform 156"/>
            <p:cNvSpPr>
              <a:spLocks noChangeArrowheads="1"/>
            </p:cNvSpPr>
            <p:nvPr/>
          </p:nvSpPr>
          <p:spPr bwMode="auto">
            <a:xfrm>
              <a:off x="47421" y="227116"/>
              <a:ext cx="27454" cy="14975"/>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6" name="Freeform 157"/>
            <p:cNvSpPr>
              <a:spLocks noChangeArrowheads="1"/>
            </p:cNvSpPr>
            <p:nvPr/>
          </p:nvSpPr>
          <p:spPr bwMode="auto">
            <a:xfrm>
              <a:off x="79865" y="74874"/>
              <a:ext cx="19966" cy="22463"/>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7" name="Freeform 158"/>
            <p:cNvSpPr>
              <a:spLocks noChangeArrowheads="1"/>
            </p:cNvSpPr>
            <p:nvPr/>
          </p:nvSpPr>
          <p:spPr bwMode="auto">
            <a:xfrm>
              <a:off x="49916" y="124789"/>
              <a:ext cx="27454" cy="12480"/>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8" name="Rectangle 159"/>
            <p:cNvSpPr>
              <a:spLocks noChangeArrowheads="1"/>
            </p:cNvSpPr>
            <p:nvPr/>
          </p:nvSpPr>
          <p:spPr bwMode="auto">
            <a:xfrm>
              <a:off x="187185" y="34941"/>
              <a:ext cx="7488" cy="22463"/>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39" name="Freeform 160"/>
            <p:cNvSpPr>
              <a:spLocks noChangeArrowheads="1"/>
            </p:cNvSpPr>
            <p:nvPr/>
          </p:nvSpPr>
          <p:spPr bwMode="auto">
            <a:xfrm>
              <a:off x="119798" y="44924"/>
              <a:ext cx="17471" cy="22463"/>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0" name="Freeform 161"/>
            <p:cNvSpPr>
              <a:spLocks noChangeArrowheads="1"/>
            </p:cNvSpPr>
            <p:nvPr/>
          </p:nvSpPr>
          <p:spPr bwMode="auto">
            <a:xfrm>
              <a:off x="234604" y="44924"/>
              <a:ext cx="12480" cy="27454"/>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1" name="Freeform 162"/>
            <p:cNvSpPr>
              <a:spLocks noChangeArrowheads="1"/>
            </p:cNvSpPr>
            <p:nvPr/>
          </p:nvSpPr>
          <p:spPr bwMode="auto">
            <a:xfrm>
              <a:off x="277033" y="272040"/>
              <a:ext cx="22463" cy="19966"/>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2" name="Freeform 163"/>
            <p:cNvSpPr>
              <a:spLocks noChangeArrowheads="1"/>
            </p:cNvSpPr>
            <p:nvPr/>
          </p:nvSpPr>
          <p:spPr bwMode="auto">
            <a:xfrm>
              <a:off x="304486" y="227116"/>
              <a:ext cx="24958" cy="14975"/>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3" name="Freeform 164"/>
            <p:cNvSpPr>
              <a:spLocks noChangeArrowheads="1"/>
            </p:cNvSpPr>
            <p:nvPr/>
          </p:nvSpPr>
          <p:spPr bwMode="auto">
            <a:xfrm>
              <a:off x="274536" y="74874"/>
              <a:ext cx="22463" cy="22463"/>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4" name="Freeform 165"/>
            <p:cNvSpPr>
              <a:spLocks noChangeArrowheads="1"/>
            </p:cNvSpPr>
            <p:nvPr/>
          </p:nvSpPr>
          <p:spPr bwMode="auto">
            <a:xfrm>
              <a:off x="299494" y="124789"/>
              <a:ext cx="27454" cy="12480"/>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5" name="Rectangle 166"/>
            <p:cNvSpPr>
              <a:spLocks noChangeArrowheads="1"/>
            </p:cNvSpPr>
            <p:nvPr/>
          </p:nvSpPr>
          <p:spPr bwMode="auto">
            <a:xfrm>
              <a:off x="39933" y="174705"/>
              <a:ext cx="24958" cy="7488"/>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6" name="Rectangle 167"/>
            <p:cNvSpPr>
              <a:spLocks noChangeArrowheads="1"/>
            </p:cNvSpPr>
            <p:nvPr/>
          </p:nvSpPr>
          <p:spPr bwMode="auto">
            <a:xfrm>
              <a:off x="316965" y="177200"/>
              <a:ext cx="27454" cy="7488"/>
            </a:xfrm>
            <a:prstGeom prst="rect">
              <a:avLst/>
            </a:pr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grpSp>
        <p:nvGrpSpPr>
          <p:cNvPr id="5" name="Group 54"/>
          <p:cNvGrpSpPr>
            <a:grpSpLocks/>
          </p:cNvGrpSpPr>
          <p:nvPr/>
        </p:nvGrpSpPr>
        <p:grpSpPr bwMode="auto">
          <a:xfrm>
            <a:off x="5382269" y="3160060"/>
            <a:ext cx="219373" cy="284748"/>
            <a:chOff x="0" y="0"/>
            <a:chExt cx="299494" cy="389342"/>
          </a:xfrm>
        </p:grpSpPr>
        <p:sp>
          <p:nvSpPr>
            <p:cNvPr id="148" name="Freeform 170"/>
            <p:cNvSpPr>
              <a:spLocks noChangeArrowheads="1"/>
            </p:cNvSpPr>
            <p:nvPr/>
          </p:nvSpPr>
          <p:spPr bwMode="auto">
            <a:xfrm>
              <a:off x="0" y="112310"/>
              <a:ext cx="299494" cy="27703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sp>
          <p:nvSpPr>
            <p:cNvPr id="149" name="Freeform 171"/>
            <p:cNvSpPr>
              <a:spLocks noChangeArrowheads="1"/>
            </p:cNvSpPr>
            <p:nvPr/>
          </p:nvSpPr>
          <p:spPr bwMode="auto">
            <a:xfrm>
              <a:off x="0" y="0"/>
              <a:ext cx="299494" cy="94840"/>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headEnd/>
              <a:tailEnd/>
            </a:ln>
          </p:spPr>
          <p:txBody>
            <a:bodyPr/>
            <a:lstStyle/>
            <a:p>
              <a:pPr algn="l"/>
              <a:endParaRPr lang="zh-CN" altLang="en-US">
                <a:solidFill>
                  <a:srgbClr val="F2F2F2"/>
                </a:solidFill>
                <a:latin typeface="Calibri" pitchFamily="34" charset="0"/>
                <a:sym typeface="Calibri" pitchFamily="34" charset="0"/>
              </a:endParaRPr>
            </a:p>
          </p:txBody>
        </p:sp>
      </p:grpSp>
      <p:sp>
        <p:nvSpPr>
          <p:cNvPr id="150" name="剪去对角的矩形 149"/>
          <p:cNvSpPr/>
          <p:nvPr/>
        </p:nvSpPr>
        <p:spPr>
          <a:xfrm>
            <a:off x="1327044" y="1593993"/>
            <a:ext cx="3224402" cy="1301510"/>
          </a:xfrm>
          <a:prstGeom prst="snip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6" rIns="68573" bIns="34286" rtlCol="0" anchor="ctr"/>
          <a:lstStyle/>
          <a:p>
            <a:pPr algn="ctr"/>
            <a:endParaRPr lang="zh-CN" altLang="en-US">
              <a:solidFill>
                <a:srgbClr val="007FDE"/>
              </a:solidFill>
            </a:endParaRPr>
          </a:p>
        </p:txBody>
      </p:sp>
      <p:sp>
        <p:nvSpPr>
          <p:cNvPr id="151" name="矩形 104"/>
          <p:cNvSpPr>
            <a:spLocks noChangeArrowheads="1"/>
          </p:cNvSpPr>
          <p:nvPr/>
        </p:nvSpPr>
        <p:spPr bwMode="auto">
          <a:xfrm>
            <a:off x="3189200" y="1768974"/>
            <a:ext cx="856619" cy="284679"/>
          </a:xfrm>
          <a:prstGeom prst="rect">
            <a:avLst/>
          </a:prstGeom>
          <a:noFill/>
          <a:ln w="9525">
            <a:noFill/>
            <a:miter lim="800000"/>
            <a:headEnd/>
            <a:tailEnd/>
          </a:ln>
        </p:spPr>
        <p:txBody>
          <a:bodyPr wrap="none" lIns="68567" tIns="34283" rIns="68567" bIns="34283">
            <a:spAutoFit/>
          </a:bodyPr>
          <a:lstStyle/>
          <a:p>
            <a:pPr algn="r"/>
            <a:r>
              <a:rPr lang="zh-CN" altLang="en-US" sz="1400" dirty="0">
                <a:solidFill>
                  <a:schemeClr val="bg1"/>
                </a:solidFill>
                <a:latin typeface="微软雅黑" pitchFamily="34" charset="-122"/>
                <a:ea typeface="微软雅黑" pitchFamily="34" charset="-122"/>
                <a:sym typeface="微软雅黑" pitchFamily="34" charset="-122"/>
              </a:rPr>
              <a:t>添加标题</a:t>
            </a:r>
            <a:endParaRPr lang="en-US" sz="1400" dirty="0">
              <a:solidFill>
                <a:schemeClr val="bg1"/>
              </a:solidFill>
              <a:latin typeface="微软雅黑" pitchFamily="34" charset="-122"/>
              <a:ea typeface="微软雅黑" pitchFamily="34" charset="-122"/>
              <a:sym typeface="微软雅黑" pitchFamily="34" charset="-122"/>
            </a:endParaRPr>
          </a:p>
        </p:txBody>
      </p:sp>
      <p:sp>
        <p:nvSpPr>
          <p:cNvPr id="152" name="矩形 47"/>
          <p:cNvSpPr>
            <a:spLocks noChangeArrowheads="1"/>
          </p:cNvSpPr>
          <p:nvPr/>
        </p:nvSpPr>
        <p:spPr bwMode="auto">
          <a:xfrm>
            <a:off x="1714531" y="2092921"/>
            <a:ext cx="2603870" cy="422922"/>
          </a:xfrm>
          <a:prstGeom prst="rect">
            <a:avLst/>
          </a:prstGeom>
          <a:noFill/>
          <a:ln w="9525">
            <a:noFill/>
            <a:miter lim="800000"/>
            <a:headEnd/>
            <a:tailEnd/>
          </a:ln>
        </p:spPr>
        <p:txBody>
          <a:bodyPr wrap="square" lIns="68567" tIns="34283" rIns="68567" bIns="34283">
            <a:spAutoFit/>
          </a:bodyPr>
          <a:lstStyle/>
          <a:p>
            <a:pPr algn="r">
              <a:lnSpc>
                <a:spcPct val="120000"/>
              </a:lnSpc>
            </a:pPr>
            <a:r>
              <a:rPr lang="zh-CN" altLang="en-US" sz="1000" dirty="0">
                <a:solidFill>
                  <a:schemeClr val="bg1"/>
                </a:solidFill>
                <a:latin typeface="微软雅黑" pitchFamily="34" charset="-122"/>
                <a:ea typeface="微软雅黑" pitchFamily="34" charset="-122"/>
                <a:sym typeface="微软雅黑" pitchFamily="34" charset="-122"/>
              </a:rPr>
              <a:t>在此录入上述图表的综合描述说明，在此录入上述图表的综合描述说明，</a:t>
            </a:r>
          </a:p>
        </p:txBody>
      </p:sp>
      <p:sp>
        <p:nvSpPr>
          <p:cNvPr id="153" name="TextBox 152"/>
          <p:cNvSpPr txBox="1"/>
          <p:nvPr/>
        </p:nvSpPr>
        <p:spPr>
          <a:xfrm>
            <a:off x="1441195" y="3918663"/>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4" name="TextBox 173"/>
          <p:cNvSpPr txBox="1"/>
          <p:nvPr/>
        </p:nvSpPr>
        <p:spPr>
          <a:xfrm>
            <a:off x="1441195" y="3572310"/>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5" name="TextBox 174"/>
          <p:cNvSpPr txBox="1"/>
          <p:nvPr/>
        </p:nvSpPr>
        <p:spPr>
          <a:xfrm>
            <a:off x="3223508" y="3936618"/>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6" name="TextBox 175"/>
          <p:cNvSpPr txBox="1"/>
          <p:nvPr/>
        </p:nvSpPr>
        <p:spPr>
          <a:xfrm>
            <a:off x="3223508" y="3590267"/>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7" name="TextBox 176"/>
          <p:cNvSpPr txBox="1"/>
          <p:nvPr/>
        </p:nvSpPr>
        <p:spPr>
          <a:xfrm>
            <a:off x="4826600" y="3926238"/>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78" name="TextBox 177"/>
          <p:cNvSpPr txBox="1"/>
          <p:nvPr/>
        </p:nvSpPr>
        <p:spPr>
          <a:xfrm>
            <a:off x="4826600" y="3579887"/>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
        <p:nvSpPr>
          <p:cNvPr id="179" name="TextBox 178"/>
          <p:cNvSpPr txBox="1"/>
          <p:nvPr/>
        </p:nvSpPr>
        <p:spPr>
          <a:xfrm>
            <a:off x="6319637" y="3918075"/>
            <a:ext cx="1330707" cy="411771"/>
          </a:xfrm>
          <a:prstGeom prst="rect">
            <a:avLst/>
          </a:prstGeom>
          <a:noFill/>
        </p:spPr>
        <p:txBody>
          <a:bodyPr wrap="square" lIns="68573" tIns="34286" rIns="68573" bIns="34286" rtlCol="0">
            <a:spAutoFit/>
          </a:bodyPr>
          <a:lstStyle/>
          <a:p>
            <a:pPr algn="ctr">
              <a:lnSpc>
                <a:spcPct val="130000"/>
              </a:lnSpc>
            </a:pPr>
            <a:r>
              <a:rPr lang="zh-CN" altLang="en-US" sz="900" dirty="0">
                <a:solidFill>
                  <a:schemeClr val="tx1">
                    <a:lumMod val="50000"/>
                    <a:lumOff val="50000"/>
                  </a:schemeClr>
                </a:solidFill>
                <a:latin typeface="微软雅黑" pitchFamily="34" charset="-122"/>
                <a:ea typeface="微软雅黑" pitchFamily="34" charset="-122"/>
              </a:rPr>
              <a:t>您的内容打在这里，或者通过复制您的</a:t>
            </a:r>
          </a:p>
        </p:txBody>
      </p:sp>
      <p:sp>
        <p:nvSpPr>
          <p:cNvPr id="180" name="TextBox 179"/>
          <p:cNvSpPr txBox="1"/>
          <p:nvPr/>
        </p:nvSpPr>
        <p:spPr>
          <a:xfrm>
            <a:off x="6319637" y="3571721"/>
            <a:ext cx="1330707" cy="244362"/>
          </a:xfrm>
          <a:prstGeom prst="rect">
            <a:avLst/>
          </a:prstGeom>
          <a:noFill/>
        </p:spPr>
        <p:txBody>
          <a:bodyPr wrap="square" lIns="68573" tIns="0" rIns="68573" bIns="0" rtlCol="0" anchor="t">
            <a:spAutoFit/>
          </a:bodyPr>
          <a:lstStyle/>
          <a:p>
            <a:pPr algn="ctr">
              <a:lnSpc>
                <a:spcPct val="150000"/>
              </a:lnSpc>
            </a:pPr>
            <a:r>
              <a:rPr lang="zh-CN" altLang="en-US" sz="1200" dirty="0">
                <a:solidFill>
                  <a:schemeClr val="tx1">
                    <a:lumMod val="75000"/>
                    <a:lumOff val="25000"/>
                  </a:schemeClr>
                </a:solidFill>
                <a:latin typeface="微软雅黑" pitchFamily="34" charset="-122"/>
                <a:ea typeface="微软雅黑" pitchFamily="34" charset="-122"/>
                <a:cs typeface="华文黑体" pitchFamily="2" charset="-122"/>
              </a:rPr>
              <a:t>添加标题</a:t>
            </a:r>
          </a:p>
        </p:txBody>
      </p:sp>
    </p:spTree>
    <p:extLst>
      <p:ext uri="{BB962C8B-B14F-4D97-AF65-F5344CB8AC3E}">
        <p14:creationId xmlns:p14="http://schemas.microsoft.com/office/powerpoint/2010/main" val="296311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fill="hold"/>
                                        <p:tgtEl>
                                          <p:spTgt spid="83"/>
                                        </p:tgtEl>
                                        <p:attrNameLst>
                                          <p:attrName>ppt_x</p:attrName>
                                        </p:attrNameLst>
                                      </p:cBhvr>
                                      <p:tavLst>
                                        <p:tav tm="0">
                                          <p:val>
                                            <p:strVal val="0-#ppt_w/2"/>
                                          </p:val>
                                        </p:tav>
                                        <p:tav tm="100000">
                                          <p:val>
                                            <p:strVal val="#ppt_x"/>
                                          </p:val>
                                        </p:tav>
                                      </p:tavLst>
                                    </p:anim>
                                    <p:anim calcmode="lin" valueType="num">
                                      <p:cBhvr additive="base">
                                        <p:cTn id="8" dur="500" fill="hold"/>
                                        <p:tgtEl>
                                          <p:spTgt spid="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50"/>
                                        </p:tgtEl>
                                        <p:attrNameLst>
                                          <p:attrName>style.visibility</p:attrName>
                                        </p:attrNameLst>
                                      </p:cBhvr>
                                      <p:to>
                                        <p:strVal val="visible"/>
                                      </p:to>
                                    </p:set>
                                    <p:anim calcmode="lin" valueType="num">
                                      <p:cBhvr additive="base">
                                        <p:cTn id="12" dur="500" fill="hold"/>
                                        <p:tgtEl>
                                          <p:spTgt spid="150"/>
                                        </p:tgtEl>
                                        <p:attrNameLst>
                                          <p:attrName>ppt_x</p:attrName>
                                        </p:attrNameLst>
                                      </p:cBhvr>
                                      <p:tavLst>
                                        <p:tav tm="0">
                                          <p:val>
                                            <p:strVal val="1+#ppt_w/2"/>
                                          </p:val>
                                        </p:tav>
                                        <p:tav tm="100000">
                                          <p:val>
                                            <p:strVal val="#ppt_x"/>
                                          </p:val>
                                        </p:tav>
                                      </p:tavLst>
                                    </p:anim>
                                    <p:anim calcmode="lin" valueType="num">
                                      <p:cBhvr additive="base">
                                        <p:cTn id="13" dur="500" fill="hold"/>
                                        <p:tgtEl>
                                          <p:spTgt spid="15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4" presetClass="entr" presetSubtype="10" fill="hold" grpId="0" nodeType="afterEffect">
                                  <p:stCondLst>
                                    <p:cond delay="0"/>
                                  </p:stCondLst>
                                  <p:childTnLst>
                                    <p:set>
                                      <p:cBhvr>
                                        <p:cTn id="16" dur="1" fill="hold">
                                          <p:stCondLst>
                                            <p:cond delay="0"/>
                                          </p:stCondLst>
                                        </p:cTn>
                                        <p:tgtEl>
                                          <p:spTgt spid="152"/>
                                        </p:tgtEl>
                                        <p:attrNameLst>
                                          <p:attrName>style.visibility</p:attrName>
                                        </p:attrNameLst>
                                      </p:cBhvr>
                                      <p:to>
                                        <p:strVal val="visible"/>
                                      </p:to>
                                    </p:set>
                                    <p:animEffect transition="in" filter="randombar(horizontal)">
                                      <p:cBhvr>
                                        <p:cTn id="17" dur="300"/>
                                        <p:tgtEl>
                                          <p:spTgt spid="152"/>
                                        </p:tgtEl>
                                      </p:cBhvr>
                                    </p:animEffect>
                                  </p:childTnLst>
                                </p:cTn>
                              </p:par>
                            </p:childTnLst>
                          </p:cTn>
                        </p:par>
                        <p:par>
                          <p:cTn id="18" fill="hold">
                            <p:stCondLst>
                              <p:cond delay="1300"/>
                            </p:stCondLst>
                            <p:childTnLst>
                              <p:par>
                                <p:cTn id="19" presetID="22" presetClass="entr" presetSubtype="2" fill="hold" grpId="0" nodeType="afterEffect">
                                  <p:stCondLst>
                                    <p:cond delay="0"/>
                                  </p:stCondLst>
                                  <p:childTnLst>
                                    <p:set>
                                      <p:cBhvr>
                                        <p:cTn id="20" dur="1" fill="hold">
                                          <p:stCondLst>
                                            <p:cond delay="0"/>
                                          </p:stCondLst>
                                        </p:cTn>
                                        <p:tgtEl>
                                          <p:spTgt spid="151"/>
                                        </p:tgtEl>
                                        <p:attrNameLst>
                                          <p:attrName>style.visibility</p:attrName>
                                        </p:attrNameLst>
                                      </p:cBhvr>
                                      <p:to>
                                        <p:strVal val="visible"/>
                                      </p:to>
                                    </p:set>
                                    <p:animEffect transition="in" filter="wipe(right)">
                                      <p:cBhvr>
                                        <p:cTn id="21" dur="300"/>
                                        <p:tgtEl>
                                          <p:spTgt spid="151"/>
                                        </p:tgtEl>
                                      </p:cBhvr>
                                    </p:animEffect>
                                  </p:childTnLst>
                                </p:cTn>
                              </p:par>
                            </p:childTnLst>
                          </p:cTn>
                        </p:par>
                        <p:par>
                          <p:cTn id="22" fill="hold">
                            <p:stCondLst>
                              <p:cond delay="1600"/>
                            </p:stCondLst>
                            <p:childTnLst>
                              <p:par>
                                <p:cTn id="23" presetID="21" presetClass="entr" presetSubtype="1" fill="hold" grpId="0" nodeType="after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wheel(1)">
                                      <p:cBhvr>
                                        <p:cTn id="25" dur="500"/>
                                        <p:tgtEl>
                                          <p:spTgt spid="84"/>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wheel(1)">
                                      <p:cBhvr>
                                        <p:cTn id="28" dur="500"/>
                                        <p:tgtEl>
                                          <p:spTgt spid="86"/>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wheel(1)">
                                      <p:cBhvr>
                                        <p:cTn id="31" dur="500"/>
                                        <p:tgtEl>
                                          <p:spTgt spid="87"/>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88"/>
                                        </p:tgtEl>
                                        <p:attrNameLst>
                                          <p:attrName>style.visibility</p:attrName>
                                        </p:attrNameLst>
                                      </p:cBhvr>
                                      <p:to>
                                        <p:strVal val="visible"/>
                                      </p:to>
                                    </p:set>
                                    <p:animEffect transition="in" filter="wheel(1)">
                                      <p:cBhvr>
                                        <p:cTn id="34" dur="500"/>
                                        <p:tgtEl>
                                          <p:spTgt spid="88"/>
                                        </p:tgtEl>
                                      </p:cBhvr>
                                    </p:animEffect>
                                  </p:childTnLst>
                                </p:cTn>
                              </p:par>
                              <p:par>
                                <p:cTn id="35" presetID="21" presetClass="entr" presetSubtype="1"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heel(1)">
                                      <p:cBhvr>
                                        <p:cTn id="37" dur="500"/>
                                        <p:tgtEl>
                                          <p:spTgt spid="2"/>
                                        </p:tgtEl>
                                      </p:cBhvr>
                                    </p:animEffect>
                                  </p:childTnLst>
                                </p:cTn>
                              </p:par>
                              <p:par>
                                <p:cTn id="38" presetID="21" presetClass="entr" presetSubtype="1"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heel(1)">
                                      <p:cBhvr>
                                        <p:cTn id="40" dur="500"/>
                                        <p:tgtEl>
                                          <p:spTgt spid="3"/>
                                        </p:tgtEl>
                                      </p:cBhvr>
                                    </p:animEffect>
                                  </p:childTnLst>
                                </p:cTn>
                              </p:par>
                              <p:par>
                                <p:cTn id="41" presetID="21" presetClass="entr" presetSubtype="1" fill="hold" nodeType="with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heel(1)">
                                      <p:cBhvr>
                                        <p:cTn id="43" dur="500"/>
                                        <p:tgtEl>
                                          <p:spTgt spid="4"/>
                                        </p:tgtEl>
                                      </p:cBhvr>
                                    </p:animEffect>
                                  </p:childTnLst>
                                </p:cTn>
                              </p:par>
                              <p:par>
                                <p:cTn id="44" presetID="21" presetClass="entr" presetSubtype="1" fill="hold"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heel(1)">
                                      <p:cBhvr>
                                        <p:cTn id="46" dur="500"/>
                                        <p:tgtEl>
                                          <p:spTgt spid="5"/>
                                        </p:tgtEl>
                                      </p:cBhvr>
                                    </p:animEffect>
                                  </p:childTnLst>
                                </p:cTn>
                              </p:par>
                            </p:childTnLst>
                          </p:cTn>
                        </p:par>
                        <p:par>
                          <p:cTn id="47" fill="hold">
                            <p:stCondLst>
                              <p:cond delay="2100"/>
                            </p:stCondLst>
                            <p:childTnLst>
                              <p:par>
                                <p:cTn id="48" presetID="42" presetClass="entr" presetSubtype="0" fill="hold" grpId="0" nodeType="afterEffect">
                                  <p:stCondLst>
                                    <p:cond delay="0"/>
                                  </p:stCondLst>
                                  <p:childTnLst>
                                    <p:set>
                                      <p:cBhvr>
                                        <p:cTn id="49" dur="1" fill="hold">
                                          <p:stCondLst>
                                            <p:cond delay="0"/>
                                          </p:stCondLst>
                                        </p:cTn>
                                        <p:tgtEl>
                                          <p:spTgt spid="174"/>
                                        </p:tgtEl>
                                        <p:attrNameLst>
                                          <p:attrName>style.visibility</p:attrName>
                                        </p:attrNameLst>
                                      </p:cBhvr>
                                      <p:to>
                                        <p:strVal val="visible"/>
                                      </p:to>
                                    </p:set>
                                    <p:animEffect transition="in" filter="fade">
                                      <p:cBhvr>
                                        <p:cTn id="50" dur="500"/>
                                        <p:tgtEl>
                                          <p:spTgt spid="174"/>
                                        </p:tgtEl>
                                      </p:cBhvr>
                                    </p:animEffect>
                                    <p:anim calcmode="lin" valueType="num">
                                      <p:cBhvr>
                                        <p:cTn id="51" dur="500" fill="hold"/>
                                        <p:tgtEl>
                                          <p:spTgt spid="174"/>
                                        </p:tgtEl>
                                        <p:attrNameLst>
                                          <p:attrName>ppt_x</p:attrName>
                                        </p:attrNameLst>
                                      </p:cBhvr>
                                      <p:tavLst>
                                        <p:tav tm="0">
                                          <p:val>
                                            <p:strVal val="#ppt_x"/>
                                          </p:val>
                                        </p:tav>
                                        <p:tav tm="100000">
                                          <p:val>
                                            <p:strVal val="#ppt_x"/>
                                          </p:val>
                                        </p:tav>
                                      </p:tavLst>
                                    </p:anim>
                                    <p:anim calcmode="lin" valueType="num">
                                      <p:cBhvr>
                                        <p:cTn id="52" dur="500" fill="hold"/>
                                        <p:tgtEl>
                                          <p:spTgt spid="17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76"/>
                                        </p:tgtEl>
                                        <p:attrNameLst>
                                          <p:attrName>style.visibility</p:attrName>
                                        </p:attrNameLst>
                                      </p:cBhvr>
                                      <p:to>
                                        <p:strVal val="visible"/>
                                      </p:to>
                                    </p:set>
                                    <p:animEffect transition="in" filter="fade">
                                      <p:cBhvr>
                                        <p:cTn id="55" dur="500"/>
                                        <p:tgtEl>
                                          <p:spTgt spid="176"/>
                                        </p:tgtEl>
                                      </p:cBhvr>
                                    </p:animEffect>
                                    <p:anim calcmode="lin" valueType="num">
                                      <p:cBhvr>
                                        <p:cTn id="56" dur="500" fill="hold"/>
                                        <p:tgtEl>
                                          <p:spTgt spid="176"/>
                                        </p:tgtEl>
                                        <p:attrNameLst>
                                          <p:attrName>ppt_x</p:attrName>
                                        </p:attrNameLst>
                                      </p:cBhvr>
                                      <p:tavLst>
                                        <p:tav tm="0">
                                          <p:val>
                                            <p:strVal val="#ppt_x"/>
                                          </p:val>
                                        </p:tav>
                                        <p:tav tm="100000">
                                          <p:val>
                                            <p:strVal val="#ppt_x"/>
                                          </p:val>
                                        </p:tav>
                                      </p:tavLst>
                                    </p:anim>
                                    <p:anim calcmode="lin" valueType="num">
                                      <p:cBhvr>
                                        <p:cTn id="57" dur="500" fill="hold"/>
                                        <p:tgtEl>
                                          <p:spTgt spid="17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78"/>
                                        </p:tgtEl>
                                        <p:attrNameLst>
                                          <p:attrName>style.visibility</p:attrName>
                                        </p:attrNameLst>
                                      </p:cBhvr>
                                      <p:to>
                                        <p:strVal val="visible"/>
                                      </p:to>
                                    </p:set>
                                    <p:animEffect transition="in" filter="fade">
                                      <p:cBhvr>
                                        <p:cTn id="60" dur="500"/>
                                        <p:tgtEl>
                                          <p:spTgt spid="178"/>
                                        </p:tgtEl>
                                      </p:cBhvr>
                                    </p:animEffect>
                                    <p:anim calcmode="lin" valueType="num">
                                      <p:cBhvr>
                                        <p:cTn id="61" dur="500" fill="hold"/>
                                        <p:tgtEl>
                                          <p:spTgt spid="178"/>
                                        </p:tgtEl>
                                        <p:attrNameLst>
                                          <p:attrName>ppt_x</p:attrName>
                                        </p:attrNameLst>
                                      </p:cBhvr>
                                      <p:tavLst>
                                        <p:tav tm="0">
                                          <p:val>
                                            <p:strVal val="#ppt_x"/>
                                          </p:val>
                                        </p:tav>
                                        <p:tav tm="100000">
                                          <p:val>
                                            <p:strVal val="#ppt_x"/>
                                          </p:val>
                                        </p:tav>
                                      </p:tavLst>
                                    </p:anim>
                                    <p:anim calcmode="lin" valueType="num">
                                      <p:cBhvr>
                                        <p:cTn id="62" dur="500" fill="hold"/>
                                        <p:tgtEl>
                                          <p:spTgt spid="178"/>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80"/>
                                        </p:tgtEl>
                                        <p:attrNameLst>
                                          <p:attrName>style.visibility</p:attrName>
                                        </p:attrNameLst>
                                      </p:cBhvr>
                                      <p:to>
                                        <p:strVal val="visible"/>
                                      </p:to>
                                    </p:set>
                                    <p:animEffect transition="in" filter="fade">
                                      <p:cBhvr>
                                        <p:cTn id="65" dur="500"/>
                                        <p:tgtEl>
                                          <p:spTgt spid="180"/>
                                        </p:tgtEl>
                                      </p:cBhvr>
                                    </p:animEffect>
                                    <p:anim calcmode="lin" valueType="num">
                                      <p:cBhvr>
                                        <p:cTn id="66" dur="500" fill="hold"/>
                                        <p:tgtEl>
                                          <p:spTgt spid="180"/>
                                        </p:tgtEl>
                                        <p:attrNameLst>
                                          <p:attrName>ppt_x</p:attrName>
                                        </p:attrNameLst>
                                      </p:cBhvr>
                                      <p:tavLst>
                                        <p:tav tm="0">
                                          <p:val>
                                            <p:strVal val="#ppt_x"/>
                                          </p:val>
                                        </p:tav>
                                        <p:tav tm="100000">
                                          <p:val>
                                            <p:strVal val="#ppt_x"/>
                                          </p:val>
                                        </p:tav>
                                      </p:tavLst>
                                    </p:anim>
                                    <p:anim calcmode="lin" valueType="num">
                                      <p:cBhvr>
                                        <p:cTn id="67" dur="500" fill="hold"/>
                                        <p:tgtEl>
                                          <p:spTgt spid="180"/>
                                        </p:tgtEl>
                                        <p:attrNameLst>
                                          <p:attrName>ppt_y</p:attrName>
                                        </p:attrNameLst>
                                      </p:cBhvr>
                                      <p:tavLst>
                                        <p:tav tm="0">
                                          <p:val>
                                            <p:strVal val="#ppt_y+.1"/>
                                          </p:val>
                                        </p:tav>
                                        <p:tav tm="100000">
                                          <p:val>
                                            <p:strVal val="#ppt_y"/>
                                          </p:val>
                                        </p:tav>
                                      </p:tavLst>
                                    </p:anim>
                                  </p:childTnLst>
                                </p:cTn>
                              </p:par>
                            </p:childTnLst>
                          </p:cTn>
                        </p:par>
                        <p:par>
                          <p:cTn id="68" fill="hold">
                            <p:stCondLst>
                              <p:cond delay="2600"/>
                            </p:stCondLst>
                            <p:childTnLst>
                              <p:par>
                                <p:cTn id="69" presetID="14" presetClass="entr" presetSubtype="10" fill="hold" grpId="0" nodeType="afterEffect">
                                  <p:stCondLst>
                                    <p:cond delay="0"/>
                                  </p:stCondLst>
                                  <p:childTnLst>
                                    <p:set>
                                      <p:cBhvr>
                                        <p:cTn id="70" dur="1" fill="hold">
                                          <p:stCondLst>
                                            <p:cond delay="0"/>
                                          </p:stCondLst>
                                        </p:cTn>
                                        <p:tgtEl>
                                          <p:spTgt spid="153"/>
                                        </p:tgtEl>
                                        <p:attrNameLst>
                                          <p:attrName>style.visibility</p:attrName>
                                        </p:attrNameLst>
                                      </p:cBhvr>
                                      <p:to>
                                        <p:strVal val="visible"/>
                                      </p:to>
                                    </p:set>
                                    <p:animEffect transition="in" filter="randombar(horizontal)">
                                      <p:cBhvr>
                                        <p:cTn id="71" dur="500"/>
                                        <p:tgtEl>
                                          <p:spTgt spid="153"/>
                                        </p:tgtEl>
                                      </p:cBhvr>
                                    </p:animEffect>
                                  </p:childTnLst>
                                </p:cTn>
                              </p:par>
                              <p:par>
                                <p:cTn id="72" presetID="14" presetClass="entr" presetSubtype="10" fill="hold" grpId="0" nodeType="withEffect">
                                  <p:stCondLst>
                                    <p:cond delay="0"/>
                                  </p:stCondLst>
                                  <p:childTnLst>
                                    <p:set>
                                      <p:cBhvr>
                                        <p:cTn id="73" dur="1" fill="hold">
                                          <p:stCondLst>
                                            <p:cond delay="0"/>
                                          </p:stCondLst>
                                        </p:cTn>
                                        <p:tgtEl>
                                          <p:spTgt spid="175"/>
                                        </p:tgtEl>
                                        <p:attrNameLst>
                                          <p:attrName>style.visibility</p:attrName>
                                        </p:attrNameLst>
                                      </p:cBhvr>
                                      <p:to>
                                        <p:strVal val="visible"/>
                                      </p:to>
                                    </p:set>
                                    <p:animEffect transition="in" filter="randombar(horizontal)">
                                      <p:cBhvr>
                                        <p:cTn id="74" dur="500"/>
                                        <p:tgtEl>
                                          <p:spTgt spid="175"/>
                                        </p:tgtEl>
                                      </p:cBhvr>
                                    </p:animEffect>
                                  </p:childTnLst>
                                </p:cTn>
                              </p:par>
                              <p:par>
                                <p:cTn id="75" presetID="14" presetClass="entr" presetSubtype="10" fill="hold" grpId="0" nodeType="withEffect">
                                  <p:stCondLst>
                                    <p:cond delay="0"/>
                                  </p:stCondLst>
                                  <p:childTnLst>
                                    <p:set>
                                      <p:cBhvr>
                                        <p:cTn id="76" dur="1" fill="hold">
                                          <p:stCondLst>
                                            <p:cond delay="0"/>
                                          </p:stCondLst>
                                        </p:cTn>
                                        <p:tgtEl>
                                          <p:spTgt spid="177"/>
                                        </p:tgtEl>
                                        <p:attrNameLst>
                                          <p:attrName>style.visibility</p:attrName>
                                        </p:attrNameLst>
                                      </p:cBhvr>
                                      <p:to>
                                        <p:strVal val="visible"/>
                                      </p:to>
                                    </p:set>
                                    <p:animEffect transition="in" filter="randombar(horizontal)">
                                      <p:cBhvr>
                                        <p:cTn id="77" dur="500"/>
                                        <p:tgtEl>
                                          <p:spTgt spid="177"/>
                                        </p:tgtEl>
                                      </p:cBhvr>
                                    </p:animEffect>
                                  </p:childTnLst>
                                </p:cTn>
                              </p:par>
                              <p:par>
                                <p:cTn id="78" presetID="14" presetClass="entr" presetSubtype="10" fill="hold" grpId="0" nodeType="withEffect">
                                  <p:stCondLst>
                                    <p:cond delay="0"/>
                                  </p:stCondLst>
                                  <p:childTnLst>
                                    <p:set>
                                      <p:cBhvr>
                                        <p:cTn id="79" dur="1" fill="hold">
                                          <p:stCondLst>
                                            <p:cond delay="0"/>
                                          </p:stCondLst>
                                        </p:cTn>
                                        <p:tgtEl>
                                          <p:spTgt spid="179"/>
                                        </p:tgtEl>
                                        <p:attrNameLst>
                                          <p:attrName>style.visibility</p:attrName>
                                        </p:attrNameLst>
                                      </p:cBhvr>
                                      <p:to>
                                        <p:strVal val="visible"/>
                                      </p:to>
                                    </p:set>
                                    <p:animEffect transition="in" filter="randombar(horizontal)">
                                      <p:cBhvr>
                                        <p:cTn id="80"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86" grpId="0" animBg="1"/>
      <p:bldP spid="87" grpId="0" animBg="1"/>
      <p:bldP spid="88" grpId="0" animBg="1"/>
      <p:bldP spid="150" grpId="0" animBg="1"/>
      <p:bldP spid="151" grpId="0"/>
      <p:bldP spid="152" grpId="0"/>
      <p:bldP spid="153" grpId="0"/>
      <p:bldP spid="174" grpId="0"/>
      <p:bldP spid="175" grpId="0"/>
      <p:bldP spid="176" grpId="0"/>
      <p:bldP spid="177" grpId="0"/>
      <p:bldP spid="178" grpId="0"/>
      <p:bldP spid="179" grpId="0"/>
      <p:bldP spid="18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 Diagonal Corner Rectangle 6"/>
          <p:cNvSpPr/>
          <p:nvPr/>
        </p:nvSpPr>
        <p:spPr>
          <a:xfrm flipV="1">
            <a:off x="2464091" y="2934243"/>
            <a:ext cx="2057549" cy="1617580"/>
          </a:xfrm>
          <a:prstGeom prst="round2DiagRect">
            <a:avLst>
              <a:gd name="adj1" fmla="val 30369"/>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sp>
        <p:nvSpPr>
          <p:cNvPr id="14" name="Round Diagonal Corner Rectangle 13"/>
          <p:cNvSpPr/>
          <p:nvPr/>
        </p:nvSpPr>
        <p:spPr>
          <a:xfrm flipH="1" flipV="1">
            <a:off x="4622360" y="2934243"/>
            <a:ext cx="2057549" cy="1617580"/>
          </a:xfrm>
          <a:prstGeom prst="round2DiagRect">
            <a:avLst>
              <a:gd name="adj1" fmla="val 30369"/>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sz="900">
              <a:solidFill>
                <a:schemeClr val="tx1">
                  <a:lumMod val="50000"/>
                  <a:lumOff val="50000"/>
                </a:schemeClr>
              </a:solidFill>
              <a:latin typeface="微软雅黑" pitchFamily="34" charset="-122"/>
              <a:ea typeface="微软雅黑" pitchFamily="34" charset="-122"/>
            </a:endParaRPr>
          </a:p>
        </p:txBody>
      </p:sp>
      <p:sp>
        <p:nvSpPr>
          <p:cNvPr id="20" name="Round Diagonal Corner Rectangle 19"/>
          <p:cNvSpPr/>
          <p:nvPr/>
        </p:nvSpPr>
        <p:spPr>
          <a:xfrm flipH="1">
            <a:off x="4622360" y="1224491"/>
            <a:ext cx="2057549" cy="1617580"/>
          </a:xfrm>
          <a:prstGeom prst="round2DiagRect">
            <a:avLst>
              <a:gd name="adj1" fmla="val 30369"/>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sp>
        <p:nvSpPr>
          <p:cNvPr id="26" name="Round Diagonal Corner Rectangle 25"/>
          <p:cNvSpPr/>
          <p:nvPr/>
        </p:nvSpPr>
        <p:spPr>
          <a:xfrm>
            <a:off x="2464091" y="1224491"/>
            <a:ext cx="2057549" cy="1617580"/>
          </a:xfrm>
          <a:prstGeom prst="round2DiagRect">
            <a:avLst>
              <a:gd name="adj1" fmla="val 30369"/>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GB"/>
          </a:p>
        </p:txBody>
      </p:sp>
      <p:grpSp>
        <p:nvGrpSpPr>
          <p:cNvPr id="2" name="Group 28"/>
          <p:cNvGrpSpPr/>
          <p:nvPr/>
        </p:nvGrpSpPr>
        <p:grpSpPr>
          <a:xfrm>
            <a:off x="3836963" y="2152893"/>
            <a:ext cx="1470074" cy="1470527"/>
            <a:chOff x="5115951" y="2869638"/>
            <a:chExt cx="1960098" cy="1960098"/>
          </a:xfrm>
        </p:grpSpPr>
        <p:sp>
          <p:nvSpPr>
            <p:cNvPr id="30" name="Oval 29"/>
            <p:cNvSpPr/>
            <p:nvPr/>
          </p:nvSpPr>
          <p:spPr>
            <a:xfrm>
              <a:off x="5115951" y="2869638"/>
              <a:ext cx="1960098" cy="1960098"/>
            </a:xfrm>
            <a:prstGeom prst="ellipse">
              <a:avLst/>
            </a:prstGeom>
            <a:solidFill>
              <a:schemeClr val="bg1">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eform 30"/>
            <p:cNvSpPr>
              <a:spLocks noEditPoints="1"/>
            </p:cNvSpPr>
            <p:nvPr/>
          </p:nvSpPr>
          <p:spPr bwMode="auto">
            <a:xfrm>
              <a:off x="5803263" y="3214932"/>
              <a:ext cx="585475" cy="598562"/>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TextBox 31"/>
            <p:cNvSpPr txBox="1"/>
            <p:nvPr/>
          </p:nvSpPr>
          <p:spPr>
            <a:xfrm>
              <a:off x="5653111" y="3876342"/>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5" name="Group 32"/>
          <p:cNvGrpSpPr/>
          <p:nvPr/>
        </p:nvGrpSpPr>
        <p:grpSpPr>
          <a:xfrm>
            <a:off x="215901" y="3254511"/>
            <a:ext cx="2212446" cy="769076"/>
            <a:chOff x="8716043" y="2874497"/>
            <a:chExt cx="3070021" cy="1025118"/>
          </a:xfrm>
        </p:grpSpPr>
        <p:sp>
          <p:nvSpPr>
            <p:cNvPr id="34" name="TextBox 33"/>
            <p:cNvSpPr txBox="1"/>
            <p:nvPr/>
          </p:nvSpPr>
          <p:spPr>
            <a:xfrm>
              <a:off x="8716043" y="3222716"/>
              <a:ext cx="3070021" cy="676899"/>
            </a:xfrm>
            <a:prstGeom prst="rect">
              <a:avLst/>
            </a:prstGeom>
            <a:noFill/>
          </p:spPr>
          <p:txBody>
            <a:bodyPr wrap="square" rtlCol="0">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35" name="TextBox 34"/>
            <p:cNvSpPr txBox="1"/>
            <p:nvPr/>
          </p:nvSpPr>
          <p:spPr>
            <a:xfrm>
              <a:off x="10424880" y="2874497"/>
              <a:ext cx="1110395"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 name="Group 35"/>
          <p:cNvGrpSpPr/>
          <p:nvPr/>
        </p:nvGrpSpPr>
        <p:grpSpPr>
          <a:xfrm>
            <a:off x="215515" y="1577505"/>
            <a:ext cx="2212446" cy="769076"/>
            <a:chOff x="8716043" y="2874497"/>
            <a:chExt cx="3070021" cy="1025118"/>
          </a:xfrm>
        </p:grpSpPr>
        <p:sp>
          <p:nvSpPr>
            <p:cNvPr id="37" name="TextBox 36"/>
            <p:cNvSpPr txBox="1"/>
            <p:nvPr/>
          </p:nvSpPr>
          <p:spPr>
            <a:xfrm>
              <a:off x="8716043" y="3222716"/>
              <a:ext cx="3070021" cy="676899"/>
            </a:xfrm>
            <a:prstGeom prst="rect">
              <a:avLst/>
            </a:prstGeom>
            <a:noFill/>
          </p:spPr>
          <p:txBody>
            <a:bodyPr wrap="square" rtlCol="0">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tx1">
                      <a:lumMod val="50000"/>
                      <a:lumOff val="50000"/>
                    </a:schemeClr>
                  </a:solidFill>
                  <a:latin typeface="微软雅黑" pitchFamily="34" charset="-122"/>
                  <a:ea typeface="微软雅黑" pitchFamily="34" charset="-122"/>
                </a:rPr>
                <a:t> </a:t>
              </a:r>
            </a:p>
          </p:txBody>
        </p:sp>
        <p:sp>
          <p:nvSpPr>
            <p:cNvPr id="38" name="TextBox 37"/>
            <p:cNvSpPr txBox="1"/>
            <p:nvPr/>
          </p:nvSpPr>
          <p:spPr>
            <a:xfrm>
              <a:off x="10516784" y="2874497"/>
              <a:ext cx="1110395"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8" name="Group 38"/>
          <p:cNvGrpSpPr/>
          <p:nvPr/>
        </p:nvGrpSpPr>
        <p:grpSpPr>
          <a:xfrm>
            <a:off x="6769839" y="3254511"/>
            <a:ext cx="2198315" cy="769079"/>
            <a:chOff x="8596287" y="2874494"/>
            <a:chExt cx="2931087" cy="1025121"/>
          </a:xfrm>
        </p:grpSpPr>
        <p:sp>
          <p:nvSpPr>
            <p:cNvPr id="40" name="TextBox 39"/>
            <p:cNvSpPr txBox="1"/>
            <p:nvPr/>
          </p:nvSpPr>
          <p:spPr>
            <a:xfrm>
              <a:off x="8596287" y="3222716"/>
              <a:ext cx="2931087" cy="676899"/>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41" name="TextBox 40"/>
            <p:cNvSpPr txBox="1"/>
            <p:nvPr/>
          </p:nvSpPr>
          <p:spPr>
            <a:xfrm>
              <a:off x="8796128" y="2874494"/>
              <a:ext cx="1066959"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9" name="Group 41"/>
          <p:cNvGrpSpPr/>
          <p:nvPr/>
        </p:nvGrpSpPr>
        <p:grpSpPr>
          <a:xfrm>
            <a:off x="6780629" y="1554106"/>
            <a:ext cx="2084003" cy="769075"/>
            <a:chOff x="8596287" y="2874498"/>
            <a:chExt cx="2778670" cy="1025117"/>
          </a:xfrm>
        </p:grpSpPr>
        <p:sp>
          <p:nvSpPr>
            <p:cNvPr id="43" name="TextBox 42"/>
            <p:cNvSpPr txBox="1"/>
            <p:nvPr/>
          </p:nvSpPr>
          <p:spPr>
            <a:xfrm>
              <a:off x="8596287" y="3222716"/>
              <a:ext cx="2778670" cy="676899"/>
            </a:xfrm>
            <a:prstGeom prst="rect">
              <a:avLst/>
            </a:prstGeom>
            <a:noFill/>
          </p:spPr>
          <p:txBody>
            <a:bodyPr wrap="square" rtlCol="0">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tx1">
                      <a:lumMod val="50000"/>
                      <a:lumOff val="50000"/>
                    </a:schemeClr>
                  </a:solidFill>
                  <a:latin typeface="微软雅黑" pitchFamily="34" charset="-122"/>
                  <a:ea typeface="微软雅黑" pitchFamily="34" charset="-122"/>
                </a:rPr>
                <a:t>, </a:t>
              </a:r>
            </a:p>
          </p:txBody>
        </p:sp>
        <p:sp>
          <p:nvSpPr>
            <p:cNvPr id="44" name="TextBox 43"/>
            <p:cNvSpPr txBox="1"/>
            <p:nvPr/>
          </p:nvSpPr>
          <p:spPr>
            <a:xfrm>
              <a:off x="8665751" y="2874498"/>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sp>
        <p:nvSpPr>
          <p:cNvPr id="4" name="Rectangle 3"/>
          <p:cNvSpPr/>
          <p:nvPr/>
        </p:nvSpPr>
        <p:spPr>
          <a:xfrm>
            <a:off x="2583737" y="1597961"/>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bg1"/>
                </a:solidFill>
                <a:latin typeface="微软雅黑" pitchFamily="34" charset="-122"/>
                <a:ea typeface="微软雅黑" pitchFamily="34" charset="-122"/>
              </a:rPr>
              <a:t>, </a:t>
            </a:r>
          </a:p>
        </p:txBody>
      </p:sp>
      <p:sp>
        <p:nvSpPr>
          <p:cNvPr id="69" name="Rectangle 68"/>
          <p:cNvSpPr/>
          <p:nvPr/>
        </p:nvSpPr>
        <p:spPr>
          <a:xfrm>
            <a:off x="4742006" y="1597961"/>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r>
              <a:rPr lang="en-GB" sz="900" dirty="0">
                <a:solidFill>
                  <a:schemeClr val="bg1"/>
                </a:solidFill>
                <a:latin typeface="微软雅黑" pitchFamily="34" charset="-122"/>
                <a:ea typeface="微软雅黑" pitchFamily="34" charset="-122"/>
              </a:rPr>
              <a:t>, </a:t>
            </a:r>
          </a:p>
        </p:txBody>
      </p:sp>
      <p:sp>
        <p:nvSpPr>
          <p:cNvPr id="70" name="Rectangle 69"/>
          <p:cNvSpPr/>
          <p:nvPr/>
        </p:nvSpPr>
        <p:spPr>
          <a:xfrm>
            <a:off x="4742006" y="3515754"/>
            <a:ext cx="1774210" cy="484748"/>
          </a:xfrm>
          <a:prstGeom prst="rect">
            <a:avLst/>
          </a:prstGeom>
        </p:spPr>
        <p:txBody>
          <a:bodyPr wrap="square" lIns="68580" tIns="34290" rIns="68580" bIns="34290">
            <a:spAutoFit/>
          </a:bodyPr>
          <a:lstStyle/>
          <a:p>
            <a:pPr algn="just"/>
            <a:r>
              <a:rPr lang="zh-CN" altLang="en-US" sz="900" dirty="0">
                <a:solidFill>
                  <a:schemeClr val="bg1"/>
                </a:solidFill>
              </a:rPr>
              <a:t>在此框中选择粘贴，并选择只保留文字。您的内容打在这里，或者通过复制您的文本后</a:t>
            </a:r>
            <a:endParaRPr lang="en-GB" sz="900" dirty="0">
              <a:solidFill>
                <a:schemeClr val="bg1"/>
              </a:solidFill>
            </a:endParaRPr>
          </a:p>
        </p:txBody>
      </p:sp>
      <p:sp>
        <p:nvSpPr>
          <p:cNvPr id="71" name="Rectangle 70"/>
          <p:cNvSpPr/>
          <p:nvPr/>
        </p:nvSpPr>
        <p:spPr>
          <a:xfrm>
            <a:off x="2583737" y="3515754"/>
            <a:ext cx="1774210" cy="484748"/>
          </a:xfrm>
          <a:prstGeom prst="rect">
            <a:avLst/>
          </a:prstGeom>
        </p:spPr>
        <p:txBody>
          <a:bodyPr wrap="square" lIns="68580" tIns="34290" rIns="68580" bIns="34290">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8101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2000">
        <p159:morph option="byObject"/>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ppt_x</p:attrName>
                                        </p:attrNameLst>
                                      </p:cBhvr>
                                      <p:tavLst>
                                        <p:tav tm="0">
                                          <p:val>
                                            <p:strVal val="#ppt_x-#ppt_w*1.125000"/>
                                          </p:val>
                                        </p:tav>
                                        <p:tav tm="100000">
                                          <p:val>
                                            <p:strVal val="#ppt_x"/>
                                          </p:val>
                                        </p:tav>
                                      </p:tavLst>
                                    </p:anim>
                                    <p:animEffect transition="in" filter="wipe(right)">
                                      <p:cBhvr>
                                        <p:cTn id="13" dur="500"/>
                                        <p:tgtEl>
                                          <p:spTgt spid="9"/>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p:tgtEl>
                                          <p:spTgt spid="8"/>
                                        </p:tgtEl>
                                        <p:attrNameLst>
                                          <p:attrName>ppt_x</p:attrName>
                                        </p:attrNameLst>
                                      </p:cBhvr>
                                      <p:tavLst>
                                        <p:tav tm="0">
                                          <p:val>
                                            <p:strVal val="#ppt_x-#ppt_w*1.125000"/>
                                          </p:val>
                                        </p:tav>
                                        <p:tav tm="100000">
                                          <p:val>
                                            <p:strVal val="#ppt_x"/>
                                          </p:val>
                                        </p:tav>
                                      </p:tavLst>
                                    </p:anim>
                                    <p:animEffect transition="in" filter="wipe(right)">
                                      <p:cBhvr>
                                        <p:cTn id="18" dur="500"/>
                                        <p:tgtEl>
                                          <p:spTgt spid="8"/>
                                        </p:tgtEl>
                                      </p:cBhvr>
                                    </p:animEffect>
                                  </p:childTnLst>
                                </p:cTn>
                              </p:par>
                            </p:childTnLst>
                          </p:cTn>
                        </p:par>
                        <p:par>
                          <p:cTn id="19" fill="hold">
                            <p:stCondLst>
                              <p:cond delay="1500"/>
                            </p:stCondLst>
                            <p:childTnLst>
                              <p:par>
                                <p:cTn id="20" presetID="1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p:tgtEl>
                                          <p:spTgt spid="5"/>
                                        </p:tgtEl>
                                        <p:attrNameLst>
                                          <p:attrName>ppt_x</p:attrName>
                                        </p:attrNameLst>
                                      </p:cBhvr>
                                      <p:tavLst>
                                        <p:tav tm="0">
                                          <p:val>
                                            <p:strVal val="#ppt_x+#ppt_w*1.125000"/>
                                          </p:val>
                                        </p:tav>
                                        <p:tav tm="100000">
                                          <p:val>
                                            <p:strVal val="#ppt_x"/>
                                          </p:val>
                                        </p:tav>
                                      </p:tavLst>
                                    </p:anim>
                                    <p:animEffect transition="in" filter="wipe(left)">
                                      <p:cBhvr>
                                        <p:cTn id="23" dur="500"/>
                                        <p:tgtEl>
                                          <p:spTgt spid="5"/>
                                        </p:tgtEl>
                                      </p:cBhvr>
                                    </p:animEffect>
                                  </p:childTnLst>
                                </p:cTn>
                              </p:par>
                            </p:childTnLst>
                          </p:cTn>
                        </p:par>
                        <p:par>
                          <p:cTn id="24" fill="hold">
                            <p:stCondLst>
                              <p:cond delay="2000"/>
                            </p:stCondLst>
                            <p:childTnLst>
                              <p:par>
                                <p:cTn id="25" presetID="37" presetClass="entr" presetSubtype="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900" decel="100000" fill="hold"/>
                                        <p:tgtEl>
                                          <p:spTgt spid="2"/>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801970"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365280"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工作完成情况</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221593"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717106"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312282493"/>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lock Arc 6"/>
          <p:cNvSpPr/>
          <p:nvPr/>
        </p:nvSpPr>
        <p:spPr>
          <a:xfrm>
            <a:off x="3137437" y="1258764"/>
            <a:ext cx="1068182" cy="1068513"/>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8" name="Block Arc 7"/>
          <p:cNvSpPr/>
          <p:nvPr/>
        </p:nvSpPr>
        <p:spPr>
          <a:xfrm rot="10800000">
            <a:off x="3137438" y="2167858"/>
            <a:ext cx="1068182" cy="1068513"/>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9" name="Block Arc 8"/>
          <p:cNvSpPr/>
          <p:nvPr/>
        </p:nvSpPr>
        <p:spPr>
          <a:xfrm>
            <a:off x="4055515" y="2174496"/>
            <a:ext cx="1068182" cy="1068513"/>
          </a:xfrm>
          <a:prstGeom prst="blockArc">
            <a:avLst>
              <a:gd name="adj1" fmla="val 10800000"/>
              <a:gd name="adj2" fmla="val 5445255"/>
              <a:gd name="adj3" fmla="val 1459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0" name="Block Arc 9"/>
          <p:cNvSpPr/>
          <p:nvPr/>
        </p:nvSpPr>
        <p:spPr>
          <a:xfrm rot="10800000">
            <a:off x="4055516" y="3091182"/>
            <a:ext cx="1068182" cy="1068513"/>
          </a:xfrm>
          <a:prstGeom prst="blockArc">
            <a:avLst>
              <a:gd name="adj1" fmla="val 10800000"/>
              <a:gd name="adj2" fmla="val 5445255"/>
              <a:gd name="adj3" fmla="val 1459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1" name="Block Arc 10"/>
          <p:cNvSpPr/>
          <p:nvPr/>
        </p:nvSpPr>
        <p:spPr>
          <a:xfrm>
            <a:off x="4966960" y="3097819"/>
            <a:ext cx="1068182" cy="1068513"/>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chemeClr val="tx1"/>
              </a:solidFill>
              <a:latin typeface="Arial" pitchFamily="34" charset="0"/>
              <a:ea typeface="微软雅黑" pitchFamily="34" charset="-122"/>
              <a:sym typeface="Arial" pitchFamily="34" charset="0"/>
            </a:endParaRPr>
          </a:p>
        </p:txBody>
      </p:sp>
      <p:sp>
        <p:nvSpPr>
          <p:cNvPr id="12" name="Oval 11"/>
          <p:cNvSpPr/>
          <p:nvPr/>
        </p:nvSpPr>
        <p:spPr>
          <a:xfrm>
            <a:off x="3419411" y="1540825"/>
            <a:ext cx="504235" cy="5043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A</a:t>
            </a:r>
          </a:p>
        </p:txBody>
      </p:sp>
      <p:sp>
        <p:nvSpPr>
          <p:cNvPr id="13" name="Oval 12"/>
          <p:cNvSpPr/>
          <p:nvPr/>
        </p:nvSpPr>
        <p:spPr>
          <a:xfrm>
            <a:off x="3422727" y="2449920"/>
            <a:ext cx="504235" cy="5043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B</a:t>
            </a:r>
          </a:p>
        </p:txBody>
      </p:sp>
      <p:sp>
        <p:nvSpPr>
          <p:cNvPr id="14" name="Oval 13"/>
          <p:cNvSpPr/>
          <p:nvPr/>
        </p:nvSpPr>
        <p:spPr>
          <a:xfrm>
            <a:off x="4340805" y="2456557"/>
            <a:ext cx="504235" cy="5043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C</a:t>
            </a:r>
          </a:p>
        </p:txBody>
      </p:sp>
      <p:sp>
        <p:nvSpPr>
          <p:cNvPr id="15" name="Oval 14"/>
          <p:cNvSpPr/>
          <p:nvPr/>
        </p:nvSpPr>
        <p:spPr>
          <a:xfrm>
            <a:off x="4340805" y="3379880"/>
            <a:ext cx="504235" cy="50439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D</a:t>
            </a:r>
          </a:p>
        </p:txBody>
      </p:sp>
      <p:sp>
        <p:nvSpPr>
          <p:cNvPr id="16" name="Oval 15"/>
          <p:cNvSpPr/>
          <p:nvPr/>
        </p:nvSpPr>
        <p:spPr>
          <a:xfrm>
            <a:off x="5245617" y="3373243"/>
            <a:ext cx="504235" cy="5043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dirty="0">
                <a:solidFill>
                  <a:schemeClr val="bg1"/>
                </a:solidFill>
                <a:latin typeface="Arial" pitchFamily="34" charset="0"/>
                <a:ea typeface="微软雅黑" pitchFamily="34" charset="-122"/>
                <a:sym typeface="Arial" pitchFamily="34" charset="0"/>
              </a:rPr>
              <a:t>E</a:t>
            </a:r>
          </a:p>
        </p:txBody>
      </p:sp>
      <p:sp>
        <p:nvSpPr>
          <p:cNvPr id="17" name="TextBox 16"/>
          <p:cNvSpPr txBox="1"/>
          <p:nvPr/>
        </p:nvSpPr>
        <p:spPr>
          <a:xfrm>
            <a:off x="4385009" y="1268780"/>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18" name="TextBox 17"/>
          <p:cNvSpPr txBox="1"/>
          <p:nvPr/>
        </p:nvSpPr>
        <p:spPr>
          <a:xfrm>
            <a:off x="5221240" y="2342388"/>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19" name="TextBox 18"/>
          <p:cNvSpPr txBox="1"/>
          <p:nvPr/>
        </p:nvSpPr>
        <p:spPr>
          <a:xfrm>
            <a:off x="6156318" y="3353914"/>
            <a:ext cx="2088479"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r>
              <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 </a:t>
            </a:r>
          </a:p>
        </p:txBody>
      </p:sp>
      <p:sp>
        <p:nvSpPr>
          <p:cNvPr id="20" name="TextBox 19"/>
          <p:cNvSpPr txBox="1"/>
          <p:nvPr/>
        </p:nvSpPr>
        <p:spPr>
          <a:xfrm>
            <a:off x="909863" y="2342388"/>
            <a:ext cx="2042397"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gn="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您的内容打在这里，或通过复制文本后在此选择粘贴并选择只保留文字</a:t>
            </a:r>
            <a:endPar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endParaRPr>
          </a:p>
        </p:txBody>
      </p:sp>
      <p:sp>
        <p:nvSpPr>
          <p:cNvPr id="21" name="TextBox 20"/>
          <p:cNvSpPr txBox="1"/>
          <p:nvPr/>
        </p:nvSpPr>
        <p:spPr>
          <a:xfrm>
            <a:off x="1779552" y="3353914"/>
            <a:ext cx="2042397" cy="669414"/>
          </a:xfrm>
          <a:prstGeom prst="rect">
            <a:avLst/>
          </a:prstGeom>
          <a:noFill/>
        </p:spPr>
        <p:txBody>
          <a:bodyPr wrap="square" lIns="68580" tIns="34290" rIns="68580" bIns="34290"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单击添加标题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a:p>
            <a:pPr algn="r">
              <a:lnSpc>
                <a:spcPct val="150000"/>
              </a:lnSpc>
            </a:pPr>
            <a:r>
              <a:rPr lang="zh-CN" alt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rPr>
              <a:t>您的内容打在这里，或通过复制文本后在此选择粘贴保留文字</a:t>
            </a:r>
            <a:endParaRPr lang="en-US" sz="900" dirty="0">
              <a:solidFill>
                <a:schemeClr val="tx1">
                  <a:lumMod val="65000"/>
                  <a:lumOff val="35000"/>
                </a:schemeClr>
              </a:solidFill>
              <a:latin typeface="Arial" pitchFamily="34" charset="0"/>
              <a:ea typeface="微软雅黑" pitchFamily="34" charset="-122"/>
              <a:cs typeface="Open Sans" panose="020B0606030504020204" pitchFamily="34" charset="0"/>
              <a:sym typeface="Arial" pitchFamily="34" charset="0"/>
            </a:endParaRPr>
          </a:p>
        </p:txBody>
      </p:sp>
    </p:spTree>
    <p:extLst>
      <p:ext uri="{BB962C8B-B14F-4D97-AF65-F5344CB8AC3E}">
        <p14:creationId xmlns:p14="http://schemas.microsoft.com/office/powerpoint/2010/main" val="870855447"/>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2500"/>
                            </p:stCondLst>
                            <p:childTnLst>
                              <p:par>
                                <p:cTn id="25" presetID="53" presetClass="entr" presetSubtype="16"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par>
                          <p:cTn id="30" fill="hold">
                            <p:stCondLst>
                              <p:cond delay="3000"/>
                            </p:stCondLst>
                            <p:childTnLst>
                              <p:par>
                                <p:cTn id="31" presetID="53" presetClass="entr" presetSubtype="16"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3500"/>
                            </p:stCondLst>
                            <p:childTnLst>
                              <p:par>
                                <p:cTn id="37" presetID="53" presetClass="entr" presetSubtype="16"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par>
                          <p:cTn id="48" fill="hold">
                            <p:stCondLst>
                              <p:cond delay="4500"/>
                            </p:stCondLst>
                            <p:childTnLst>
                              <p:par>
                                <p:cTn id="49" presetID="53" presetClass="entr" presetSubtype="16" fill="hold" grpId="0" nodeType="after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ppt_w</p:attrName>
                                        </p:attrNameLst>
                                      </p:cBhvr>
                                      <p:tavLst>
                                        <p:tav tm="0">
                                          <p:val>
                                            <p:fltVal val="0"/>
                                          </p:val>
                                        </p:tav>
                                        <p:tav tm="100000">
                                          <p:val>
                                            <p:strVal val="#ppt_w"/>
                                          </p:val>
                                        </p:tav>
                                      </p:tavLst>
                                    </p:anim>
                                    <p:anim calcmode="lin" valueType="num">
                                      <p:cBhvr>
                                        <p:cTn id="52" dur="500" fill="hold"/>
                                        <p:tgtEl>
                                          <p:spTgt spid="16"/>
                                        </p:tgtEl>
                                        <p:attrNameLst>
                                          <p:attrName>ppt_h</p:attrName>
                                        </p:attrNameLst>
                                      </p:cBhvr>
                                      <p:tavLst>
                                        <p:tav tm="0">
                                          <p:val>
                                            <p:fltVal val="0"/>
                                          </p:val>
                                        </p:tav>
                                        <p:tav tm="100000">
                                          <p:val>
                                            <p:strVal val="#ppt_h"/>
                                          </p:val>
                                        </p:tav>
                                      </p:tavLst>
                                    </p:anim>
                                    <p:animEffect transition="in" filter="fade">
                                      <p:cBhvr>
                                        <p:cTn id="53" dur="500"/>
                                        <p:tgtEl>
                                          <p:spTgt spid="16"/>
                                        </p:tgtEl>
                                      </p:cBhvr>
                                    </p:animEffect>
                                  </p:childTnLst>
                                </p:cTn>
                              </p:par>
                            </p:childTnLst>
                          </p:cTn>
                        </p:par>
                        <p:par>
                          <p:cTn id="54" fill="hold">
                            <p:stCondLst>
                              <p:cond delay="5000"/>
                            </p:stCondLst>
                            <p:childTnLst>
                              <p:par>
                                <p:cTn id="55" presetID="10" presetClass="entr" presetSubtype="0"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250"/>
                                        <p:tgtEl>
                                          <p:spTgt spid="17"/>
                                        </p:tgtEl>
                                      </p:cBhvr>
                                    </p:animEffect>
                                  </p:childTnLst>
                                </p:cTn>
                              </p:par>
                            </p:childTnLst>
                          </p:cTn>
                        </p:par>
                        <p:par>
                          <p:cTn id="58" fill="hold">
                            <p:stCondLst>
                              <p:cond delay="5500"/>
                            </p:stCondLst>
                            <p:childTnLst>
                              <p:par>
                                <p:cTn id="59" presetID="10"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250"/>
                                        <p:tgtEl>
                                          <p:spTgt spid="20"/>
                                        </p:tgtEl>
                                      </p:cBhvr>
                                    </p:animEffect>
                                  </p:childTnLst>
                                </p:cTn>
                              </p:par>
                            </p:childTnLst>
                          </p:cTn>
                        </p:par>
                        <p:par>
                          <p:cTn id="62" fill="hold">
                            <p:stCondLst>
                              <p:cond delay="6000"/>
                            </p:stCondLst>
                            <p:childTnLst>
                              <p:par>
                                <p:cTn id="63" presetID="10" presetClass="entr" presetSubtype="0"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250"/>
                                        <p:tgtEl>
                                          <p:spTgt spid="18"/>
                                        </p:tgtEl>
                                      </p:cBhvr>
                                    </p:animEffect>
                                  </p:childTnLst>
                                </p:cTn>
                              </p:par>
                            </p:childTnLst>
                          </p:cTn>
                        </p:par>
                        <p:par>
                          <p:cTn id="66" fill="hold">
                            <p:stCondLst>
                              <p:cond delay="6500"/>
                            </p:stCondLst>
                            <p:childTnLst>
                              <p:par>
                                <p:cTn id="67" presetID="10" presetClass="entr" presetSubtype="0" fill="hold" grpId="0" nodeType="after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250"/>
                                        <p:tgtEl>
                                          <p:spTgt spid="21"/>
                                        </p:tgtEl>
                                      </p:cBhvr>
                                    </p:animEffect>
                                  </p:childTnLst>
                                </p:cTn>
                              </p:par>
                            </p:childTnLst>
                          </p:cTn>
                        </p:par>
                        <p:par>
                          <p:cTn id="70" fill="hold">
                            <p:stCondLst>
                              <p:cond delay="7000"/>
                            </p:stCondLst>
                            <p:childTnLst>
                              <p:par>
                                <p:cTn id="71" presetID="10" presetClass="entr" presetSubtype="0"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p:nvPr/>
        </p:nvGrpSpPr>
        <p:grpSpPr>
          <a:xfrm>
            <a:off x="4142266" y="1027972"/>
            <a:ext cx="883735" cy="4114541"/>
            <a:chOff x="5523021" y="1370205"/>
            <a:chExt cx="1178313" cy="5484363"/>
          </a:xfrm>
        </p:grpSpPr>
        <p:sp>
          <p:nvSpPr>
            <p:cNvPr id="4" name="椭圆 48"/>
            <p:cNvSpPr/>
            <p:nvPr/>
          </p:nvSpPr>
          <p:spPr>
            <a:xfrm>
              <a:off x="5523021" y="2100750"/>
              <a:ext cx="1178313" cy="1178313"/>
            </a:xfrm>
            <a:prstGeom prst="ellipse">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5" name="椭圆 49"/>
            <p:cNvSpPr/>
            <p:nvPr/>
          </p:nvSpPr>
          <p:spPr>
            <a:xfrm>
              <a:off x="5620051" y="2197780"/>
              <a:ext cx="981927" cy="981927"/>
            </a:xfrm>
            <a:prstGeom prst="ellipse">
              <a:avLst/>
            </a:prstGeom>
            <a:solidFill>
              <a:schemeClr val="accent4"/>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椭圆 50"/>
            <p:cNvSpPr/>
            <p:nvPr/>
          </p:nvSpPr>
          <p:spPr>
            <a:xfrm>
              <a:off x="5681422" y="2257735"/>
              <a:ext cx="859186" cy="859186"/>
            </a:xfrm>
            <a:prstGeom prst="ellipse">
              <a:avLst/>
            </a:prstGeom>
            <a:solidFill>
              <a:sysClr val="window" lastClr="FFFFFF"/>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矩形 51"/>
            <p:cNvSpPr/>
            <p:nvPr/>
          </p:nvSpPr>
          <p:spPr>
            <a:xfrm>
              <a:off x="6100492" y="3279063"/>
              <a:ext cx="66625" cy="3575505"/>
            </a:xfrm>
            <a:prstGeom prst="rect">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8" name="矩形 52"/>
            <p:cNvSpPr/>
            <p:nvPr/>
          </p:nvSpPr>
          <p:spPr>
            <a:xfrm>
              <a:off x="6113022" y="1895329"/>
              <a:ext cx="41563" cy="227602"/>
            </a:xfrm>
            <a:prstGeom prst="rect">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9" name="椭圆 53"/>
            <p:cNvSpPr/>
            <p:nvPr/>
          </p:nvSpPr>
          <p:spPr>
            <a:xfrm>
              <a:off x="5936838" y="1566532"/>
              <a:ext cx="392771" cy="392771"/>
            </a:xfrm>
            <a:prstGeom prst="ellipse">
              <a:avLst/>
            </a:prstGeom>
            <a:solidFill>
              <a:schemeClr val="accent3"/>
            </a:solidFill>
            <a:ln w="25400" cap="flat" cmpd="sng" algn="ctr">
              <a:solidFill>
                <a:schemeClr val="accent3"/>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6" name="TextBox 35"/>
            <p:cNvSpPr txBox="1"/>
            <p:nvPr/>
          </p:nvSpPr>
          <p:spPr>
            <a:xfrm>
              <a:off x="5947360" y="1370205"/>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3</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39" name="Group 43"/>
            <p:cNvGrpSpPr/>
            <p:nvPr/>
          </p:nvGrpSpPr>
          <p:grpSpPr>
            <a:xfrm>
              <a:off x="5878445" y="2463898"/>
              <a:ext cx="465138" cy="435769"/>
              <a:chOff x="5368132" y="3540125"/>
              <a:chExt cx="465138" cy="435769"/>
            </a:xfrm>
            <a:solidFill>
              <a:schemeClr val="accent4"/>
            </a:solidFill>
          </p:grpSpPr>
          <p:sp>
            <p:nvSpPr>
              <p:cNvPr id="45" name="AutoShape 110"/>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accent3"/>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6" name="AutoShape 111"/>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accent3"/>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40" name="Group 66"/>
          <p:cNvGrpSpPr/>
          <p:nvPr/>
        </p:nvGrpSpPr>
        <p:grpSpPr>
          <a:xfrm>
            <a:off x="4904131" y="1924472"/>
            <a:ext cx="1170612" cy="3220616"/>
            <a:chOff x="6538842" y="2565170"/>
            <a:chExt cx="1560816" cy="4292830"/>
          </a:xfrm>
        </p:grpSpPr>
        <p:sp>
          <p:nvSpPr>
            <p:cNvPr id="20" name="矩形 64"/>
            <p:cNvSpPr/>
            <p:nvPr/>
          </p:nvSpPr>
          <p:spPr>
            <a:xfrm>
              <a:off x="6538843" y="3562698"/>
              <a:ext cx="74260" cy="3295302"/>
            </a:xfrm>
            <a:prstGeom prst="rect">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3" name="椭圆 57"/>
            <p:cNvSpPr/>
            <p:nvPr/>
          </p:nvSpPr>
          <p:spPr>
            <a:xfrm>
              <a:off x="7706887" y="2819247"/>
              <a:ext cx="392771" cy="392771"/>
            </a:xfrm>
            <a:prstGeom prst="ellipse">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6" name="椭圆 60"/>
            <p:cNvSpPr/>
            <p:nvPr/>
          </p:nvSpPr>
          <p:spPr>
            <a:xfrm>
              <a:off x="6538842" y="2973542"/>
              <a:ext cx="1178313" cy="1178313"/>
            </a:xfrm>
            <a:prstGeom prst="ellipse">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7" name="椭圆 61"/>
            <p:cNvSpPr/>
            <p:nvPr/>
          </p:nvSpPr>
          <p:spPr>
            <a:xfrm>
              <a:off x="6635872" y="3070572"/>
              <a:ext cx="981927" cy="981927"/>
            </a:xfrm>
            <a:prstGeom prst="ellipse">
              <a:avLst/>
            </a:prstGeom>
            <a:no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8" name="椭圆 62"/>
            <p:cNvSpPr/>
            <p:nvPr/>
          </p:nvSpPr>
          <p:spPr>
            <a:xfrm>
              <a:off x="6697243" y="3130526"/>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9" name="矩形 63"/>
            <p:cNvSpPr/>
            <p:nvPr/>
          </p:nvSpPr>
          <p:spPr>
            <a:xfrm rot="3600000">
              <a:off x="7660473" y="3036319"/>
              <a:ext cx="41563" cy="227602"/>
            </a:xfrm>
            <a:prstGeom prst="rect">
              <a:avLst/>
            </a:prstGeom>
            <a:solidFill>
              <a:schemeClr val="accent4"/>
            </a:solidFill>
            <a:ln w="25400" cap="flat" cmpd="sng" algn="ctr">
              <a:solidFill>
                <a:schemeClr val="accent4"/>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7" name="TextBox 36"/>
            <p:cNvSpPr txBox="1"/>
            <p:nvPr/>
          </p:nvSpPr>
          <p:spPr>
            <a:xfrm>
              <a:off x="7706887" y="2565170"/>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4</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41" name="Group 46"/>
            <p:cNvGrpSpPr/>
            <p:nvPr/>
          </p:nvGrpSpPr>
          <p:grpSpPr>
            <a:xfrm>
              <a:off x="6968454" y="3333851"/>
              <a:ext cx="319088" cy="465138"/>
              <a:chOff x="3582988" y="3510757"/>
              <a:chExt cx="319088" cy="465138"/>
            </a:xfrm>
            <a:solidFill>
              <a:schemeClr val="accent5"/>
            </a:solidFill>
          </p:grpSpPr>
          <p:sp>
            <p:nvSpPr>
              <p:cNvPr id="48" name="AutoShape 113"/>
              <p:cNvSpPr>
                <a:spLocks/>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solidFill>
                <a:schemeClr val="accent4"/>
              </a:solidFill>
              <a:ln>
                <a:solidFill>
                  <a:schemeClr val="accent4"/>
                </a:solid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9" name="AutoShape 114"/>
              <p:cNvSpPr>
                <a:spLocks/>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solidFill>
                <a:schemeClr val="accent4"/>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grpSp>
        <p:nvGrpSpPr>
          <p:cNvPr id="42" name="Group 73"/>
          <p:cNvGrpSpPr/>
          <p:nvPr/>
        </p:nvGrpSpPr>
        <p:grpSpPr>
          <a:xfrm>
            <a:off x="2620279" y="3194030"/>
            <a:ext cx="1298438" cy="1948681"/>
            <a:chOff x="3493705" y="4257392"/>
            <a:chExt cx="1731250" cy="2597440"/>
          </a:xfrm>
        </p:grpSpPr>
        <p:sp>
          <p:nvSpPr>
            <p:cNvPr id="29" name="矩形 73"/>
            <p:cNvSpPr/>
            <p:nvPr/>
          </p:nvSpPr>
          <p:spPr>
            <a:xfrm>
              <a:off x="5149532" y="4877051"/>
              <a:ext cx="74260" cy="1977781"/>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5" name="椭圆 69"/>
            <p:cNvSpPr/>
            <p:nvPr/>
          </p:nvSpPr>
          <p:spPr>
            <a:xfrm>
              <a:off x="4046642" y="4257392"/>
              <a:ext cx="1178313" cy="1178313"/>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6" name="椭圆 70"/>
            <p:cNvSpPr/>
            <p:nvPr/>
          </p:nvSpPr>
          <p:spPr>
            <a:xfrm>
              <a:off x="4143672" y="4354422"/>
              <a:ext cx="981927" cy="981927"/>
            </a:xfrm>
            <a:prstGeom prst="ellipse">
              <a:avLst/>
            </a:prstGeom>
            <a:solidFill>
              <a:schemeClr val="accent1"/>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7" name="椭圆 71"/>
            <p:cNvSpPr/>
            <p:nvPr/>
          </p:nvSpPr>
          <p:spPr>
            <a:xfrm>
              <a:off x="4205043" y="4414377"/>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1" name="矩形 75"/>
            <p:cNvSpPr/>
            <p:nvPr/>
          </p:nvSpPr>
          <p:spPr>
            <a:xfrm rot="16200000">
              <a:off x="3934227" y="4742205"/>
              <a:ext cx="41563" cy="227602"/>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3" name="椭圆 77"/>
            <p:cNvSpPr/>
            <p:nvPr/>
          </p:nvSpPr>
          <p:spPr>
            <a:xfrm>
              <a:off x="3493705" y="4638839"/>
              <a:ext cx="392771" cy="392771"/>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4" name="TextBox 33"/>
            <p:cNvSpPr txBox="1"/>
            <p:nvPr/>
          </p:nvSpPr>
          <p:spPr>
            <a:xfrm>
              <a:off x="3503384" y="4431254"/>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1</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sp>
          <p:nvSpPr>
            <p:cNvPr id="50" name="AutoShape 117"/>
            <p:cNvSpPr>
              <a:spLocks/>
            </p:cNvSpPr>
            <p:nvPr/>
          </p:nvSpPr>
          <p:spPr bwMode="auto">
            <a:xfrm>
              <a:off x="4402463" y="4704613"/>
              <a:ext cx="464344" cy="348456"/>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accent1"/>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43" name="Group 74"/>
          <p:cNvGrpSpPr/>
          <p:nvPr/>
        </p:nvGrpSpPr>
        <p:grpSpPr>
          <a:xfrm>
            <a:off x="3100691" y="1992742"/>
            <a:ext cx="1186661" cy="3149771"/>
            <a:chOff x="4134255" y="2656169"/>
            <a:chExt cx="1582214" cy="4198399"/>
          </a:xfrm>
        </p:grpSpPr>
        <p:sp>
          <p:nvSpPr>
            <p:cNvPr id="28" name="矩形 72"/>
            <p:cNvSpPr/>
            <p:nvPr/>
          </p:nvSpPr>
          <p:spPr>
            <a:xfrm>
              <a:off x="5642209" y="3559266"/>
              <a:ext cx="74260" cy="3295302"/>
            </a:xfrm>
            <a:prstGeom prst="rect">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2" name="椭圆 66"/>
            <p:cNvSpPr/>
            <p:nvPr/>
          </p:nvSpPr>
          <p:spPr>
            <a:xfrm>
              <a:off x="4527026" y="3001678"/>
              <a:ext cx="1178313" cy="1178313"/>
            </a:xfrm>
            <a:prstGeom prst="ellipse">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3" name="椭圆 67"/>
            <p:cNvSpPr/>
            <p:nvPr/>
          </p:nvSpPr>
          <p:spPr>
            <a:xfrm>
              <a:off x="4624056" y="3098708"/>
              <a:ext cx="981927" cy="981927"/>
            </a:xfrm>
            <a:prstGeom prst="ellipse">
              <a:avLst/>
            </a:prstGeom>
            <a:solidFill>
              <a:schemeClr val="accent2"/>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24" name="椭圆 68"/>
            <p:cNvSpPr/>
            <p:nvPr/>
          </p:nvSpPr>
          <p:spPr>
            <a:xfrm>
              <a:off x="4685427" y="3158662"/>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0" name="矩形 74"/>
            <p:cNvSpPr/>
            <p:nvPr/>
          </p:nvSpPr>
          <p:spPr>
            <a:xfrm rot="18000000" flipV="1">
              <a:off x="4555701" y="3090366"/>
              <a:ext cx="41563" cy="227602"/>
            </a:xfrm>
            <a:prstGeom prst="rect">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2" name="椭圆 76"/>
            <p:cNvSpPr/>
            <p:nvPr/>
          </p:nvSpPr>
          <p:spPr>
            <a:xfrm>
              <a:off x="4134255" y="2860383"/>
              <a:ext cx="392771" cy="392771"/>
            </a:xfrm>
            <a:prstGeom prst="ellipse">
              <a:avLst/>
            </a:prstGeom>
            <a:solidFill>
              <a:schemeClr val="accent2"/>
            </a:solidFill>
            <a:ln w="25400" cap="flat" cmpd="sng" algn="ctr">
              <a:solidFill>
                <a:schemeClr val="accent2"/>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35" name="TextBox 34"/>
            <p:cNvSpPr txBox="1"/>
            <p:nvPr/>
          </p:nvSpPr>
          <p:spPr>
            <a:xfrm>
              <a:off x="4136143" y="2656169"/>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2</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44" name="Group 50"/>
            <p:cNvGrpSpPr/>
            <p:nvPr/>
          </p:nvGrpSpPr>
          <p:grpSpPr>
            <a:xfrm>
              <a:off x="4883110" y="3360033"/>
              <a:ext cx="464344" cy="464344"/>
              <a:chOff x="4439444" y="2582069"/>
              <a:chExt cx="464344" cy="464344"/>
            </a:xfrm>
            <a:solidFill>
              <a:schemeClr val="accent2"/>
            </a:solidFill>
          </p:grpSpPr>
          <p:sp>
            <p:nvSpPr>
              <p:cNvPr id="52" name="AutoShape 123"/>
              <p:cNvSpPr>
                <a:spLocks/>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53" name="AutoShape 124"/>
              <p:cNvSpPr>
                <a:spLocks/>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54" name="AutoShape 125"/>
              <p:cNvSpPr>
                <a:spLocks/>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grpSp>
        <p:nvGrpSpPr>
          <p:cNvPr id="47" name="Group 40"/>
          <p:cNvGrpSpPr/>
          <p:nvPr/>
        </p:nvGrpSpPr>
        <p:grpSpPr>
          <a:xfrm>
            <a:off x="5222386" y="3194030"/>
            <a:ext cx="1301333" cy="1948483"/>
            <a:chOff x="6963181" y="4257392"/>
            <a:chExt cx="1735111" cy="2597176"/>
          </a:xfrm>
        </p:grpSpPr>
        <p:sp>
          <p:nvSpPr>
            <p:cNvPr id="21" name="矩形 65"/>
            <p:cNvSpPr/>
            <p:nvPr/>
          </p:nvSpPr>
          <p:spPr>
            <a:xfrm>
              <a:off x="6963181" y="4876787"/>
              <a:ext cx="74260" cy="1977781"/>
            </a:xfrm>
            <a:prstGeom prst="rect">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10" name="椭圆 54"/>
            <p:cNvSpPr/>
            <p:nvPr/>
          </p:nvSpPr>
          <p:spPr>
            <a:xfrm>
              <a:off x="6963181" y="4257392"/>
              <a:ext cx="1178313" cy="1178313"/>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1" name="椭圆 55"/>
            <p:cNvSpPr/>
            <p:nvPr/>
          </p:nvSpPr>
          <p:spPr>
            <a:xfrm>
              <a:off x="7060211" y="4354422"/>
              <a:ext cx="981927" cy="981927"/>
            </a:xfrm>
            <a:prstGeom prst="ellipse">
              <a:avLst/>
            </a:prstGeom>
            <a:no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2" name="椭圆 56"/>
            <p:cNvSpPr/>
            <p:nvPr/>
          </p:nvSpPr>
          <p:spPr>
            <a:xfrm>
              <a:off x="7121582" y="4414377"/>
              <a:ext cx="859186" cy="859186"/>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4" name="椭圆 58"/>
            <p:cNvSpPr/>
            <p:nvPr/>
          </p:nvSpPr>
          <p:spPr>
            <a:xfrm>
              <a:off x="8299912" y="4642330"/>
              <a:ext cx="392771" cy="392771"/>
            </a:xfrm>
            <a:prstGeom prst="ellipse">
              <a:avLst/>
            </a:prstGeom>
            <a:solidFill>
              <a:schemeClr val="accent1"/>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15" name="矩形 59"/>
            <p:cNvSpPr/>
            <p:nvPr/>
          </p:nvSpPr>
          <p:spPr>
            <a:xfrm rot="16200000">
              <a:off x="8222707" y="4742205"/>
              <a:ext cx="41563" cy="227602"/>
            </a:xfrm>
            <a:prstGeom prst="rect">
              <a:avLst/>
            </a:prstGeom>
            <a:solidFill>
              <a:schemeClr val="accent6"/>
            </a:solidFill>
            <a:ln w="25400" cap="flat" cmpd="sng" algn="ctr">
              <a:solidFill>
                <a:schemeClr val="accent1"/>
              </a:solidFill>
              <a:prstDash val="solid"/>
            </a:ln>
            <a:effectLst/>
          </p:spPr>
          <p:txBody>
            <a:bodyPr rtlCol="0" anchor="ctr"/>
            <a:lstStyle/>
            <a:p>
              <a:pPr algn="ctr" defTabSz="685800">
                <a:defRPr/>
              </a:pPr>
              <a:endParaRPr lang="zh-CN" altLang="en-US" sz="1400" kern="0" dirty="0">
                <a:solidFill>
                  <a:srgbClr val="4BACC6">
                    <a:lumMod val="75000"/>
                  </a:srgbClr>
                </a:solidFill>
                <a:latin typeface="Calibri"/>
                <a:ea typeface="宋体"/>
              </a:endParaRPr>
            </a:p>
          </p:txBody>
        </p:sp>
        <p:sp>
          <p:nvSpPr>
            <p:cNvPr id="38" name="TextBox 37"/>
            <p:cNvSpPr txBox="1"/>
            <p:nvPr/>
          </p:nvSpPr>
          <p:spPr>
            <a:xfrm>
              <a:off x="8315199" y="4441599"/>
              <a:ext cx="383093" cy="763050"/>
            </a:xfrm>
            <a:prstGeom prst="rect">
              <a:avLst/>
            </a:prstGeom>
            <a:noFill/>
          </p:spPr>
          <p:txBody>
            <a:bodyPr wrap="square" rtlCol="0">
              <a:spAutoFit/>
            </a:bodyPr>
            <a:lstStyle/>
            <a:p>
              <a:pPr algn="ctr" defTabSz="685800">
                <a:lnSpc>
                  <a:spcPct val="130000"/>
                </a:lnSpc>
                <a:defRPr/>
              </a:pPr>
              <a:r>
                <a:rPr lang="en-US" altLang="zh-CN" sz="2400" b="1" kern="0" dirty="0">
                  <a:solidFill>
                    <a:sysClr val="window" lastClr="FFFFFF"/>
                  </a:solidFill>
                  <a:effectLst>
                    <a:innerShdw blurRad="63500" dist="50800" dir="13500000">
                      <a:prstClr val="black">
                        <a:alpha val="50000"/>
                      </a:prstClr>
                    </a:innerShdw>
                  </a:effectLst>
                  <a:ea typeface="微软雅黑" pitchFamily="34" charset="-122"/>
                </a:rPr>
                <a:t>5</a:t>
              </a:r>
              <a:endParaRPr lang="zh-CN" altLang="en-US" sz="2400" b="1" kern="0" dirty="0">
                <a:solidFill>
                  <a:sysClr val="window" lastClr="FFFFFF"/>
                </a:solidFill>
                <a:effectLst>
                  <a:innerShdw blurRad="63500" dist="50800" dir="13500000">
                    <a:prstClr val="black">
                      <a:alpha val="50000"/>
                    </a:prstClr>
                  </a:innerShdw>
                </a:effectLst>
                <a:ea typeface="微软雅黑" pitchFamily="34" charset="-122"/>
              </a:endParaRPr>
            </a:p>
          </p:txBody>
        </p:sp>
        <p:grpSp>
          <p:nvGrpSpPr>
            <p:cNvPr id="51" name="Group 54"/>
            <p:cNvGrpSpPr/>
            <p:nvPr/>
          </p:nvGrpSpPr>
          <p:grpSpPr>
            <a:xfrm>
              <a:off x="7345128" y="4616575"/>
              <a:ext cx="465138" cy="464344"/>
              <a:chOff x="2581275" y="2582069"/>
              <a:chExt cx="465138" cy="464344"/>
            </a:xfrm>
            <a:solidFill>
              <a:schemeClr val="accent6"/>
            </a:solidFill>
          </p:grpSpPr>
          <p:sp>
            <p:nvSpPr>
              <p:cNvPr id="56" name="AutoShape 128"/>
              <p:cNvSpPr>
                <a:spLocks/>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solidFill>
                <a:schemeClr val="accent1"/>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57" name="AutoShape 129"/>
              <p:cNvSpPr>
                <a:spLocks/>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solidFill>
                <a:schemeClr val="accent1"/>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55" name="Group 59"/>
          <p:cNvGrpSpPr/>
          <p:nvPr/>
        </p:nvGrpSpPr>
        <p:grpSpPr>
          <a:xfrm>
            <a:off x="6624229" y="3194030"/>
            <a:ext cx="2300546" cy="895285"/>
            <a:chOff x="8650501" y="4827875"/>
            <a:chExt cx="3067394" cy="1193347"/>
          </a:xfrm>
        </p:grpSpPr>
        <p:sp>
          <p:nvSpPr>
            <p:cNvPr id="58" name="Rectangle 57"/>
            <p:cNvSpPr/>
            <p:nvPr/>
          </p:nvSpPr>
          <p:spPr>
            <a:xfrm>
              <a:off x="8669298" y="5159713"/>
              <a:ext cx="3048597" cy="861509"/>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59" name="TextBox 58"/>
            <p:cNvSpPr txBox="1"/>
            <p:nvPr/>
          </p:nvSpPr>
          <p:spPr>
            <a:xfrm>
              <a:off x="8650501" y="4827875"/>
              <a:ext cx="1066959"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0" name="Group 60"/>
          <p:cNvGrpSpPr/>
          <p:nvPr/>
        </p:nvGrpSpPr>
        <p:grpSpPr>
          <a:xfrm>
            <a:off x="6156175" y="1748465"/>
            <a:ext cx="2671418" cy="895284"/>
            <a:chOff x="8649815" y="4827876"/>
            <a:chExt cx="3561891" cy="1193346"/>
          </a:xfrm>
        </p:grpSpPr>
        <p:sp>
          <p:nvSpPr>
            <p:cNvPr id="62" name="Rectangle 61"/>
            <p:cNvSpPr/>
            <p:nvPr/>
          </p:nvSpPr>
          <p:spPr>
            <a:xfrm>
              <a:off x="8669298" y="5159713"/>
              <a:ext cx="3542408" cy="861509"/>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63" name="TextBox 62"/>
            <p:cNvSpPr txBox="1"/>
            <p:nvPr/>
          </p:nvSpPr>
          <p:spPr>
            <a:xfrm>
              <a:off x="8649815" y="4827876"/>
              <a:ext cx="1066959"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1" name="Group 63"/>
          <p:cNvGrpSpPr/>
          <p:nvPr/>
        </p:nvGrpSpPr>
        <p:grpSpPr>
          <a:xfrm>
            <a:off x="1010950" y="1095047"/>
            <a:ext cx="3001937" cy="756799"/>
            <a:chOff x="7715312" y="4827861"/>
            <a:chExt cx="4002583" cy="1008751"/>
          </a:xfrm>
        </p:grpSpPr>
        <p:sp>
          <p:nvSpPr>
            <p:cNvPr id="65" name="Rectangle 64"/>
            <p:cNvSpPr/>
            <p:nvPr/>
          </p:nvSpPr>
          <p:spPr>
            <a:xfrm>
              <a:off x="7715312" y="5159713"/>
              <a:ext cx="4002583" cy="676899"/>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的内容打在这里，或者通过复制您的文本后，在此框中选择粘贴，并选择只保留文字。您的内容打在这里，或者通过复制您的文本后，在此框中选择粘贴，并选择</a:t>
              </a:r>
              <a:r>
                <a:rPr lang="en-GB" sz="900" dirty="0">
                  <a:solidFill>
                    <a:schemeClr val="tx1">
                      <a:lumMod val="50000"/>
                      <a:lumOff val="50000"/>
                    </a:schemeClr>
                  </a:solidFill>
                  <a:latin typeface="微软雅黑" pitchFamily="34" charset="-122"/>
                  <a:ea typeface="微软雅黑" pitchFamily="34" charset="-122"/>
                </a:rPr>
                <a:t>.</a:t>
              </a:r>
            </a:p>
          </p:txBody>
        </p:sp>
        <p:sp>
          <p:nvSpPr>
            <p:cNvPr id="66" name="TextBox 65"/>
            <p:cNvSpPr txBox="1"/>
            <p:nvPr/>
          </p:nvSpPr>
          <p:spPr>
            <a:xfrm>
              <a:off x="10580330" y="4827861"/>
              <a:ext cx="1066959" cy="369217"/>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4" name="Group 67"/>
          <p:cNvGrpSpPr/>
          <p:nvPr/>
        </p:nvGrpSpPr>
        <p:grpSpPr>
          <a:xfrm>
            <a:off x="382518" y="2189815"/>
            <a:ext cx="2554760" cy="618287"/>
            <a:chOff x="8311549" y="4827875"/>
            <a:chExt cx="3406346" cy="824129"/>
          </a:xfrm>
        </p:grpSpPr>
        <p:sp>
          <p:nvSpPr>
            <p:cNvPr id="69" name="Rectangle 68"/>
            <p:cNvSpPr/>
            <p:nvPr/>
          </p:nvSpPr>
          <p:spPr>
            <a:xfrm>
              <a:off x="8311549" y="5159713"/>
              <a:ext cx="3406346" cy="492291"/>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70" name="TextBox 69"/>
            <p:cNvSpPr txBox="1"/>
            <p:nvPr/>
          </p:nvSpPr>
          <p:spPr>
            <a:xfrm>
              <a:off x="10622321" y="4827875"/>
              <a:ext cx="1066958" cy="369219"/>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grpSp>
        <p:nvGrpSpPr>
          <p:cNvPr id="67" name="Group 70"/>
          <p:cNvGrpSpPr/>
          <p:nvPr/>
        </p:nvGrpSpPr>
        <p:grpSpPr>
          <a:xfrm>
            <a:off x="325558" y="3266825"/>
            <a:ext cx="2230526" cy="756797"/>
            <a:chOff x="8743861" y="4827863"/>
            <a:chExt cx="2974034" cy="1008749"/>
          </a:xfrm>
        </p:grpSpPr>
        <p:sp>
          <p:nvSpPr>
            <p:cNvPr id="72" name="Rectangle 71"/>
            <p:cNvSpPr/>
            <p:nvPr/>
          </p:nvSpPr>
          <p:spPr>
            <a:xfrm>
              <a:off x="8743861" y="5159713"/>
              <a:ext cx="2974034" cy="676899"/>
            </a:xfrm>
            <a:prstGeom prst="rect">
              <a:avLst/>
            </a:prstGeom>
          </p:spPr>
          <p:txBody>
            <a:bodyPr wrap="square">
              <a:spAutoFit/>
            </a:bodyPr>
            <a:lstStyle/>
            <a:p>
              <a:pPr algn="r"/>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在此框中选择粘贴，并选择只保留文字。您的内容打在这里，或者通过复制您的文本后，</a:t>
              </a:r>
              <a:endParaRPr lang="en-GB" sz="900" dirty="0">
                <a:solidFill>
                  <a:schemeClr val="tx1">
                    <a:lumMod val="50000"/>
                    <a:lumOff val="50000"/>
                  </a:schemeClr>
                </a:solidFill>
                <a:latin typeface="微软雅黑" pitchFamily="34" charset="-122"/>
                <a:ea typeface="微软雅黑" pitchFamily="34" charset="-122"/>
              </a:endParaRPr>
            </a:p>
          </p:txBody>
        </p:sp>
        <p:sp>
          <p:nvSpPr>
            <p:cNvPr id="73" name="TextBox 72"/>
            <p:cNvSpPr txBox="1"/>
            <p:nvPr/>
          </p:nvSpPr>
          <p:spPr>
            <a:xfrm>
              <a:off x="10613360" y="4827863"/>
              <a:ext cx="1066958" cy="369217"/>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grpSp>
    </p:spTree>
    <p:extLst>
      <p:ext uri="{BB962C8B-B14F-4D97-AF65-F5344CB8AC3E}">
        <p14:creationId xmlns:p14="http://schemas.microsoft.com/office/powerpoint/2010/main" val="3735233692"/>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00" fill="hold"/>
                                        <p:tgtEl>
                                          <p:spTgt spid="40"/>
                                        </p:tgtEl>
                                        <p:attrNameLst>
                                          <p:attrName>ppt_x</p:attrName>
                                        </p:attrNameLst>
                                      </p:cBhvr>
                                      <p:tavLst>
                                        <p:tav tm="0">
                                          <p:val>
                                            <p:strVal val="#ppt_x"/>
                                          </p:val>
                                        </p:tav>
                                        <p:tav tm="100000">
                                          <p:val>
                                            <p:strVal val="#ppt_x"/>
                                          </p:val>
                                        </p:tav>
                                      </p:tavLst>
                                    </p:anim>
                                    <p:anim calcmode="lin" valueType="num">
                                      <p:cBhvr additive="base">
                                        <p:cTn id="13" dur="500" fill="hold"/>
                                        <p:tgtEl>
                                          <p:spTgt spid="4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500" fill="hold"/>
                                        <p:tgtEl>
                                          <p:spTgt spid="47"/>
                                        </p:tgtEl>
                                        <p:attrNameLst>
                                          <p:attrName>ppt_x</p:attrName>
                                        </p:attrNameLst>
                                      </p:cBhvr>
                                      <p:tavLst>
                                        <p:tav tm="0">
                                          <p:val>
                                            <p:strVal val="#ppt_x"/>
                                          </p:val>
                                        </p:tav>
                                        <p:tav tm="100000">
                                          <p:val>
                                            <p:strVal val="#ppt_x"/>
                                          </p:val>
                                        </p:tav>
                                      </p:tavLst>
                                    </p:anim>
                                    <p:anim calcmode="lin" valueType="num">
                                      <p:cBhvr additive="base">
                                        <p:cTn id="18" dur="500" fill="hold"/>
                                        <p:tgtEl>
                                          <p:spTgt spid="4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additive="base">
                                        <p:cTn id="22" dur="500" fill="hold"/>
                                        <p:tgtEl>
                                          <p:spTgt spid="43"/>
                                        </p:tgtEl>
                                        <p:attrNameLst>
                                          <p:attrName>ppt_x</p:attrName>
                                        </p:attrNameLst>
                                      </p:cBhvr>
                                      <p:tavLst>
                                        <p:tav tm="0">
                                          <p:val>
                                            <p:strVal val="#ppt_x"/>
                                          </p:val>
                                        </p:tav>
                                        <p:tav tm="100000">
                                          <p:val>
                                            <p:strVal val="#ppt_x"/>
                                          </p:val>
                                        </p:tav>
                                      </p:tavLst>
                                    </p:anim>
                                    <p:anim calcmode="lin" valueType="num">
                                      <p:cBhvr additive="base">
                                        <p:cTn id="23" dur="500" fill="hold"/>
                                        <p:tgtEl>
                                          <p:spTgt spid="4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ppt_x"/>
                                          </p:val>
                                        </p:tav>
                                        <p:tav tm="100000">
                                          <p:val>
                                            <p:strVal val="#ppt_x"/>
                                          </p:val>
                                        </p:tav>
                                      </p:tavLst>
                                    </p:anim>
                                    <p:anim calcmode="lin" valueType="num">
                                      <p:cBhvr additive="base">
                                        <p:cTn id="28" dur="500" fill="hold"/>
                                        <p:tgtEl>
                                          <p:spTgt spid="4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500"/>
                                        <p:tgtEl>
                                          <p:spTgt spid="61"/>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500"/>
                                        <p:tgtEl>
                                          <p:spTgt spid="64"/>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fade">
                                      <p:cBhvr>
                                        <p:cTn id="40" dur="500"/>
                                        <p:tgtEl>
                                          <p:spTgt spid="67"/>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500"/>
                                        <p:tgtEl>
                                          <p:spTgt spid="60"/>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fade">
                                      <p:cBhvr>
                                        <p:cTn id="4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89463" y="1966369"/>
            <a:ext cx="1046234" cy="9366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97574"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972567"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01</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755577" y="916132"/>
            <a:ext cx="7560839" cy="507831"/>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这里输入简单的文字概述这里输入简单文字概述这里输入简单的文字概述这里入简单的文字概述这里输入述简单的文字概述这里输入简单文字概述这里输入简单</a:t>
            </a:r>
          </a:p>
        </p:txBody>
      </p:sp>
      <p:sp>
        <p:nvSpPr>
          <p:cNvPr id="10" name="矩形 9"/>
          <p:cNvSpPr/>
          <p:nvPr/>
        </p:nvSpPr>
        <p:spPr>
          <a:xfrm>
            <a:off x="3453759" y="1966369"/>
            <a:ext cx="1046234" cy="93668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461870"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3636863"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02</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6262070" y="1966369"/>
            <a:ext cx="1046234" cy="9366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270181" y="1966369"/>
            <a:ext cx="1046234" cy="936682"/>
          </a:xfrm>
          <a:prstGeom prst="rect">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6445174" y="2182887"/>
            <a:ext cx="899134" cy="461665"/>
          </a:xfrm>
          <a:prstGeom prst="rect">
            <a:avLst/>
          </a:prstGeom>
          <a:noFill/>
        </p:spPr>
        <p:txBody>
          <a:bodyPr wrap="squar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03</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683568" y="3149758"/>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
        <p:nvSpPr>
          <p:cNvPr id="17" name="TextBox 16"/>
          <p:cNvSpPr txBox="1"/>
          <p:nvPr/>
        </p:nvSpPr>
        <p:spPr>
          <a:xfrm>
            <a:off x="3347864" y="3168353"/>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
        <p:nvSpPr>
          <p:cNvPr id="18" name="TextBox 17"/>
          <p:cNvSpPr txBox="1"/>
          <p:nvPr/>
        </p:nvSpPr>
        <p:spPr>
          <a:xfrm>
            <a:off x="6262070" y="3168353"/>
            <a:ext cx="2232248" cy="923330"/>
          </a:xfrm>
          <a:prstGeom prst="rect">
            <a:avLst/>
          </a:prstGeom>
          <a:noFill/>
        </p:spPr>
        <p:txBody>
          <a:bodyPr wrap="square" rtlCol="0">
            <a:spAutoFit/>
          </a:bodyPr>
          <a:lstStyle/>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这里输入简单的文字概述里输入简单文字概述这里</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50000"/>
              </a:lnSpc>
            </a:pPr>
            <a:r>
              <a:rPr lang="zh-CN" altLang="en-US" sz="900" dirty="0">
                <a:solidFill>
                  <a:schemeClr val="tx1">
                    <a:lumMod val="50000"/>
                    <a:lumOff val="50000"/>
                  </a:schemeClr>
                </a:solidFill>
                <a:latin typeface="微软雅黑" pitchFamily="34" charset="-122"/>
                <a:ea typeface="微软雅黑" pitchFamily="34" charset="-122"/>
              </a:rPr>
              <a:t>输入简单的文字概述输入简单的文字概述输入简单的文字概述</a:t>
            </a:r>
          </a:p>
        </p:txBody>
      </p:sp>
    </p:spTree>
    <p:extLst>
      <p:ext uri="{BB962C8B-B14F-4D97-AF65-F5344CB8AC3E}">
        <p14:creationId xmlns:p14="http://schemas.microsoft.com/office/powerpoint/2010/main" val="2245714573"/>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500"/>
                                        <p:tgtEl>
                                          <p:spTgt spid="16"/>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22" presetClass="entr" presetSubtype="1"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up)">
                                      <p:cBhvr>
                                        <p:cTn id="49" dur="500"/>
                                        <p:tgtEl>
                                          <p:spTgt spid="17"/>
                                        </p:tgtEl>
                                      </p:cBhvr>
                                    </p:animEffect>
                                  </p:childTnLst>
                                </p:cTn>
                              </p:par>
                            </p:childTnLst>
                          </p:cTn>
                        </p:par>
                        <p:par>
                          <p:cTn id="50" fill="hold">
                            <p:stCondLst>
                              <p:cond delay="4000"/>
                            </p:stCondLst>
                            <p:childTnLst>
                              <p:par>
                                <p:cTn id="51" presetID="42" presetClass="entr" presetSubtype="0"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1000"/>
                                        <p:tgtEl>
                                          <p:spTgt spid="13"/>
                                        </p:tgtEl>
                                      </p:cBhvr>
                                    </p:animEffect>
                                    <p:anim calcmode="lin" valueType="num">
                                      <p:cBhvr>
                                        <p:cTn id="54" dur="1000" fill="hold"/>
                                        <p:tgtEl>
                                          <p:spTgt spid="13"/>
                                        </p:tgtEl>
                                        <p:attrNameLst>
                                          <p:attrName>ppt_x</p:attrName>
                                        </p:attrNameLst>
                                      </p:cBhvr>
                                      <p:tavLst>
                                        <p:tav tm="0">
                                          <p:val>
                                            <p:strVal val="#ppt_x"/>
                                          </p:val>
                                        </p:tav>
                                        <p:tav tm="100000">
                                          <p:val>
                                            <p:strVal val="#ppt_x"/>
                                          </p:val>
                                        </p:tav>
                                      </p:tavLst>
                                    </p:anim>
                                    <p:anim calcmode="lin" valueType="num">
                                      <p:cBhvr>
                                        <p:cTn id="55" dur="100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par>
                          <p:cTn id="66" fill="hold">
                            <p:stCondLst>
                              <p:cond delay="5000"/>
                            </p:stCondLst>
                            <p:childTnLst>
                              <p:par>
                                <p:cTn id="67" presetID="22" presetClass="entr" presetSubtype="1"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wipe(up)">
                                      <p:cBhvr>
                                        <p:cTn id="6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animBg="1"/>
      <p:bldP spid="14" grpId="0" animBg="1"/>
      <p:bldP spid="15" grpId="0"/>
      <p:bldP spid="16" grpId="0"/>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65"/>
          <p:cNvSpPr>
            <a:spLocks noChangeArrowheads="1"/>
          </p:cNvSpPr>
          <p:nvPr/>
        </p:nvSpPr>
        <p:spPr bwMode="auto">
          <a:xfrm>
            <a:off x="4319972" y="4626216"/>
            <a:ext cx="4374486" cy="117923"/>
          </a:xfrm>
          <a:prstGeom prst="ellipse">
            <a:avLst/>
          </a:prstGeom>
          <a:gradFill rotWithShape="1">
            <a:gsLst>
              <a:gs pos="0">
                <a:srgbClr val="EEECE1">
                  <a:gamma/>
                  <a:shade val="46275"/>
                  <a:invGamma/>
                </a:srgbClr>
              </a:gs>
              <a:gs pos="100000">
                <a:srgbClr val="EEECE1">
                  <a:alpha val="0"/>
                </a:srgbClr>
              </a:gs>
            </a:gsLst>
            <a:path path="shape">
              <a:fillToRect l="50000" t="50000" r="50000" b="50000"/>
            </a:path>
          </a:gradFill>
          <a:ln w="9525">
            <a:noFill/>
            <a:round/>
            <a:headEnd/>
            <a:tailEnd/>
          </a:ln>
          <a:effectLst/>
        </p:spPr>
        <p:txBody>
          <a:bodyPr wrap="none" lIns="68580" tIns="34290" rIns="68580" bIns="34290" anchor="ctr"/>
          <a:lstStyle/>
          <a:p>
            <a:pPr defTabSz="685800">
              <a:defRPr/>
            </a:pPr>
            <a:endParaRPr lang="zh-CN" altLang="en-US" sz="1400" kern="0" dirty="0">
              <a:solidFill>
                <a:sysClr val="windowText" lastClr="000000"/>
              </a:solidFill>
              <a:latin typeface="Arial" pitchFamily="34" charset="0"/>
              <a:ea typeface="宋体"/>
            </a:endParaRPr>
          </a:p>
        </p:txBody>
      </p:sp>
      <p:grpSp>
        <p:nvGrpSpPr>
          <p:cNvPr id="14" name="Group 13"/>
          <p:cNvGrpSpPr/>
          <p:nvPr/>
        </p:nvGrpSpPr>
        <p:grpSpPr>
          <a:xfrm>
            <a:off x="4739974" y="760365"/>
            <a:ext cx="3672407" cy="4143914"/>
            <a:chOff x="6510636" y="1013507"/>
            <a:chExt cx="4896543" cy="5523513"/>
          </a:xfrm>
        </p:grpSpPr>
        <p:sp>
          <p:nvSpPr>
            <p:cNvPr id="4" name="矩形 12"/>
            <p:cNvSpPr/>
            <p:nvPr/>
          </p:nvSpPr>
          <p:spPr>
            <a:xfrm>
              <a:off x="6536275" y="2686833"/>
              <a:ext cx="4251204" cy="394344"/>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 fmla="*/ 0 w 4462612"/>
                <a:gd name="connsiteY0" fmla="*/ 0 h 560203"/>
                <a:gd name="connsiteX1" fmla="*/ 4462612 w 4462612"/>
                <a:gd name="connsiteY1" fmla="*/ 0 h 560203"/>
                <a:gd name="connsiteX2" fmla="*/ 3770951 w 4462612"/>
                <a:gd name="connsiteY2" fmla="*/ 548480 h 560203"/>
                <a:gd name="connsiteX3" fmla="*/ 0 w 4462612"/>
                <a:gd name="connsiteY3" fmla="*/ 560203 h 560203"/>
                <a:gd name="connsiteX4" fmla="*/ 0 w 4462612"/>
                <a:gd name="connsiteY4" fmla="*/ 0 h 560203"/>
                <a:gd name="connsiteX0" fmla="*/ 527539 w 4990151"/>
                <a:gd name="connsiteY0" fmla="*/ 0 h 571926"/>
                <a:gd name="connsiteX1" fmla="*/ 4990151 w 4990151"/>
                <a:gd name="connsiteY1" fmla="*/ 0 h 571926"/>
                <a:gd name="connsiteX2" fmla="*/ 4298490 w 4990151"/>
                <a:gd name="connsiteY2" fmla="*/ 548480 h 571926"/>
                <a:gd name="connsiteX3" fmla="*/ 0 w 4990151"/>
                <a:gd name="connsiteY3" fmla="*/ 571926 h 571926"/>
                <a:gd name="connsiteX4" fmla="*/ 527539 w 4990151"/>
                <a:gd name="connsiteY4" fmla="*/ 0 h 571926"/>
                <a:gd name="connsiteX0" fmla="*/ 527539 w 4990151"/>
                <a:gd name="connsiteY0" fmla="*/ 0 h 582700"/>
                <a:gd name="connsiteX1" fmla="*/ 4990151 w 4990151"/>
                <a:gd name="connsiteY1" fmla="*/ 0 h 582700"/>
                <a:gd name="connsiteX2" fmla="*/ 4285302 w 4990151"/>
                <a:gd name="connsiteY2" fmla="*/ 582700 h 582700"/>
                <a:gd name="connsiteX3" fmla="*/ 0 w 4990151"/>
                <a:gd name="connsiteY3" fmla="*/ 571926 h 582700"/>
                <a:gd name="connsiteX4" fmla="*/ 527539 w 4990151"/>
                <a:gd name="connsiteY4" fmla="*/ 0 h 58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0151" h="582700">
                  <a:moveTo>
                    <a:pt x="527539" y="0"/>
                  </a:moveTo>
                  <a:lnTo>
                    <a:pt x="4990151" y="0"/>
                  </a:lnTo>
                  <a:lnTo>
                    <a:pt x="4285302" y="582700"/>
                  </a:lnTo>
                  <a:lnTo>
                    <a:pt x="0" y="571926"/>
                  </a:lnTo>
                  <a:lnTo>
                    <a:pt x="527539" y="0"/>
                  </a:lnTo>
                  <a:close/>
                </a:path>
              </a:pathLst>
            </a:custGeom>
            <a:solidFill>
              <a:schemeClr val="accent1">
                <a:lumMod val="75000"/>
              </a:schemeClr>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5" name="矩形 1"/>
            <p:cNvSpPr/>
            <p:nvPr/>
          </p:nvSpPr>
          <p:spPr>
            <a:xfrm>
              <a:off x="6510636" y="1283307"/>
              <a:ext cx="4276843" cy="1403525"/>
            </a:xfrm>
            <a:custGeom>
              <a:avLst/>
              <a:gdLst/>
              <a:ahLst/>
              <a:cxnLst/>
              <a:rect l="l" t="t" r="r" b="b"/>
              <a:pathLst>
                <a:path w="3949630" h="1296144">
                  <a:moveTo>
                    <a:pt x="1437549" y="0"/>
                  </a:moveTo>
                  <a:lnTo>
                    <a:pt x="3517142" y="0"/>
                  </a:lnTo>
                  <a:lnTo>
                    <a:pt x="3949630" y="1296144"/>
                  </a:lnTo>
                  <a:lnTo>
                    <a:pt x="0" y="1296144"/>
                  </a:lnTo>
                  <a:lnTo>
                    <a:pt x="0" y="1284651"/>
                  </a:lnTo>
                  <a:close/>
                </a:path>
              </a:pathLst>
            </a:custGeom>
            <a:solidFill>
              <a:schemeClr val="accent1"/>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6" name="矩形 4"/>
            <p:cNvSpPr/>
            <p:nvPr/>
          </p:nvSpPr>
          <p:spPr>
            <a:xfrm>
              <a:off x="6536275" y="3062378"/>
              <a:ext cx="4844833" cy="1403525"/>
            </a:xfrm>
            <a:custGeom>
              <a:avLst/>
              <a:gdLst/>
              <a:ahLst/>
              <a:cxnLst/>
              <a:rect l="l" t="t" r="r" b="b"/>
              <a:pathLst>
                <a:path w="4474164" h="1296144">
                  <a:moveTo>
                    <a:pt x="0" y="0"/>
                  </a:moveTo>
                  <a:lnTo>
                    <a:pt x="4041676" y="0"/>
                  </a:lnTo>
                  <a:lnTo>
                    <a:pt x="4474164" y="1296144"/>
                  </a:lnTo>
                  <a:lnTo>
                    <a:pt x="432489" y="1296144"/>
                  </a:lnTo>
                  <a:close/>
                </a:path>
              </a:pathLst>
            </a:custGeom>
            <a:solidFill>
              <a:schemeClr val="accent2"/>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7" name="矩形 5"/>
            <p:cNvSpPr/>
            <p:nvPr/>
          </p:nvSpPr>
          <p:spPr>
            <a:xfrm>
              <a:off x="7129905" y="4841450"/>
              <a:ext cx="4277274" cy="1403525"/>
            </a:xfrm>
            <a:custGeom>
              <a:avLst/>
              <a:gdLst/>
              <a:ahLst/>
              <a:cxnLst/>
              <a:rect l="l" t="t" r="r" b="b"/>
              <a:pathLst>
                <a:path w="3950028" h="1296144">
                  <a:moveTo>
                    <a:pt x="0" y="0"/>
                  </a:moveTo>
                  <a:lnTo>
                    <a:pt x="3950028" y="0"/>
                  </a:lnTo>
                  <a:lnTo>
                    <a:pt x="2499617" y="1296144"/>
                  </a:lnTo>
                  <a:lnTo>
                    <a:pt x="432488" y="1296144"/>
                  </a:lnTo>
                  <a:close/>
                </a:path>
              </a:pathLst>
            </a:custGeom>
            <a:solidFill>
              <a:schemeClr val="accent3"/>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8" name="矩形 12"/>
            <p:cNvSpPr/>
            <p:nvPr/>
          </p:nvSpPr>
          <p:spPr>
            <a:xfrm>
              <a:off x="7126670" y="4465903"/>
              <a:ext cx="4251204" cy="386783"/>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 fmla="*/ 0 w 4462612"/>
                <a:gd name="connsiteY0" fmla="*/ 0 h 560203"/>
                <a:gd name="connsiteX1" fmla="*/ 4462612 w 4462612"/>
                <a:gd name="connsiteY1" fmla="*/ 0 h 560203"/>
                <a:gd name="connsiteX2" fmla="*/ 3770951 w 4462612"/>
                <a:gd name="connsiteY2" fmla="*/ 548480 h 560203"/>
                <a:gd name="connsiteX3" fmla="*/ 0 w 4462612"/>
                <a:gd name="connsiteY3" fmla="*/ 560203 h 560203"/>
                <a:gd name="connsiteX4" fmla="*/ 0 w 4462612"/>
                <a:gd name="connsiteY4" fmla="*/ 0 h 560203"/>
                <a:gd name="connsiteX0" fmla="*/ 527539 w 4990151"/>
                <a:gd name="connsiteY0" fmla="*/ 0 h 571926"/>
                <a:gd name="connsiteX1" fmla="*/ 4990151 w 4990151"/>
                <a:gd name="connsiteY1" fmla="*/ 0 h 571926"/>
                <a:gd name="connsiteX2" fmla="*/ 4298490 w 4990151"/>
                <a:gd name="connsiteY2" fmla="*/ 548480 h 571926"/>
                <a:gd name="connsiteX3" fmla="*/ 0 w 4990151"/>
                <a:gd name="connsiteY3" fmla="*/ 571926 h 571926"/>
                <a:gd name="connsiteX4" fmla="*/ 527539 w 4990151"/>
                <a:gd name="connsiteY4" fmla="*/ 0 h 571926"/>
                <a:gd name="connsiteX0" fmla="*/ 527539 w 4990151"/>
                <a:gd name="connsiteY0" fmla="*/ 0 h 582700"/>
                <a:gd name="connsiteX1" fmla="*/ 4990151 w 4990151"/>
                <a:gd name="connsiteY1" fmla="*/ 0 h 582700"/>
                <a:gd name="connsiteX2" fmla="*/ 4285302 w 4990151"/>
                <a:gd name="connsiteY2" fmla="*/ 582700 h 582700"/>
                <a:gd name="connsiteX3" fmla="*/ 0 w 4990151"/>
                <a:gd name="connsiteY3" fmla="*/ 571926 h 582700"/>
                <a:gd name="connsiteX4" fmla="*/ 527539 w 4990151"/>
                <a:gd name="connsiteY4" fmla="*/ 0 h 582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0151" h="582700">
                  <a:moveTo>
                    <a:pt x="527539" y="0"/>
                  </a:moveTo>
                  <a:lnTo>
                    <a:pt x="4990151" y="0"/>
                  </a:lnTo>
                  <a:lnTo>
                    <a:pt x="4285302" y="582700"/>
                  </a:lnTo>
                  <a:lnTo>
                    <a:pt x="0" y="571926"/>
                  </a:lnTo>
                  <a:lnTo>
                    <a:pt x="527539" y="0"/>
                  </a:lnTo>
                  <a:close/>
                </a:path>
              </a:pathLst>
            </a:custGeom>
            <a:solidFill>
              <a:schemeClr val="accent2">
                <a:lumMod val="75000"/>
              </a:schemeClr>
            </a:solidFill>
            <a:ln w="25400" cap="flat" cmpd="sng" algn="ctr">
              <a:noFill/>
              <a:prstDash val="solid"/>
            </a:ln>
            <a:effectLst/>
          </p:spPr>
          <p:txBody>
            <a:bodyPr rtlCol="0" anchor="ctr"/>
            <a:lstStyle/>
            <a:p>
              <a:pPr algn="ctr" defTabSz="685800">
                <a:defRPr/>
              </a:pPr>
              <a:endParaRPr lang="zh-CN" altLang="en-US" sz="1400" kern="0" dirty="0">
                <a:solidFill>
                  <a:sysClr val="window" lastClr="FFFFFF"/>
                </a:solidFill>
                <a:latin typeface="Calibri"/>
                <a:ea typeface="宋体"/>
              </a:endParaRPr>
            </a:p>
          </p:txBody>
        </p:sp>
        <p:sp>
          <p:nvSpPr>
            <p:cNvPr id="10" name="TextBox 9"/>
            <p:cNvSpPr txBox="1"/>
            <p:nvPr/>
          </p:nvSpPr>
          <p:spPr>
            <a:xfrm>
              <a:off x="7458463" y="1013507"/>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1</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1" name="TextBox 10"/>
            <p:cNvSpPr txBox="1"/>
            <p:nvPr/>
          </p:nvSpPr>
          <p:spPr>
            <a:xfrm>
              <a:off x="7014692" y="2722002"/>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2</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2" name="TextBox 11"/>
            <p:cNvSpPr txBox="1"/>
            <p:nvPr/>
          </p:nvSpPr>
          <p:spPr>
            <a:xfrm>
              <a:off x="7458463" y="4494015"/>
              <a:ext cx="833868" cy="2043005"/>
            </a:xfrm>
            <a:prstGeom prst="rect">
              <a:avLst/>
            </a:prstGeom>
            <a:noFill/>
          </p:spPr>
          <p:txBody>
            <a:bodyPr wrap="square" rtlCol="0">
              <a:spAutoFit/>
            </a:bodyPr>
            <a:lstStyle/>
            <a:p>
              <a:pPr algn="ctr" defTabSz="685800">
                <a:lnSpc>
                  <a:spcPct val="130000"/>
                </a:lnSpc>
                <a:defRPr/>
              </a:pPr>
              <a:r>
                <a:rPr lang="en-US" altLang="zh-CN" sz="7200" b="1" kern="0" dirty="0">
                  <a:solidFill>
                    <a:sysClr val="window" lastClr="FFFFFF"/>
                  </a:solidFill>
                  <a:effectLst>
                    <a:innerShdw blurRad="63500" dist="50800" dir="13500000">
                      <a:prstClr val="black">
                        <a:alpha val="50000"/>
                      </a:prstClr>
                    </a:innerShdw>
                  </a:effectLst>
                  <a:latin typeface="+mj-lt"/>
                  <a:ea typeface="微软雅黑" pitchFamily="34" charset="-122"/>
                </a:rPr>
                <a:t>3</a:t>
              </a:r>
              <a:endParaRPr lang="zh-CN" altLang="en-US" sz="7200" b="1" kern="0" dirty="0">
                <a:solidFill>
                  <a:sysClr val="window" lastClr="FFFFFF"/>
                </a:solidFill>
                <a:effectLst>
                  <a:innerShdw blurRad="63500" dist="50800" dir="13500000">
                    <a:prstClr val="black">
                      <a:alpha val="50000"/>
                    </a:prstClr>
                  </a:innerShdw>
                </a:effectLst>
                <a:latin typeface="+mj-lt"/>
                <a:ea typeface="微软雅黑" pitchFamily="34" charset="-122"/>
              </a:endParaRPr>
            </a:p>
          </p:txBody>
        </p:sp>
        <p:sp>
          <p:nvSpPr>
            <p:cNvPr id="13" name="TextBox 12"/>
            <p:cNvSpPr txBox="1"/>
            <p:nvPr/>
          </p:nvSpPr>
          <p:spPr>
            <a:xfrm>
              <a:off x="8112223" y="1289810"/>
              <a:ext cx="1988967"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5" name="TextBox 14"/>
            <p:cNvSpPr txBox="1"/>
            <p:nvPr/>
          </p:nvSpPr>
          <p:spPr>
            <a:xfrm>
              <a:off x="7854664" y="3091789"/>
              <a:ext cx="2288721"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6" name="TextBox 15"/>
            <p:cNvSpPr txBox="1"/>
            <p:nvPr/>
          </p:nvSpPr>
          <p:spPr>
            <a:xfrm>
              <a:off x="8382843" y="4860320"/>
              <a:ext cx="1844949" cy="369218"/>
            </a:xfrm>
            <a:prstGeom prst="rect">
              <a:avLst/>
            </a:prstGeom>
            <a:noFill/>
          </p:spPr>
          <p:txBody>
            <a:bodyPr wrap="square" rtlCol="0">
              <a:spAutoFit/>
            </a:bodyPr>
            <a:lstStyle/>
            <a:p>
              <a:pPr algn="ctr" fontAlgn="base">
                <a:spcBef>
                  <a:spcPct val="0"/>
                </a:spcBef>
                <a:spcAft>
                  <a:spcPct val="0"/>
                </a:spcAft>
              </a:pPr>
              <a:r>
                <a:rPr lang="zh-CN" altLang="en-US" sz="1200" dirty="0">
                  <a:solidFill>
                    <a:schemeClr val="bg1"/>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bg1"/>
                </a:solidFill>
                <a:latin typeface="微软雅黑" pitchFamily="34" charset="-122"/>
                <a:ea typeface="微软雅黑" pitchFamily="34" charset="-122"/>
                <a:sym typeface="方正兰亭黑_GBK" panose="02000000000000000000" pitchFamily="2" charset="-122"/>
              </a:endParaRPr>
            </a:p>
          </p:txBody>
        </p:sp>
        <p:sp>
          <p:nvSpPr>
            <p:cNvPr id="19" name="Rectangle 18"/>
            <p:cNvSpPr/>
            <p:nvPr/>
          </p:nvSpPr>
          <p:spPr>
            <a:xfrm>
              <a:off x="7776185" y="3488084"/>
              <a:ext cx="2632543"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sp>
          <p:nvSpPr>
            <p:cNvPr id="20" name="Rectangle 19"/>
            <p:cNvSpPr/>
            <p:nvPr/>
          </p:nvSpPr>
          <p:spPr>
            <a:xfrm>
              <a:off x="8160347" y="1711623"/>
              <a:ext cx="2321668"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sp>
          <p:nvSpPr>
            <p:cNvPr id="21" name="Rectangle 20"/>
            <p:cNvSpPr/>
            <p:nvPr/>
          </p:nvSpPr>
          <p:spPr>
            <a:xfrm>
              <a:off x="8213851" y="5215098"/>
              <a:ext cx="2321668" cy="676899"/>
            </a:xfrm>
            <a:prstGeom prst="rect">
              <a:avLst/>
            </a:prstGeom>
          </p:spPr>
          <p:txBody>
            <a:bodyPr wrap="square">
              <a:spAutoFit/>
            </a:bodyPr>
            <a:lstStyle/>
            <a:p>
              <a:pPr algn="just"/>
              <a:r>
                <a:rPr lang="zh-CN" altLang="en-US" sz="900" dirty="0">
                  <a:solidFill>
                    <a:schemeClr val="bg1"/>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bg1"/>
                </a:solidFill>
                <a:latin typeface="微软雅黑" pitchFamily="34" charset="-122"/>
                <a:ea typeface="微软雅黑" pitchFamily="34" charset="-122"/>
              </a:endParaRPr>
            </a:p>
          </p:txBody>
        </p:sp>
      </p:grpSp>
      <p:grpSp>
        <p:nvGrpSpPr>
          <p:cNvPr id="17" name="Group 23"/>
          <p:cNvGrpSpPr/>
          <p:nvPr/>
        </p:nvGrpSpPr>
        <p:grpSpPr>
          <a:xfrm>
            <a:off x="822672" y="3051241"/>
            <a:ext cx="383084" cy="383857"/>
            <a:chOff x="9145588" y="4435475"/>
            <a:chExt cx="464344" cy="465138"/>
          </a:xfrm>
          <a:solidFill>
            <a:schemeClr val="accent3"/>
          </a:solidFill>
        </p:grpSpPr>
        <p:sp>
          <p:nvSpPr>
            <p:cNvPr id="25" name="AutoShape 7"/>
            <p:cNvSpPr>
              <a:spLocks/>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6" name="AutoShape 8"/>
            <p:cNvSpPr>
              <a:spLocks/>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7" name="AutoShape 9"/>
            <p:cNvSpPr>
              <a:spLocks/>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8" name="AutoShape 10"/>
            <p:cNvSpPr>
              <a:spLocks/>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29" name="AutoShape 11"/>
            <p:cNvSpPr>
              <a:spLocks/>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0" name="AutoShape 12"/>
            <p:cNvSpPr>
              <a:spLocks/>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1" name="AutoShape 13"/>
            <p:cNvSpPr>
              <a:spLocks/>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2" name="AutoShape 14"/>
            <p:cNvSpPr>
              <a:spLocks/>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33" name="AutoShape 15"/>
            <p:cNvSpPr>
              <a:spLocks/>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18" name="Group 33"/>
          <p:cNvGrpSpPr/>
          <p:nvPr/>
        </p:nvGrpSpPr>
        <p:grpSpPr>
          <a:xfrm>
            <a:off x="822672" y="3938030"/>
            <a:ext cx="383739" cy="322938"/>
            <a:chOff x="5368132" y="2625725"/>
            <a:chExt cx="465138" cy="391319"/>
          </a:xfrm>
          <a:solidFill>
            <a:schemeClr val="accent4"/>
          </a:solidFill>
        </p:grpSpPr>
        <p:sp>
          <p:nvSpPr>
            <p:cNvPr id="35" name="AutoShape 120"/>
            <p:cNvSpPr>
              <a:spLocks/>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6" name="AutoShape 121"/>
            <p:cNvSpPr>
              <a:spLocks/>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37" name="AutoShape 122"/>
            <p:cNvSpPr>
              <a:spLocks/>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24" name="Group 37"/>
          <p:cNvGrpSpPr/>
          <p:nvPr/>
        </p:nvGrpSpPr>
        <p:grpSpPr>
          <a:xfrm>
            <a:off x="822672" y="2165107"/>
            <a:ext cx="383084" cy="383202"/>
            <a:chOff x="4439444" y="1652588"/>
            <a:chExt cx="464344" cy="464344"/>
          </a:xfrm>
          <a:solidFill>
            <a:schemeClr val="accent2"/>
          </a:solidFill>
        </p:grpSpPr>
        <p:sp>
          <p:nvSpPr>
            <p:cNvPr id="39" name="AutoShape 136"/>
            <p:cNvSpPr>
              <a:spLocks/>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0" name="AutoShape 137"/>
            <p:cNvSpPr>
              <a:spLocks/>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sp>
          <p:nvSpPr>
            <p:cNvPr id="41" name="AutoShape 138"/>
            <p:cNvSpPr>
              <a:spLocks/>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dirty="0">
                <a:sym typeface="Gill Sans" charset="0"/>
              </a:endParaRPr>
            </a:p>
          </p:txBody>
        </p:sp>
      </p:grpSp>
      <p:grpSp>
        <p:nvGrpSpPr>
          <p:cNvPr id="34" name="Group 41"/>
          <p:cNvGrpSpPr/>
          <p:nvPr/>
        </p:nvGrpSpPr>
        <p:grpSpPr>
          <a:xfrm>
            <a:off x="822672" y="1360977"/>
            <a:ext cx="383084" cy="299356"/>
            <a:chOff x="2581275" y="1710532"/>
            <a:chExt cx="464344" cy="362744"/>
          </a:xfrm>
          <a:solidFill>
            <a:schemeClr val="accent1"/>
          </a:solidFill>
        </p:grpSpPr>
        <p:sp>
          <p:nvSpPr>
            <p:cNvPr id="43"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4"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5"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6"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7"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8"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sp>
          <p:nvSpPr>
            <p:cNvPr id="49"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dirty="0">
                <a:solidFill>
                  <a:srgbClr val="FFFFFF"/>
                </a:solidFill>
                <a:effectLst>
                  <a:outerShdw blurRad="38100" dist="38100" dir="2700000" algn="tl">
                    <a:srgbClr val="000000"/>
                  </a:outerShdw>
                </a:effectLst>
                <a:latin typeface="Gill Sans" charset="0"/>
                <a:sym typeface="Gill Sans" charset="0"/>
              </a:endParaRPr>
            </a:p>
          </p:txBody>
        </p:sp>
      </p:grpSp>
      <p:grpSp>
        <p:nvGrpSpPr>
          <p:cNvPr id="38" name="Group 51"/>
          <p:cNvGrpSpPr/>
          <p:nvPr/>
        </p:nvGrpSpPr>
        <p:grpSpPr>
          <a:xfrm>
            <a:off x="1323141" y="1105068"/>
            <a:ext cx="2348759" cy="615201"/>
            <a:chOff x="1513650" y="1382143"/>
            <a:chExt cx="4047778" cy="820014"/>
          </a:xfrm>
        </p:grpSpPr>
        <p:sp>
          <p:nvSpPr>
            <p:cNvPr id="50" name="TextBox 49"/>
            <p:cNvSpPr txBox="1"/>
            <p:nvPr/>
          </p:nvSpPr>
          <p:spPr>
            <a:xfrm>
              <a:off x="185724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1" name="Rectangle 50"/>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42" name="Group 52"/>
          <p:cNvGrpSpPr/>
          <p:nvPr/>
        </p:nvGrpSpPr>
        <p:grpSpPr>
          <a:xfrm>
            <a:off x="1323141" y="1959651"/>
            <a:ext cx="2348759" cy="615201"/>
            <a:chOff x="1513650" y="1382143"/>
            <a:chExt cx="4047778" cy="820014"/>
          </a:xfrm>
        </p:grpSpPr>
        <p:sp>
          <p:nvSpPr>
            <p:cNvPr id="54" name="TextBox 53"/>
            <p:cNvSpPr txBox="1"/>
            <p:nvPr/>
          </p:nvSpPr>
          <p:spPr>
            <a:xfrm>
              <a:off x="1930430"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55" name="Rectangle 54"/>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52" name="Group 58"/>
          <p:cNvGrpSpPr/>
          <p:nvPr/>
        </p:nvGrpSpPr>
        <p:grpSpPr>
          <a:xfrm>
            <a:off x="1323141" y="2862911"/>
            <a:ext cx="2348759" cy="615201"/>
            <a:chOff x="1513650" y="1382143"/>
            <a:chExt cx="4047778" cy="820014"/>
          </a:xfrm>
        </p:grpSpPr>
        <p:sp>
          <p:nvSpPr>
            <p:cNvPr id="60" name="TextBox 59"/>
            <p:cNvSpPr txBox="1"/>
            <p:nvPr/>
          </p:nvSpPr>
          <p:spPr>
            <a:xfrm>
              <a:off x="177974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61" name="Rectangle 60"/>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grpSp>
        <p:nvGrpSpPr>
          <p:cNvPr id="53" name="Group 61"/>
          <p:cNvGrpSpPr/>
          <p:nvPr/>
        </p:nvGrpSpPr>
        <p:grpSpPr>
          <a:xfrm>
            <a:off x="1321229" y="3717493"/>
            <a:ext cx="2348759" cy="615201"/>
            <a:chOff x="1513650" y="1382143"/>
            <a:chExt cx="4047778" cy="820014"/>
          </a:xfrm>
        </p:grpSpPr>
        <p:sp>
          <p:nvSpPr>
            <p:cNvPr id="63" name="TextBox 62"/>
            <p:cNvSpPr txBox="1"/>
            <p:nvPr/>
          </p:nvSpPr>
          <p:spPr>
            <a:xfrm>
              <a:off x="1813989" y="1382143"/>
              <a:ext cx="1066958" cy="369218"/>
            </a:xfrm>
            <a:prstGeom prst="rect">
              <a:avLst/>
            </a:prstGeom>
            <a:noFill/>
          </p:spPr>
          <p:txBody>
            <a:bodyPr wrap="none" rtlCol="0">
              <a:spAutoFit/>
            </a:bodyPr>
            <a:lstStyle/>
            <a:p>
              <a:pPr algn="ctr" fontAlgn="base">
                <a:spcBef>
                  <a:spcPct val="0"/>
                </a:spcBef>
                <a:spcAft>
                  <a:spcPct val="0"/>
                </a:spcAft>
              </a:pPr>
              <a:r>
                <a:rPr lang="zh-CN" altLang="en-US"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rPr>
                <a:t>添加标题</a:t>
              </a:r>
              <a:endParaRPr lang="en-US" altLang="zh-CN" sz="1200" dirty="0">
                <a:solidFill>
                  <a:schemeClr val="tx1">
                    <a:lumMod val="75000"/>
                    <a:lumOff val="25000"/>
                  </a:schemeClr>
                </a:solidFill>
                <a:latin typeface="微软雅黑" pitchFamily="34" charset="-122"/>
                <a:ea typeface="微软雅黑" pitchFamily="34" charset="-122"/>
                <a:sym typeface="方正兰亭黑_GBK" panose="02000000000000000000" pitchFamily="2" charset="-122"/>
              </a:endParaRPr>
            </a:p>
          </p:txBody>
        </p:sp>
        <p:sp>
          <p:nvSpPr>
            <p:cNvPr id="64" name="Rectangle 63"/>
            <p:cNvSpPr/>
            <p:nvPr/>
          </p:nvSpPr>
          <p:spPr>
            <a:xfrm>
              <a:off x="1513650" y="1709867"/>
              <a:ext cx="4047778" cy="492290"/>
            </a:xfrm>
            <a:prstGeom prst="rect">
              <a:avLst/>
            </a:prstGeom>
          </p:spPr>
          <p:txBody>
            <a:bodyPr wrap="square">
              <a:spAutoFit/>
            </a:bodyPr>
            <a:lstStyle/>
            <a:p>
              <a:r>
                <a:rPr lang="zh-CN" altLang="en-US" sz="900" dirty="0">
                  <a:solidFill>
                    <a:schemeClr val="tx1">
                      <a:lumMod val="50000"/>
                      <a:lumOff val="50000"/>
                    </a:schemeClr>
                  </a:solidFill>
                  <a:latin typeface="微软雅黑" pitchFamily="34" charset="-122"/>
                  <a:ea typeface="微软雅黑" pitchFamily="34" charset="-122"/>
                </a:rPr>
                <a:t>在此框中选择粘贴，并选择只保留文字。您的内容打在这里，或者通过复制您的</a:t>
              </a:r>
              <a:endParaRPr lang="en-GB" altLang="zh-CN" sz="900" dirty="0">
                <a:solidFill>
                  <a:schemeClr val="tx1">
                    <a:lumMod val="50000"/>
                    <a:lumOff val="50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18350931"/>
      </p:ext>
    </p:extLst>
  </p:cSld>
  <p:clrMapOvr>
    <a:masterClrMapping/>
  </p:clrMapOvr>
  <mc:AlternateContent xmlns:mc="http://schemas.openxmlformats.org/markup-compatibility/2006" xmlns:p14="http://schemas.microsoft.com/office/powerpoint/2010/main">
    <mc:Choice Requires="p14">
      <p:transition spd="slow" p14:dur="1500" advClick="0" advTm="2000">
        <p:split orient="vert"/>
      </p:transition>
    </mc:Choice>
    <mc:Fallback xmlns="">
      <p:transition spd="slow" advClick="0" advTm="2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par>
                          <p:cTn id="26" fill="hold">
                            <p:stCondLst>
                              <p:cond delay="2500"/>
                            </p:stCondLst>
                            <p:childTnLst>
                              <p:par>
                                <p:cTn id="27" presetID="10"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500"/>
                                        <p:tgtEl>
                                          <p:spTgt spid="52"/>
                                        </p:tgtEl>
                                      </p:cBhvr>
                                    </p:animEffect>
                                  </p:childTnLst>
                                </p:cTn>
                              </p:par>
                            </p:childTnLst>
                          </p:cTn>
                        </p:par>
                        <p:par>
                          <p:cTn id="34" fill="hold">
                            <p:stCondLst>
                              <p:cond delay="3500"/>
                            </p:stCondLst>
                            <p:childTnLst>
                              <p:par>
                                <p:cTn id="35" presetID="10" presetClass="entr" presetSubtype="0"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par>
                          <p:cTn id="38" fill="hold">
                            <p:stCondLst>
                              <p:cond delay="4000"/>
                            </p:stCondLst>
                            <p:childTnLst>
                              <p:par>
                                <p:cTn id="39" presetID="10" presetClass="entr" presetSubtype="0" fill="hold"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765966"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329276"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成功项目展示</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185589"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03</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681102"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091807488"/>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 name="组合 102"/>
          <p:cNvGrpSpPr/>
          <p:nvPr/>
        </p:nvGrpSpPr>
        <p:grpSpPr>
          <a:xfrm>
            <a:off x="3405912" y="1803536"/>
            <a:ext cx="528638" cy="547857"/>
            <a:chOff x="4541216" y="2256943"/>
            <a:chExt cx="704850" cy="730250"/>
          </a:xfrm>
        </p:grpSpPr>
        <p:sp>
          <p:nvSpPr>
            <p:cNvPr id="100" name="MH_Other_1"/>
            <p:cNvSpPr/>
            <p:nvPr>
              <p:custDataLst>
                <p:tags r:id="rId3"/>
              </p:custDataLst>
            </p:nvPr>
          </p:nvSpPr>
          <p:spPr>
            <a:xfrm>
              <a:off x="4541216" y="2256943"/>
              <a:ext cx="704850" cy="730250"/>
            </a:xfrm>
            <a:prstGeom prst="roundRect">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4" name="MH_Other_5"/>
            <p:cNvSpPr>
              <a:spLocks/>
            </p:cNvSpPr>
            <p:nvPr>
              <p:custDataLst>
                <p:tags r:id="rId4"/>
              </p:custDataLst>
            </p:nvPr>
          </p:nvSpPr>
          <p:spPr bwMode="auto">
            <a:xfrm>
              <a:off x="4688854" y="2426806"/>
              <a:ext cx="398463" cy="396875"/>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101" name="组合 111"/>
          <p:cNvGrpSpPr/>
          <p:nvPr/>
        </p:nvGrpSpPr>
        <p:grpSpPr>
          <a:xfrm>
            <a:off x="3405912" y="3349444"/>
            <a:ext cx="528638" cy="547857"/>
            <a:chOff x="4541216" y="4317518"/>
            <a:chExt cx="704850" cy="730250"/>
          </a:xfrm>
        </p:grpSpPr>
        <p:sp>
          <p:nvSpPr>
            <p:cNvPr id="102" name="MH_Other_3"/>
            <p:cNvSpPr/>
            <p:nvPr>
              <p:custDataLst>
                <p:tags r:id="rId1"/>
              </p:custDataLst>
            </p:nvPr>
          </p:nvSpPr>
          <p:spPr>
            <a:xfrm>
              <a:off x="4541216" y="4317518"/>
              <a:ext cx="704850" cy="730250"/>
            </a:xfrm>
            <a:prstGeom prst="roundRect">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5" name="MH_Other_6"/>
            <p:cNvSpPr>
              <a:spLocks noChangeAspect="1"/>
            </p:cNvSpPr>
            <p:nvPr>
              <p:custDataLst>
                <p:tags r:id="rId2"/>
              </p:custDataLst>
            </p:nvPr>
          </p:nvSpPr>
          <p:spPr bwMode="auto">
            <a:xfrm>
              <a:off x="4706317" y="4485793"/>
              <a:ext cx="396875" cy="393700"/>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latin typeface="微软雅黑" panose="020B0503020204020204" pitchFamily="34" charset="-122"/>
                <a:ea typeface="微软雅黑" panose="020B0503020204020204" pitchFamily="34" charset="-122"/>
              </a:endParaRPr>
            </a:p>
          </p:txBody>
        </p:sp>
      </p:grpSp>
      <p:sp>
        <p:nvSpPr>
          <p:cNvPr id="107" name="矩形 106"/>
          <p:cNvSpPr/>
          <p:nvPr/>
        </p:nvSpPr>
        <p:spPr>
          <a:xfrm>
            <a:off x="4031940" y="2053757"/>
            <a:ext cx="4618528" cy="484748"/>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itchFamily="34" charset="-122"/>
                <a:ea typeface="微软雅黑" pitchFamily="34" charset="-122"/>
                <a:cs typeface="华文黑体" pitchFamily="2" charset="-122"/>
              </a:rPr>
              <a:t>单击添加文本单击添加文本单击添加文本单击添加文本单击添加文本单击添加文本单击添加文本单击添加文本</a:t>
            </a:r>
          </a:p>
          <a:p>
            <a:pPr lvl="0"/>
            <a:endParaRPr lang="zh-CN" altLang="en-US" sz="900" dirty="0">
              <a:solidFill>
                <a:schemeClr val="tx1">
                  <a:lumMod val="50000"/>
                  <a:lumOff val="50000"/>
                </a:schemeClr>
              </a:solidFill>
              <a:latin typeface="微软雅黑" pitchFamily="34" charset="-122"/>
              <a:ea typeface="微软雅黑" pitchFamily="34" charset="-122"/>
              <a:cs typeface="华文黑体" pitchFamily="2" charset="-122"/>
            </a:endParaRPr>
          </a:p>
        </p:txBody>
      </p:sp>
      <p:sp>
        <p:nvSpPr>
          <p:cNvPr id="108" name="文本框 107"/>
          <p:cNvSpPr txBox="1"/>
          <p:nvPr/>
        </p:nvSpPr>
        <p:spPr>
          <a:xfrm>
            <a:off x="4033438" y="1752862"/>
            <a:ext cx="1451753" cy="253916"/>
          </a:xfrm>
          <a:prstGeom prst="rect">
            <a:avLst/>
          </a:prstGeom>
          <a:noFill/>
        </p:spPr>
        <p:txBody>
          <a:bodyPr vert="horz"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单击添加标题</a:t>
            </a:r>
          </a:p>
        </p:txBody>
      </p:sp>
      <p:sp>
        <p:nvSpPr>
          <p:cNvPr id="110" name="矩形 109"/>
          <p:cNvSpPr/>
          <p:nvPr/>
        </p:nvSpPr>
        <p:spPr>
          <a:xfrm>
            <a:off x="4031940" y="3588574"/>
            <a:ext cx="4618528" cy="346249"/>
          </a:xfrm>
          <a:prstGeom prst="rect">
            <a:avLst/>
          </a:prstGeom>
        </p:spPr>
        <p:txBody>
          <a:bodyPr wrap="square" lIns="68580" tIns="34290" rIns="68580" bIns="34290">
            <a:spAutoFit/>
          </a:bodyPr>
          <a:lstStyle/>
          <a:p>
            <a:r>
              <a:rPr lang="zh-CN" altLang="en-US" sz="900" dirty="0">
                <a:solidFill>
                  <a:schemeClr val="tx1">
                    <a:lumMod val="50000"/>
                    <a:lumOff val="50000"/>
                  </a:schemeClr>
                </a:solidFill>
                <a:latin typeface="微软雅黑" pitchFamily="34" charset="-122"/>
                <a:ea typeface="微软雅黑" pitchFamily="34" charset="-122"/>
                <a:cs typeface="华文黑体" pitchFamily="2" charset="-122"/>
              </a:rPr>
              <a:t>单击添加文本单击添加文本单击添加文本单击添加文本单击添加文本单击添加文本单击添加文本单击添加文本</a:t>
            </a:r>
          </a:p>
        </p:txBody>
      </p:sp>
      <p:sp>
        <p:nvSpPr>
          <p:cNvPr id="111" name="文本框 110"/>
          <p:cNvSpPr txBox="1"/>
          <p:nvPr/>
        </p:nvSpPr>
        <p:spPr>
          <a:xfrm>
            <a:off x="4033438" y="3287679"/>
            <a:ext cx="1451753" cy="253916"/>
          </a:xfrm>
          <a:prstGeom prst="rect">
            <a:avLst/>
          </a:prstGeom>
          <a:noFill/>
        </p:spPr>
        <p:txBody>
          <a:bodyPr vert="horz"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单击添加标题</a:t>
            </a:r>
          </a:p>
        </p:txBody>
      </p:sp>
      <p:pic>
        <p:nvPicPr>
          <p:cNvPr id="113" name="图片 112"/>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24751" y="1680750"/>
            <a:ext cx="1886247" cy="1404308"/>
          </a:xfrm>
          <a:custGeom>
            <a:avLst/>
            <a:gdLst>
              <a:gd name="connsiteX0" fmla="*/ 156932 w 2314918"/>
              <a:gd name="connsiteY0" fmla="*/ 0 h 1743304"/>
              <a:gd name="connsiteX1" fmla="*/ 2157986 w 2314918"/>
              <a:gd name="connsiteY1" fmla="*/ 0 h 1743304"/>
              <a:gd name="connsiteX2" fmla="*/ 2314918 w 2314918"/>
              <a:gd name="connsiteY2" fmla="*/ 156932 h 1743304"/>
              <a:gd name="connsiteX3" fmla="*/ 2314918 w 2314918"/>
              <a:gd name="connsiteY3" fmla="*/ 1586372 h 1743304"/>
              <a:gd name="connsiteX4" fmla="*/ 2157986 w 2314918"/>
              <a:gd name="connsiteY4" fmla="*/ 1743304 h 1743304"/>
              <a:gd name="connsiteX5" fmla="*/ 156932 w 2314918"/>
              <a:gd name="connsiteY5" fmla="*/ 1743304 h 1743304"/>
              <a:gd name="connsiteX6" fmla="*/ 0 w 2314918"/>
              <a:gd name="connsiteY6" fmla="*/ 1586372 h 1743304"/>
              <a:gd name="connsiteX7" fmla="*/ 0 w 2314918"/>
              <a:gd name="connsiteY7" fmla="*/ 156932 h 1743304"/>
              <a:gd name="connsiteX8" fmla="*/ 156932 w 2314918"/>
              <a:gd name="connsiteY8" fmla="*/ 0 h 174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918" h="1743304">
                <a:moveTo>
                  <a:pt x="156932" y="0"/>
                </a:moveTo>
                <a:lnTo>
                  <a:pt x="2157986" y="0"/>
                </a:lnTo>
                <a:cubicBezTo>
                  <a:pt x="2244657" y="0"/>
                  <a:pt x="2314918" y="70261"/>
                  <a:pt x="2314918" y="156932"/>
                </a:cubicBezTo>
                <a:lnTo>
                  <a:pt x="2314918" y="1586372"/>
                </a:lnTo>
                <a:cubicBezTo>
                  <a:pt x="2314918" y="1673043"/>
                  <a:pt x="2244657" y="1743304"/>
                  <a:pt x="2157986" y="1743304"/>
                </a:cubicBezTo>
                <a:lnTo>
                  <a:pt x="156932" y="1743304"/>
                </a:lnTo>
                <a:cubicBezTo>
                  <a:pt x="70261" y="1743304"/>
                  <a:pt x="0" y="1673043"/>
                  <a:pt x="0" y="1586372"/>
                </a:cubicBezTo>
                <a:lnTo>
                  <a:pt x="0" y="156932"/>
                </a:lnTo>
                <a:cubicBezTo>
                  <a:pt x="0" y="70261"/>
                  <a:pt x="70261" y="0"/>
                  <a:pt x="156932" y="0"/>
                </a:cubicBezTo>
                <a:close/>
              </a:path>
            </a:pathLst>
          </a:custGeom>
          <a:gradFill flip="none" rotWithShape="1">
            <a:gsLst>
              <a:gs pos="0">
                <a:schemeClr val="tx1"/>
              </a:gs>
              <a:gs pos="100000">
                <a:schemeClr val="tx1">
                  <a:lumMod val="95000"/>
                </a:schemeClr>
              </a:gs>
            </a:gsLst>
            <a:lin ang="13500000" scaled="1"/>
            <a:tileRect/>
          </a:gradFill>
          <a:ln w="34925">
            <a:noFill/>
          </a:ln>
          <a:effectLst>
            <a:outerShdw blurRad="114300" dist="63500" dir="2700000" algn="tl" rotWithShape="0">
              <a:prstClr val="black">
                <a:alpha val="40000"/>
              </a:prstClr>
            </a:outerShdw>
          </a:effectLst>
        </p:spPr>
      </p:pic>
      <p:grpSp>
        <p:nvGrpSpPr>
          <p:cNvPr id="103" name="组合 100"/>
          <p:cNvGrpSpPr/>
          <p:nvPr/>
        </p:nvGrpSpPr>
        <p:grpSpPr>
          <a:xfrm>
            <a:off x="683568" y="3212779"/>
            <a:ext cx="2050380" cy="884570"/>
            <a:chOff x="911424" y="4358462"/>
            <a:chExt cx="2733839" cy="1179063"/>
          </a:xfrm>
        </p:grpSpPr>
        <p:sp>
          <p:nvSpPr>
            <p:cNvPr id="74" name="圆角矩形 73"/>
            <p:cNvSpPr/>
            <p:nvPr/>
          </p:nvSpPr>
          <p:spPr>
            <a:xfrm>
              <a:off x="1069070" y="4358462"/>
              <a:ext cx="2576193" cy="1179063"/>
            </a:xfrm>
            <a:prstGeom prst="roundRect">
              <a:avLst>
                <a:gd name="adj" fmla="val 7540"/>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66281D"/>
                </a:solidFill>
              </a:endParaRPr>
            </a:p>
          </p:txBody>
        </p:sp>
        <p:sp>
          <p:nvSpPr>
            <p:cNvPr id="114" name="文本框 113"/>
            <p:cNvSpPr txBox="1"/>
            <p:nvPr/>
          </p:nvSpPr>
          <p:spPr>
            <a:xfrm>
              <a:off x="1439482" y="4499497"/>
              <a:ext cx="1935670" cy="369218"/>
            </a:xfrm>
            <a:prstGeom prst="rect">
              <a:avLst/>
            </a:prstGeom>
            <a:noFill/>
            <a:ln>
              <a:noFill/>
            </a:ln>
          </p:spPr>
          <p:txBody>
            <a:bodyPr vert="horz" wrap="squar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单击添加标题</a:t>
              </a:r>
            </a:p>
          </p:txBody>
        </p:sp>
        <p:sp>
          <p:nvSpPr>
            <p:cNvPr id="115" name="文本框 114"/>
            <p:cNvSpPr txBox="1"/>
            <p:nvPr/>
          </p:nvSpPr>
          <p:spPr>
            <a:xfrm>
              <a:off x="911424" y="4875733"/>
              <a:ext cx="2517774" cy="369218"/>
            </a:xfrm>
            <a:prstGeom prst="rect">
              <a:avLst/>
            </a:prstGeom>
            <a:noFill/>
            <a:ln>
              <a:noFill/>
            </a:ln>
          </p:spPr>
          <p:txBody>
            <a:bodyPr vert="horz" wrap="square" rtlCol="0">
              <a:spAutoFit/>
            </a:bodyPr>
            <a:lstStyle/>
            <a:p>
              <a:pPr algn="ctr"/>
              <a:r>
                <a:rPr lang="en-US" altLang="zh-CN" sz="1200" dirty="0">
                  <a:solidFill>
                    <a:schemeClr val="bg1"/>
                  </a:solidFill>
                  <a:latin typeface="方正行楷简体" panose="03000509000000000000" pitchFamily="65" charset="-122"/>
                  <a:ea typeface="方正行楷简体" panose="03000509000000000000" pitchFamily="65" charset="-122"/>
                </a:rPr>
                <a:t>2016~2019</a:t>
              </a:r>
              <a:endParaRPr lang="zh-CN" altLang="en-US" sz="1200" dirty="0">
                <a:solidFill>
                  <a:schemeClr val="bg1"/>
                </a:solidFill>
                <a:latin typeface="方正行楷简体" panose="03000509000000000000" pitchFamily="65" charset="-122"/>
                <a:ea typeface="方正行楷简体" panose="03000509000000000000" pitchFamily="65" charset="-122"/>
              </a:endParaRPr>
            </a:p>
          </p:txBody>
        </p:sp>
      </p:grpSp>
    </p:spTree>
    <p:extLst>
      <p:ext uri="{BB962C8B-B14F-4D97-AF65-F5344CB8AC3E}">
        <p14:creationId xmlns:p14="http://schemas.microsoft.com/office/powerpoint/2010/main" val="22670908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60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1000"/>
                                        <p:tgtEl>
                                          <p:spTgt spid="113"/>
                                        </p:tgtEl>
                                      </p:cBhvr>
                                    </p:animEffect>
                                    <p:anim calcmode="lin" valueType="num">
                                      <p:cBhvr>
                                        <p:cTn id="8" dur="1000" fill="hold"/>
                                        <p:tgtEl>
                                          <p:spTgt spid="113"/>
                                        </p:tgtEl>
                                        <p:attrNameLst>
                                          <p:attrName>ppt_x</p:attrName>
                                        </p:attrNameLst>
                                      </p:cBhvr>
                                      <p:tavLst>
                                        <p:tav tm="0">
                                          <p:val>
                                            <p:strVal val="#ppt_x"/>
                                          </p:val>
                                        </p:tav>
                                        <p:tav tm="100000">
                                          <p:val>
                                            <p:strVal val="#ppt_x"/>
                                          </p:val>
                                        </p:tav>
                                      </p:tavLst>
                                    </p:anim>
                                    <p:anim calcmode="lin" valueType="num">
                                      <p:cBhvr>
                                        <p:cTn id="9" dur="1000" fill="hold"/>
                                        <p:tgtEl>
                                          <p:spTgt spid="113"/>
                                        </p:tgtEl>
                                        <p:attrNameLst>
                                          <p:attrName>ppt_y</p:attrName>
                                        </p:attrNameLst>
                                      </p:cBhvr>
                                      <p:tavLst>
                                        <p:tav tm="0">
                                          <p:val>
                                            <p:strVal val="#ppt_y+.1"/>
                                          </p:val>
                                        </p:tav>
                                        <p:tav tm="100000">
                                          <p:val>
                                            <p:strVal val="#ppt_y"/>
                                          </p:val>
                                        </p:tav>
                                      </p:tavLst>
                                    </p:anim>
                                  </p:childTnLst>
                                </p:cTn>
                              </p:par>
                              <p:par>
                                <p:cTn id="10" presetID="22" presetClass="entr" presetSubtype="1" fill="hold" nodeType="withEffect">
                                  <p:stCondLst>
                                    <p:cond delay="2700"/>
                                  </p:stCondLst>
                                  <p:childTnLst>
                                    <p:set>
                                      <p:cBhvr>
                                        <p:cTn id="11" dur="1" fill="hold">
                                          <p:stCondLst>
                                            <p:cond delay="0"/>
                                          </p:stCondLst>
                                        </p:cTn>
                                        <p:tgtEl>
                                          <p:spTgt spid="103"/>
                                        </p:tgtEl>
                                        <p:attrNameLst>
                                          <p:attrName>style.visibility</p:attrName>
                                        </p:attrNameLst>
                                      </p:cBhvr>
                                      <p:to>
                                        <p:strVal val="visible"/>
                                      </p:to>
                                    </p:set>
                                    <p:animEffect transition="in" filter="wipe(up)">
                                      <p:cBhvr>
                                        <p:cTn id="12" dur="500"/>
                                        <p:tgtEl>
                                          <p:spTgt spid="103"/>
                                        </p:tgtEl>
                                      </p:cBhvr>
                                    </p:animEffect>
                                  </p:childTnLst>
                                </p:cTn>
                              </p:par>
                              <p:par>
                                <p:cTn id="13" presetID="42" presetClass="entr" presetSubtype="0" fill="hold" nodeType="withEffect">
                                  <p:stCondLst>
                                    <p:cond delay="3100"/>
                                  </p:stCondLst>
                                  <p:childTnLst>
                                    <p:set>
                                      <p:cBhvr>
                                        <p:cTn id="14" dur="1" fill="hold">
                                          <p:stCondLst>
                                            <p:cond delay="0"/>
                                          </p:stCondLst>
                                        </p:cTn>
                                        <p:tgtEl>
                                          <p:spTgt spid="99"/>
                                        </p:tgtEl>
                                        <p:attrNameLst>
                                          <p:attrName>style.visibility</p:attrName>
                                        </p:attrNameLst>
                                      </p:cBhvr>
                                      <p:to>
                                        <p:strVal val="visible"/>
                                      </p:to>
                                    </p:set>
                                    <p:animEffect transition="in" filter="fade">
                                      <p:cBhvr>
                                        <p:cTn id="15" dur="750"/>
                                        <p:tgtEl>
                                          <p:spTgt spid="99"/>
                                        </p:tgtEl>
                                      </p:cBhvr>
                                    </p:animEffect>
                                    <p:anim calcmode="lin" valueType="num">
                                      <p:cBhvr>
                                        <p:cTn id="16" dur="750" fill="hold"/>
                                        <p:tgtEl>
                                          <p:spTgt spid="99"/>
                                        </p:tgtEl>
                                        <p:attrNameLst>
                                          <p:attrName>ppt_x</p:attrName>
                                        </p:attrNameLst>
                                      </p:cBhvr>
                                      <p:tavLst>
                                        <p:tav tm="0">
                                          <p:val>
                                            <p:strVal val="#ppt_x"/>
                                          </p:val>
                                        </p:tav>
                                        <p:tav tm="100000">
                                          <p:val>
                                            <p:strVal val="#ppt_x"/>
                                          </p:val>
                                        </p:tav>
                                      </p:tavLst>
                                    </p:anim>
                                    <p:anim calcmode="lin" valueType="num">
                                      <p:cBhvr>
                                        <p:cTn id="17" dur="750" fill="hold"/>
                                        <p:tgtEl>
                                          <p:spTgt spid="99"/>
                                        </p:tgtEl>
                                        <p:attrNameLst>
                                          <p:attrName>ppt_y</p:attrName>
                                        </p:attrNameLst>
                                      </p:cBhvr>
                                      <p:tavLst>
                                        <p:tav tm="0">
                                          <p:val>
                                            <p:strVal val="#ppt_y+.1"/>
                                          </p:val>
                                        </p:tav>
                                        <p:tav tm="100000">
                                          <p:val>
                                            <p:strVal val="#ppt_y"/>
                                          </p:val>
                                        </p:tav>
                                      </p:tavLst>
                                    </p:anim>
                                  </p:childTnLst>
                                </p:cTn>
                              </p:par>
                              <p:par>
                                <p:cTn id="18" presetID="23" presetClass="entr" presetSubtype="288" fill="hold" grpId="0" nodeType="withEffect">
                                  <p:stCondLst>
                                    <p:cond delay="3500"/>
                                  </p:stCondLst>
                                  <p:iterate type="lt">
                                    <p:tmPct val="10000"/>
                                  </p:iterate>
                                  <p:childTnLst>
                                    <p:set>
                                      <p:cBhvr>
                                        <p:cTn id="19" dur="1" fill="hold">
                                          <p:stCondLst>
                                            <p:cond delay="0"/>
                                          </p:stCondLst>
                                        </p:cTn>
                                        <p:tgtEl>
                                          <p:spTgt spid="108"/>
                                        </p:tgtEl>
                                        <p:attrNameLst>
                                          <p:attrName>style.visibility</p:attrName>
                                        </p:attrNameLst>
                                      </p:cBhvr>
                                      <p:to>
                                        <p:strVal val="visible"/>
                                      </p:to>
                                    </p:set>
                                    <p:anim calcmode="lin" valueType="num">
                                      <p:cBhvr>
                                        <p:cTn id="20" dur="500" fill="hold"/>
                                        <p:tgtEl>
                                          <p:spTgt spid="108"/>
                                        </p:tgtEl>
                                        <p:attrNameLst>
                                          <p:attrName>ppt_w</p:attrName>
                                        </p:attrNameLst>
                                      </p:cBhvr>
                                      <p:tavLst>
                                        <p:tav tm="0">
                                          <p:val>
                                            <p:strVal val="4/3*#ppt_w"/>
                                          </p:val>
                                        </p:tav>
                                        <p:tav tm="100000">
                                          <p:val>
                                            <p:strVal val="#ppt_w"/>
                                          </p:val>
                                        </p:tav>
                                      </p:tavLst>
                                    </p:anim>
                                    <p:anim calcmode="lin" valueType="num">
                                      <p:cBhvr>
                                        <p:cTn id="21" dur="500" fill="hold"/>
                                        <p:tgtEl>
                                          <p:spTgt spid="108"/>
                                        </p:tgtEl>
                                        <p:attrNameLst>
                                          <p:attrName>ppt_h</p:attrName>
                                        </p:attrNameLst>
                                      </p:cBhvr>
                                      <p:tavLst>
                                        <p:tav tm="0">
                                          <p:val>
                                            <p:strVal val="4/3*#ppt_h"/>
                                          </p:val>
                                        </p:tav>
                                        <p:tav tm="100000">
                                          <p:val>
                                            <p:strVal val="#ppt_h"/>
                                          </p:val>
                                        </p:tav>
                                      </p:tavLst>
                                    </p:anim>
                                  </p:childTnLst>
                                </p:cTn>
                              </p:par>
                              <p:par>
                                <p:cTn id="22" presetID="22" presetClass="entr" presetSubtype="8" fill="hold" grpId="0" nodeType="withEffect">
                                  <p:stCondLst>
                                    <p:cond delay="3800"/>
                                  </p:stCondLst>
                                  <p:childTnLst>
                                    <p:set>
                                      <p:cBhvr>
                                        <p:cTn id="23" dur="1" fill="hold">
                                          <p:stCondLst>
                                            <p:cond delay="0"/>
                                          </p:stCondLst>
                                        </p:cTn>
                                        <p:tgtEl>
                                          <p:spTgt spid="107"/>
                                        </p:tgtEl>
                                        <p:attrNameLst>
                                          <p:attrName>style.visibility</p:attrName>
                                        </p:attrNameLst>
                                      </p:cBhvr>
                                      <p:to>
                                        <p:strVal val="visible"/>
                                      </p:to>
                                    </p:set>
                                    <p:animEffect transition="in" filter="wipe(left)">
                                      <p:cBhvr>
                                        <p:cTn id="24" dur="500"/>
                                        <p:tgtEl>
                                          <p:spTgt spid="107"/>
                                        </p:tgtEl>
                                      </p:cBhvr>
                                    </p:animEffect>
                                  </p:childTnLst>
                                </p:cTn>
                              </p:par>
                              <p:par>
                                <p:cTn id="25" presetID="42" presetClass="entr" presetSubtype="0" fill="hold" nodeType="withEffect">
                                  <p:stCondLst>
                                    <p:cond delay="4200"/>
                                  </p:stCondLst>
                                  <p:childTnLst>
                                    <p:set>
                                      <p:cBhvr>
                                        <p:cTn id="26" dur="1" fill="hold">
                                          <p:stCondLst>
                                            <p:cond delay="0"/>
                                          </p:stCondLst>
                                        </p:cTn>
                                        <p:tgtEl>
                                          <p:spTgt spid="101"/>
                                        </p:tgtEl>
                                        <p:attrNameLst>
                                          <p:attrName>style.visibility</p:attrName>
                                        </p:attrNameLst>
                                      </p:cBhvr>
                                      <p:to>
                                        <p:strVal val="visible"/>
                                      </p:to>
                                    </p:set>
                                    <p:animEffect transition="in" filter="fade">
                                      <p:cBhvr>
                                        <p:cTn id="27" dur="750"/>
                                        <p:tgtEl>
                                          <p:spTgt spid="101"/>
                                        </p:tgtEl>
                                      </p:cBhvr>
                                    </p:animEffect>
                                    <p:anim calcmode="lin" valueType="num">
                                      <p:cBhvr>
                                        <p:cTn id="28" dur="750" fill="hold"/>
                                        <p:tgtEl>
                                          <p:spTgt spid="101"/>
                                        </p:tgtEl>
                                        <p:attrNameLst>
                                          <p:attrName>ppt_x</p:attrName>
                                        </p:attrNameLst>
                                      </p:cBhvr>
                                      <p:tavLst>
                                        <p:tav tm="0">
                                          <p:val>
                                            <p:strVal val="#ppt_x"/>
                                          </p:val>
                                        </p:tav>
                                        <p:tav tm="100000">
                                          <p:val>
                                            <p:strVal val="#ppt_x"/>
                                          </p:val>
                                        </p:tav>
                                      </p:tavLst>
                                    </p:anim>
                                    <p:anim calcmode="lin" valueType="num">
                                      <p:cBhvr>
                                        <p:cTn id="29" dur="750" fill="hold"/>
                                        <p:tgtEl>
                                          <p:spTgt spid="101"/>
                                        </p:tgtEl>
                                        <p:attrNameLst>
                                          <p:attrName>ppt_y</p:attrName>
                                        </p:attrNameLst>
                                      </p:cBhvr>
                                      <p:tavLst>
                                        <p:tav tm="0">
                                          <p:val>
                                            <p:strVal val="#ppt_y+.1"/>
                                          </p:val>
                                        </p:tav>
                                        <p:tav tm="100000">
                                          <p:val>
                                            <p:strVal val="#ppt_y"/>
                                          </p:val>
                                        </p:tav>
                                      </p:tavLst>
                                    </p:anim>
                                  </p:childTnLst>
                                </p:cTn>
                              </p:par>
                              <p:par>
                                <p:cTn id="30" presetID="23" presetClass="entr" presetSubtype="288" fill="hold" grpId="0" nodeType="withEffect">
                                  <p:stCondLst>
                                    <p:cond delay="4600"/>
                                  </p:stCondLst>
                                  <p:iterate type="lt">
                                    <p:tmPct val="10000"/>
                                  </p:iterate>
                                  <p:childTnLst>
                                    <p:set>
                                      <p:cBhvr>
                                        <p:cTn id="31" dur="1" fill="hold">
                                          <p:stCondLst>
                                            <p:cond delay="0"/>
                                          </p:stCondLst>
                                        </p:cTn>
                                        <p:tgtEl>
                                          <p:spTgt spid="111"/>
                                        </p:tgtEl>
                                        <p:attrNameLst>
                                          <p:attrName>style.visibility</p:attrName>
                                        </p:attrNameLst>
                                      </p:cBhvr>
                                      <p:to>
                                        <p:strVal val="visible"/>
                                      </p:to>
                                    </p:set>
                                    <p:anim calcmode="lin" valueType="num">
                                      <p:cBhvr>
                                        <p:cTn id="32" dur="500" fill="hold"/>
                                        <p:tgtEl>
                                          <p:spTgt spid="111"/>
                                        </p:tgtEl>
                                        <p:attrNameLst>
                                          <p:attrName>ppt_w</p:attrName>
                                        </p:attrNameLst>
                                      </p:cBhvr>
                                      <p:tavLst>
                                        <p:tav tm="0">
                                          <p:val>
                                            <p:strVal val="4/3*#ppt_w"/>
                                          </p:val>
                                        </p:tav>
                                        <p:tav tm="100000">
                                          <p:val>
                                            <p:strVal val="#ppt_w"/>
                                          </p:val>
                                        </p:tav>
                                      </p:tavLst>
                                    </p:anim>
                                    <p:anim calcmode="lin" valueType="num">
                                      <p:cBhvr>
                                        <p:cTn id="33" dur="500" fill="hold"/>
                                        <p:tgtEl>
                                          <p:spTgt spid="111"/>
                                        </p:tgtEl>
                                        <p:attrNameLst>
                                          <p:attrName>ppt_h</p:attrName>
                                        </p:attrNameLst>
                                      </p:cBhvr>
                                      <p:tavLst>
                                        <p:tav tm="0">
                                          <p:val>
                                            <p:strVal val="4/3*#ppt_h"/>
                                          </p:val>
                                        </p:tav>
                                        <p:tav tm="100000">
                                          <p:val>
                                            <p:strVal val="#ppt_h"/>
                                          </p:val>
                                        </p:tav>
                                      </p:tavLst>
                                    </p:anim>
                                  </p:childTnLst>
                                </p:cTn>
                              </p:par>
                              <p:par>
                                <p:cTn id="34" presetID="22" presetClass="entr" presetSubtype="8" fill="hold" grpId="0" nodeType="withEffect">
                                  <p:stCondLst>
                                    <p:cond delay="4900"/>
                                  </p:stCondLst>
                                  <p:childTnLst>
                                    <p:set>
                                      <p:cBhvr>
                                        <p:cTn id="35" dur="1" fill="hold">
                                          <p:stCondLst>
                                            <p:cond delay="0"/>
                                          </p:stCondLst>
                                        </p:cTn>
                                        <p:tgtEl>
                                          <p:spTgt spid="110"/>
                                        </p:tgtEl>
                                        <p:attrNameLst>
                                          <p:attrName>style.visibility</p:attrName>
                                        </p:attrNameLst>
                                      </p:cBhvr>
                                      <p:to>
                                        <p:strVal val="visible"/>
                                      </p:to>
                                    </p:set>
                                    <p:animEffect transition="in" filter="wipe(left)">
                                      <p:cBhvr>
                                        <p:cTn id="36"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P spid="110" grpId="0"/>
      <p:bldP spid="1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6788" y="2002534"/>
            <a:ext cx="1373195" cy="1261278"/>
            <a:chOff x="5062383" y="2668986"/>
            <a:chExt cx="1830927" cy="1681704"/>
          </a:xfrm>
          <a:solidFill>
            <a:schemeClr val="accent1"/>
          </a:solidFill>
        </p:grpSpPr>
        <p:sp>
          <p:nvSpPr>
            <p:cNvPr id="10" name="Freeform 5"/>
            <p:cNvSpPr>
              <a:spLocks/>
            </p:cNvSpPr>
            <p:nvPr/>
          </p:nvSpPr>
          <p:spPr bwMode="auto">
            <a:xfrm>
              <a:off x="5062383" y="2668986"/>
              <a:ext cx="1830927" cy="1681704"/>
            </a:xfrm>
            <a:custGeom>
              <a:avLst/>
              <a:gdLst>
                <a:gd name="T0" fmla="*/ 0 w 410"/>
                <a:gd name="T1" fmla="*/ 317 h 377"/>
                <a:gd name="T2" fmla="*/ 2 w 410"/>
                <a:gd name="T3" fmla="*/ 308 h 377"/>
                <a:gd name="T4" fmla="*/ 72 w 410"/>
                <a:gd name="T5" fmla="*/ 132 h 377"/>
                <a:gd name="T6" fmla="*/ 188 w 410"/>
                <a:gd name="T7" fmla="*/ 27 h 377"/>
                <a:gd name="T8" fmla="*/ 403 w 410"/>
                <a:gd name="T9" fmla="*/ 204 h 377"/>
                <a:gd name="T10" fmla="*/ 309 w 410"/>
                <a:gd name="T11" fmla="*/ 117 h 377"/>
                <a:gd name="T12" fmla="*/ 135 w 410"/>
                <a:gd name="T13" fmla="*/ 195 h 377"/>
                <a:gd name="T14" fmla="*/ 114 w 410"/>
                <a:gd name="T15" fmla="*/ 249 h 377"/>
                <a:gd name="T16" fmla="*/ 121 w 410"/>
                <a:gd name="T17" fmla="*/ 265 h 377"/>
                <a:gd name="T18" fmla="*/ 220 w 410"/>
                <a:gd name="T19" fmla="*/ 286 h 377"/>
                <a:gd name="T20" fmla="*/ 301 w 410"/>
                <a:gd name="T21" fmla="*/ 176 h 377"/>
                <a:gd name="T22" fmla="*/ 295 w 410"/>
                <a:gd name="T23" fmla="*/ 159 h 377"/>
                <a:gd name="T24" fmla="*/ 383 w 410"/>
                <a:gd name="T25" fmla="*/ 231 h 377"/>
                <a:gd name="T26" fmla="*/ 341 w 410"/>
                <a:gd name="T27" fmla="*/ 336 h 377"/>
                <a:gd name="T28" fmla="*/ 215 w 410"/>
                <a:gd name="T29" fmla="*/ 369 h 377"/>
                <a:gd name="T30" fmla="*/ 3 w 410"/>
                <a:gd name="T31" fmla="*/ 320 h 377"/>
                <a:gd name="T32" fmla="*/ 0 w 410"/>
                <a:gd name="T33" fmla="*/ 31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10" h="377">
                  <a:moveTo>
                    <a:pt x="0" y="317"/>
                  </a:moveTo>
                  <a:cubicBezTo>
                    <a:pt x="0" y="314"/>
                    <a:pt x="1" y="311"/>
                    <a:pt x="2" y="308"/>
                  </a:cubicBezTo>
                  <a:cubicBezTo>
                    <a:pt x="25" y="249"/>
                    <a:pt x="47" y="190"/>
                    <a:pt x="72" y="132"/>
                  </a:cubicBezTo>
                  <a:cubicBezTo>
                    <a:pt x="95" y="81"/>
                    <a:pt x="131" y="42"/>
                    <a:pt x="188" y="27"/>
                  </a:cubicBezTo>
                  <a:cubicBezTo>
                    <a:pt x="298" y="0"/>
                    <a:pt x="410" y="91"/>
                    <a:pt x="403" y="204"/>
                  </a:cubicBezTo>
                  <a:cubicBezTo>
                    <a:pt x="381" y="162"/>
                    <a:pt x="351" y="133"/>
                    <a:pt x="309" y="117"/>
                  </a:cubicBezTo>
                  <a:cubicBezTo>
                    <a:pt x="233" y="87"/>
                    <a:pt x="163" y="118"/>
                    <a:pt x="135" y="195"/>
                  </a:cubicBezTo>
                  <a:cubicBezTo>
                    <a:pt x="128" y="213"/>
                    <a:pt x="120" y="230"/>
                    <a:pt x="114" y="249"/>
                  </a:cubicBezTo>
                  <a:cubicBezTo>
                    <a:pt x="113" y="253"/>
                    <a:pt x="117" y="264"/>
                    <a:pt x="121" y="265"/>
                  </a:cubicBezTo>
                  <a:cubicBezTo>
                    <a:pt x="154" y="273"/>
                    <a:pt x="187" y="284"/>
                    <a:pt x="220" y="286"/>
                  </a:cubicBezTo>
                  <a:cubicBezTo>
                    <a:pt x="285" y="290"/>
                    <a:pt x="322" y="238"/>
                    <a:pt x="301" y="176"/>
                  </a:cubicBezTo>
                  <a:cubicBezTo>
                    <a:pt x="299" y="170"/>
                    <a:pt x="297" y="165"/>
                    <a:pt x="295" y="159"/>
                  </a:cubicBezTo>
                  <a:cubicBezTo>
                    <a:pt x="331" y="156"/>
                    <a:pt x="373" y="190"/>
                    <a:pt x="383" y="231"/>
                  </a:cubicBezTo>
                  <a:cubicBezTo>
                    <a:pt x="394" y="275"/>
                    <a:pt x="374" y="309"/>
                    <a:pt x="341" y="336"/>
                  </a:cubicBezTo>
                  <a:cubicBezTo>
                    <a:pt x="305" y="365"/>
                    <a:pt x="260" y="377"/>
                    <a:pt x="215" y="369"/>
                  </a:cubicBezTo>
                  <a:cubicBezTo>
                    <a:pt x="144" y="356"/>
                    <a:pt x="74" y="337"/>
                    <a:pt x="3" y="320"/>
                  </a:cubicBezTo>
                  <a:cubicBezTo>
                    <a:pt x="2" y="320"/>
                    <a:pt x="2" y="319"/>
                    <a:pt x="0" y="317"/>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Freeform 157"/>
            <p:cNvSpPr>
              <a:spLocks noChangeAspect="1" noEditPoints="1"/>
            </p:cNvSpPr>
            <p:nvPr/>
          </p:nvSpPr>
          <p:spPr bwMode="auto">
            <a:xfrm>
              <a:off x="5929858" y="3410769"/>
              <a:ext cx="270757" cy="298723"/>
            </a:xfrm>
            <a:custGeom>
              <a:avLst/>
              <a:gdLst>
                <a:gd name="T0" fmla="*/ 25 w 99"/>
                <a:gd name="T1" fmla="*/ 58 h 109"/>
                <a:gd name="T2" fmla="*/ 15 w 99"/>
                <a:gd name="T3" fmla="*/ 61 h 109"/>
                <a:gd name="T4" fmla="*/ 51 w 99"/>
                <a:gd name="T5" fmla="*/ 55 h 109"/>
                <a:gd name="T6" fmla="*/ 63 w 99"/>
                <a:gd name="T7" fmla="*/ 46 h 109"/>
                <a:gd name="T8" fmla="*/ 56 w 99"/>
                <a:gd name="T9" fmla="*/ 59 h 109"/>
                <a:gd name="T10" fmla="*/ 51 w 99"/>
                <a:gd name="T11" fmla="*/ 67 h 109"/>
                <a:gd name="T12" fmla="*/ 46 w 99"/>
                <a:gd name="T13" fmla="*/ 57 h 109"/>
                <a:gd name="T14" fmla="*/ 38 w 99"/>
                <a:gd name="T15" fmla="*/ 37 h 109"/>
                <a:gd name="T16" fmla="*/ 51 w 99"/>
                <a:gd name="T17" fmla="*/ 55 h 109"/>
                <a:gd name="T18" fmla="*/ 42 w 99"/>
                <a:gd name="T19" fmla="*/ 33 h 109"/>
                <a:gd name="T20" fmla="*/ 42 w 99"/>
                <a:gd name="T21" fmla="*/ 0 h 109"/>
                <a:gd name="T22" fmla="*/ 15 w 99"/>
                <a:gd name="T23" fmla="*/ 25 h 109"/>
                <a:gd name="T24" fmla="*/ 15 w 99"/>
                <a:gd name="T25" fmla="*/ 94 h 109"/>
                <a:gd name="T26" fmla="*/ 84 w 99"/>
                <a:gd name="T27" fmla="*/ 94 h 109"/>
                <a:gd name="T28" fmla="*/ 97 w 99"/>
                <a:gd name="T29" fmla="*/ 73 h 109"/>
                <a:gd name="T30" fmla="*/ 85 w 99"/>
                <a:gd name="T31" fmla="*/ 71 h 109"/>
                <a:gd name="T32" fmla="*/ 49 w 99"/>
                <a:gd name="T33" fmla="*/ 97 h 109"/>
                <a:gd name="T34" fmla="*/ 12 w 99"/>
                <a:gd name="T35" fmla="*/ 60 h 109"/>
                <a:gd name="T36" fmla="*/ 42 w 99"/>
                <a:gd name="T37" fmla="*/ 22 h 109"/>
                <a:gd name="T38" fmla="*/ 85 w 99"/>
                <a:gd name="T39" fmla="*/ 47 h 109"/>
                <a:gd name="T40" fmla="*/ 95 w 99"/>
                <a:gd name="T41" fmla="*/ 41 h 109"/>
                <a:gd name="T42" fmla="*/ 98 w 99"/>
                <a:gd name="T43" fmla="*/ 53 h 109"/>
                <a:gd name="T44" fmla="*/ 87 w 99"/>
                <a:gd name="T45" fmla="*/ 56 h 109"/>
                <a:gd name="T46" fmla="*/ 87 w 99"/>
                <a:gd name="T47" fmla="*/ 67 h 109"/>
                <a:gd name="T48" fmla="*/ 87 w 99"/>
                <a:gd name="T49" fmla="*/ 59 h 109"/>
                <a:gd name="T50" fmla="*/ 99 w 99"/>
                <a:gd name="T51" fmla="*/ 57 h 109"/>
                <a:gd name="T52" fmla="*/ 99 w 99"/>
                <a:gd name="T53" fmla="*/ 60 h 109"/>
                <a:gd name="T54" fmla="*/ 97 w 99"/>
                <a:gd name="T55" fmla="*/ 71 h 109"/>
                <a:gd name="T56" fmla="*/ 87 w 99"/>
                <a:gd name="T57" fmla="*/ 67 h 109"/>
                <a:gd name="T58" fmla="*/ 80 w 99"/>
                <a:gd name="T59" fmla="*/ 37 h 109"/>
                <a:gd name="T60" fmla="*/ 88 w 99"/>
                <a:gd name="T61" fmla="*/ 28 h 109"/>
                <a:gd name="T62" fmla="*/ 94 w 99"/>
                <a:gd name="T63" fmla="*/ 38 h 109"/>
                <a:gd name="T64" fmla="*/ 84 w 99"/>
                <a:gd name="T65" fmla="*/ 44 h 109"/>
                <a:gd name="T66" fmla="*/ 77 w 99"/>
                <a:gd name="T67" fmla="*/ 34 h 109"/>
                <a:gd name="T68" fmla="*/ 71 w 99"/>
                <a:gd name="T69" fmla="*/ 28 h 109"/>
                <a:gd name="T70" fmla="*/ 76 w 99"/>
                <a:gd name="T71" fmla="*/ 18 h 109"/>
                <a:gd name="T72" fmla="*/ 84 w 99"/>
                <a:gd name="T73" fmla="*/ 25 h 109"/>
                <a:gd name="T74" fmla="*/ 86 w 99"/>
                <a:gd name="T75" fmla="*/ 27 h 109"/>
                <a:gd name="T76" fmla="*/ 50 w 99"/>
                <a:gd name="T77" fmla="*/ 93 h 109"/>
                <a:gd name="T78" fmla="*/ 53 w 99"/>
                <a:gd name="T79" fmla="*/ 83 h 109"/>
                <a:gd name="T80" fmla="*/ 50 w 99"/>
                <a:gd name="T81" fmla="*/ 93 h 109"/>
                <a:gd name="T82" fmla="*/ 67 w 99"/>
                <a:gd name="T83" fmla="*/ 76 h 109"/>
                <a:gd name="T84" fmla="*/ 77 w 99"/>
                <a:gd name="T85" fmla="*/ 81 h 109"/>
                <a:gd name="T86" fmla="*/ 25 w 99"/>
                <a:gd name="T87" fmla="*/ 83 h 109"/>
                <a:gd name="T88" fmla="*/ 34 w 99"/>
                <a:gd name="T89" fmla="*/ 78 h 109"/>
                <a:gd name="T90" fmla="*/ 25 w 99"/>
                <a:gd name="T91" fmla="*/ 83 h 109"/>
                <a:gd name="T92" fmla="*/ 33 w 99"/>
                <a:gd name="T93" fmla="*/ 40 h 109"/>
                <a:gd name="T94" fmla="*/ 23 w 99"/>
                <a:gd name="T95" fmla="*/ 36 h 109"/>
                <a:gd name="T96" fmla="*/ 75 w 99"/>
                <a:gd name="T97" fmla="*/ 34 h 109"/>
                <a:gd name="T98" fmla="*/ 66 w 99"/>
                <a:gd name="T99" fmla="*/ 39 h 109"/>
                <a:gd name="T100" fmla="*/ 75 w 99"/>
                <a:gd name="T101" fmla="*/ 34 h 109"/>
                <a:gd name="T102" fmla="*/ 75 w 99"/>
                <a:gd name="T103" fmla="*/ 59 h 109"/>
                <a:gd name="T104" fmla="*/ 85 w 99"/>
                <a:gd name="T10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 h="109">
                  <a:moveTo>
                    <a:pt x="15" y="58"/>
                  </a:moveTo>
                  <a:cubicBezTo>
                    <a:pt x="25" y="58"/>
                    <a:pt x="25" y="58"/>
                    <a:pt x="25" y="58"/>
                  </a:cubicBezTo>
                  <a:cubicBezTo>
                    <a:pt x="25" y="61"/>
                    <a:pt x="25" y="61"/>
                    <a:pt x="25" y="61"/>
                  </a:cubicBezTo>
                  <a:cubicBezTo>
                    <a:pt x="15" y="61"/>
                    <a:pt x="15" y="61"/>
                    <a:pt x="15" y="61"/>
                  </a:cubicBezTo>
                  <a:cubicBezTo>
                    <a:pt x="15" y="58"/>
                    <a:pt x="15" y="58"/>
                    <a:pt x="15" y="58"/>
                  </a:cubicBezTo>
                  <a:close/>
                  <a:moveTo>
                    <a:pt x="51" y="55"/>
                  </a:moveTo>
                  <a:cubicBezTo>
                    <a:pt x="52" y="55"/>
                    <a:pt x="52" y="55"/>
                    <a:pt x="53" y="55"/>
                  </a:cubicBezTo>
                  <a:cubicBezTo>
                    <a:pt x="56" y="52"/>
                    <a:pt x="60" y="48"/>
                    <a:pt x="63" y="46"/>
                  </a:cubicBezTo>
                  <a:cubicBezTo>
                    <a:pt x="64" y="46"/>
                    <a:pt x="65" y="47"/>
                    <a:pt x="66" y="48"/>
                  </a:cubicBezTo>
                  <a:cubicBezTo>
                    <a:pt x="63" y="53"/>
                    <a:pt x="60" y="56"/>
                    <a:pt x="56" y="59"/>
                  </a:cubicBezTo>
                  <a:cubicBezTo>
                    <a:pt x="57" y="60"/>
                    <a:pt x="57" y="60"/>
                    <a:pt x="57" y="61"/>
                  </a:cubicBezTo>
                  <a:cubicBezTo>
                    <a:pt x="57" y="64"/>
                    <a:pt x="54" y="67"/>
                    <a:pt x="51" y="67"/>
                  </a:cubicBezTo>
                  <a:cubicBezTo>
                    <a:pt x="47" y="67"/>
                    <a:pt x="45" y="64"/>
                    <a:pt x="45" y="61"/>
                  </a:cubicBezTo>
                  <a:cubicBezTo>
                    <a:pt x="45" y="59"/>
                    <a:pt x="45" y="58"/>
                    <a:pt x="46" y="57"/>
                  </a:cubicBezTo>
                  <a:cubicBezTo>
                    <a:pt x="41" y="51"/>
                    <a:pt x="38" y="45"/>
                    <a:pt x="35" y="38"/>
                  </a:cubicBezTo>
                  <a:cubicBezTo>
                    <a:pt x="36" y="38"/>
                    <a:pt x="37" y="37"/>
                    <a:pt x="38" y="37"/>
                  </a:cubicBezTo>
                  <a:cubicBezTo>
                    <a:pt x="42" y="42"/>
                    <a:pt x="46" y="49"/>
                    <a:pt x="49" y="55"/>
                  </a:cubicBezTo>
                  <a:cubicBezTo>
                    <a:pt x="49" y="55"/>
                    <a:pt x="50" y="55"/>
                    <a:pt x="51" y="55"/>
                  </a:cubicBezTo>
                  <a:close/>
                  <a:moveTo>
                    <a:pt x="42" y="22"/>
                  </a:moveTo>
                  <a:cubicBezTo>
                    <a:pt x="42" y="33"/>
                    <a:pt x="42" y="33"/>
                    <a:pt x="42" y="33"/>
                  </a:cubicBezTo>
                  <a:cubicBezTo>
                    <a:pt x="70" y="17"/>
                    <a:pt x="70" y="17"/>
                    <a:pt x="70" y="17"/>
                  </a:cubicBezTo>
                  <a:cubicBezTo>
                    <a:pt x="42" y="0"/>
                    <a:pt x="42" y="0"/>
                    <a:pt x="42" y="0"/>
                  </a:cubicBezTo>
                  <a:cubicBezTo>
                    <a:pt x="42" y="11"/>
                    <a:pt x="42" y="11"/>
                    <a:pt x="42" y="11"/>
                  </a:cubicBezTo>
                  <a:cubicBezTo>
                    <a:pt x="32" y="12"/>
                    <a:pt x="22" y="17"/>
                    <a:pt x="15" y="25"/>
                  </a:cubicBezTo>
                  <a:cubicBezTo>
                    <a:pt x="5" y="34"/>
                    <a:pt x="0" y="46"/>
                    <a:pt x="0" y="60"/>
                  </a:cubicBezTo>
                  <a:cubicBezTo>
                    <a:pt x="0" y="73"/>
                    <a:pt x="5" y="85"/>
                    <a:pt x="15" y="94"/>
                  </a:cubicBezTo>
                  <a:cubicBezTo>
                    <a:pt x="24" y="104"/>
                    <a:pt x="36" y="109"/>
                    <a:pt x="49" y="109"/>
                  </a:cubicBezTo>
                  <a:cubicBezTo>
                    <a:pt x="63" y="109"/>
                    <a:pt x="75" y="104"/>
                    <a:pt x="84" y="94"/>
                  </a:cubicBezTo>
                  <a:cubicBezTo>
                    <a:pt x="90" y="89"/>
                    <a:pt x="94" y="82"/>
                    <a:pt x="96" y="75"/>
                  </a:cubicBezTo>
                  <a:cubicBezTo>
                    <a:pt x="97" y="73"/>
                    <a:pt x="97" y="73"/>
                    <a:pt x="97" y="73"/>
                  </a:cubicBezTo>
                  <a:cubicBezTo>
                    <a:pt x="86" y="70"/>
                    <a:pt x="86" y="70"/>
                    <a:pt x="86" y="70"/>
                  </a:cubicBezTo>
                  <a:cubicBezTo>
                    <a:pt x="85" y="71"/>
                    <a:pt x="85" y="71"/>
                    <a:pt x="85" y="71"/>
                  </a:cubicBezTo>
                  <a:cubicBezTo>
                    <a:pt x="84" y="77"/>
                    <a:pt x="80" y="82"/>
                    <a:pt x="76" y="86"/>
                  </a:cubicBezTo>
                  <a:cubicBezTo>
                    <a:pt x="69" y="93"/>
                    <a:pt x="60" y="97"/>
                    <a:pt x="49" y="97"/>
                  </a:cubicBezTo>
                  <a:cubicBezTo>
                    <a:pt x="39" y="97"/>
                    <a:pt x="30" y="93"/>
                    <a:pt x="23" y="86"/>
                  </a:cubicBezTo>
                  <a:cubicBezTo>
                    <a:pt x="16" y="79"/>
                    <a:pt x="12" y="70"/>
                    <a:pt x="12" y="60"/>
                  </a:cubicBezTo>
                  <a:cubicBezTo>
                    <a:pt x="12" y="50"/>
                    <a:pt x="16" y="40"/>
                    <a:pt x="23" y="33"/>
                  </a:cubicBezTo>
                  <a:cubicBezTo>
                    <a:pt x="28" y="28"/>
                    <a:pt x="35" y="24"/>
                    <a:pt x="42" y="22"/>
                  </a:cubicBezTo>
                  <a:close/>
                  <a:moveTo>
                    <a:pt x="87" y="54"/>
                  </a:moveTo>
                  <a:cubicBezTo>
                    <a:pt x="87" y="52"/>
                    <a:pt x="86" y="49"/>
                    <a:pt x="85" y="47"/>
                  </a:cubicBezTo>
                  <a:cubicBezTo>
                    <a:pt x="84" y="45"/>
                    <a:pt x="84" y="45"/>
                    <a:pt x="84" y="45"/>
                  </a:cubicBezTo>
                  <a:cubicBezTo>
                    <a:pt x="95" y="41"/>
                    <a:pt x="95" y="41"/>
                    <a:pt x="95" y="41"/>
                  </a:cubicBezTo>
                  <a:cubicBezTo>
                    <a:pt x="96" y="43"/>
                    <a:pt x="96" y="43"/>
                    <a:pt x="96" y="43"/>
                  </a:cubicBezTo>
                  <a:cubicBezTo>
                    <a:pt x="97" y="46"/>
                    <a:pt x="98" y="50"/>
                    <a:pt x="98" y="53"/>
                  </a:cubicBezTo>
                  <a:cubicBezTo>
                    <a:pt x="99" y="55"/>
                    <a:pt x="99" y="55"/>
                    <a:pt x="99" y="55"/>
                  </a:cubicBezTo>
                  <a:cubicBezTo>
                    <a:pt x="87" y="56"/>
                    <a:pt x="87" y="56"/>
                    <a:pt x="87" y="56"/>
                  </a:cubicBezTo>
                  <a:cubicBezTo>
                    <a:pt x="87" y="54"/>
                    <a:pt x="87" y="54"/>
                    <a:pt x="87" y="54"/>
                  </a:cubicBezTo>
                  <a:close/>
                  <a:moveTo>
                    <a:pt x="87" y="67"/>
                  </a:moveTo>
                  <a:cubicBezTo>
                    <a:pt x="87" y="64"/>
                    <a:pt x="87" y="62"/>
                    <a:pt x="87" y="60"/>
                  </a:cubicBezTo>
                  <a:cubicBezTo>
                    <a:pt x="87" y="59"/>
                    <a:pt x="87" y="59"/>
                    <a:pt x="87" y="59"/>
                  </a:cubicBezTo>
                  <a:cubicBezTo>
                    <a:pt x="87" y="57"/>
                    <a:pt x="87" y="57"/>
                    <a:pt x="87" y="57"/>
                  </a:cubicBezTo>
                  <a:cubicBezTo>
                    <a:pt x="99" y="57"/>
                    <a:pt x="99" y="57"/>
                    <a:pt x="99" y="57"/>
                  </a:cubicBezTo>
                  <a:cubicBezTo>
                    <a:pt x="99" y="59"/>
                    <a:pt x="99" y="59"/>
                    <a:pt x="99" y="59"/>
                  </a:cubicBezTo>
                  <a:cubicBezTo>
                    <a:pt x="99" y="59"/>
                    <a:pt x="99" y="59"/>
                    <a:pt x="99" y="60"/>
                  </a:cubicBezTo>
                  <a:cubicBezTo>
                    <a:pt x="99" y="63"/>
                    <a:pt x="99" y="66"/>
                    <a:pt x="98" y="69"/>
                  </a:cubicBezTo>
                  <a:cubicBezTo>
                    <a:pt x="97" y="71"/>
                    <a:pt x="97" y="71"/>
                    <a:pt x="97" y="71"/>
                  </a:cubicBezTo>
                  <a:cubicBezTo>
                    <a:pt x="86" y="68"/>
                    <a:pt x="86" y="68"/>
                    <a:pt x="86" y="68"/>
                  </a:cubicBezTo>
                  <a:cubicBezTo>
                    <a:pt x="87" y="67"/>
                    <a:pt x="87" y="67"/>
                    <a:pt x="87" y="67"/>
                  </a:cubicBezTo>
                  <a:close/>
                  <a:moveTo>
                    <a:pt x="83" y="42"/>
                  </a:moveTo>
                  <a:cubicBezTo>
                    <a:pt x="82" y="40"/>
                    <a:pt x="81" y="38"/>
                    <a:pt x="80" y="37"/>
                  </a:cubicBezTo>
                  <a:cubicBezTo>
                    <a:pt x="78" y="35"/>
                    <a:pt x="78" y="35"/>
                    <a:pt x="78" y="35"/>
                  </a:cubicBezTo>
                  <a:cubicBezTo>
                    <a:pt x="88" y="28"/>
                    <a:pt x="88" y="28"/>
                    <a:pt x="88" y="28"/>
                  </a:cubicBezTo>
                  <a:cubicBezTo>
                    <a:pt x="89" y="30"/>
                    <a:pt x="89" y="30"/>
                    <a:pt x="89" y="30"/>
                  </a:cubicBezTo>
                  <a:cubicBezTo>
                    <a:pt x="91" y="32"/>
                    <a:pt x="92" y="35"/>
                    <a:pt x="94" y="38"/>
                  </a:cubicBezTo>
                  <a:cubicBezTo>
                    <a:pt x="95" y="40"/>
                    <a:pt x="95" y="40"/>
                    <a:pt x="95" y="40"/>
                  </a:cubicBezTo>
                  <a:cubicBezTo>
                    <a:pt x="84" y="44"/>
                    <a:pt x="84" y="44"/>
                    <a:pt x="84" y="44"/>
                  </a:cubicBezTo>
                  <a:cubicBezTo>
                    <a:pt x="83" y="42"/>
                    <a:pt x="83" y="42"/>
                    <a:pt x="83" y="42"/>
                  </a:cubicBezTo>
                  <a:close/>
                  <a:moveTo>
                    <a:pt x="77" y="34"/>
                  </a:moveTo>
                  <a:cubicBezTo>
                    <a:pt x="76" y="33"/>
                    <a:pt x="76" y="33"/>
                    <a:pt x="76" y="33"/>
                  </a:cubicBezTo>
                  <a:cubicBezTo>
                    <a:pt x="75" y="31"/>
                    <a:pt x="73" y="30"/>
                    <a:pt x="71" y="28"/>
                  </a:cubicBezTo>
                  <a:cubicBezTo>
                    <a:pt x="69" y="27"/>
                    <a:pt x="69" y="27"/>
                    <a:pt x="69" y="27"/>
                  </a:cubicBezTo>
                  <a:cubicBezTo>
                    <a:pt x="76" y="18"/>
                    <a:pt x="76" y="18"/>
                    <a:pt x="76" y="18"/>
                  </a:cubicBezTo>
                  <a:cubicBezTo>
                    <a:pt x="78" y="19"/>
                    <a:pt x="78" y="19"/>
                    <a:pt x="78" y="19"/>
                  </a:cubicBezTo>
                  <a:cubicBezTo>
                    <a:pt x="80" y="21"/>
                    <a:pt x="82" y="23"/>
                    <a:pt x="84" y="25"/>
                  </a:cubicBezTo>
                  <a:cubicBezTo>
                    <a:pt x="85" y="25"/>
                    <a:pt x="85" y="25"/>
                    <a:pt x="85" y="25"/>
                  </a:cubicBezTo>
                  <a:cubicBezTo>
                    <a:pt x="86" y="27"/>
                    <a:pt x="86" y="27"/>
                    <a:pt x="86" y="27"/>
                  </a:cubicBezTo>
                  <a:cubicBezTo>
                    <a:pt x="77" y="34"/>
                    <a:pt x="77" y="34"/>
                    <a:pt x="77" y="34"/>
                  </a:cubicBezTo>
                  <a:close/>
                  <a:moveTo>
                    <a:pt x="50" y="93"/>
                  </a:moveTo>
                  <a:cubicBezTo>
                    <a:pt x="50" y="83"/>
                    <a:pt x="50" y="83"/>
                    <a:pt x="50" y="83"/>
                  </a:cubicBezTo>
                  <a:cubicBezTo>
                    <a:pt x="53" y="83"/>
                    <a:pt x="53" y="83"/>
                    <a:pt x="53" y="83"/>
                  </a:cubicBezTo>
                  <a:cubicBezTo>
                    <a:pt x="53" y="93"/>
                    <a:pt x="53" y="93"/>
                    <a:pt x="53" y="93"/>
                  </a:cubicBezTo>
                  <a:cubicBezTo>
                    <a:pt x="50" y="93"/>
                    <a:pt x="50" y="93"/>
                    <a:pt x="50" y="93"/>
                  </a:cubicBezTo>
                  <a:close/>
                  <a:moveTo>
                    <a:pt x="74" y="83"/>
                  </a:moveTo>
                  <a:cubicBezTo>
                    <a:pt x="67" y="76"/>
                    <a:pt x="67" y="76"/>
                    <a:pt x="67" y="76"/>
                  </a:cubicBezTo>
                  <a:cubicBezTo>
                    <a:pt x="70" y="74"/>
                    <a:pt x="70" y="74"/>
                    <a:pt x="70" y="74"/>
                  </a:cubicBezTo>
                  <a:cubicBezTo>
                    <a:pt x="77" y="81"/>
                    <a:pt x="77" y="81"/>
                    <a:pt x="77" y="81"/>
                  </a:cubicBezTo>
                  <a:cubicBezTo>
                    <a:pt x="74" y="83"/>
                    <a:pt x="74" y="83"/>
                    <a:pt x="74" y="83"/>
                  </a:cubicBezTo>
                  <a:close/>
                  <a:moveTo>
                    <a:pt x="25" y="83"/>
                  </a:moveTo>
                  <a:cubicBezTo>
                    <a:pt x="32" y="76"/>
                    <a:pt x="32" y="76"/>
                    <a:pt x="32" y="76"/>
                  </a:cubicBezTo>
                  <a:cubicBezTo>
                    <a:pt x="34" y="78"/>
                    <a:pt x="34" y="78"/>
                    <a:pt x="34" y="78"/>
                  </a:cubicBezTo>
                  <a:cubicBezTo>
                    <a:pt x="27" y="85"/>
                    <a:pt x="27" y="85"/>
                    <a:pt x="27" y="85"/>
                  </a:cubicBezTo>
                  <a:cubicBezTo>
                    <a:pt x="25" y="83"/>
                    <a:pt x="25" y="83"/>
                    <a:pt x="25" y="83"/>
                  </a:cubicBezTo>
                  <a:close/>
                  <a:moveTo>
                    <a:pt x="26" y="33"/>
                  </a:moveTo>
                  <a:cubicBezTo>
                    <a:pt x="33" y="40"/>
                    <a:pt x="33" y="40"/>
                    <a:pt x="33" y="40"/>
                  </a:cubicBezTo>
                  <a:cubicBezTo>
                    <a:pt x="30" y="43"/>
                    <a:pt x="30" y="43"/>
                    <a:pt x="30" y="43"/>
                  </a:cubicBezTo>
                  <a:cubicBezTo>
                    <a:pt x="23" y="36"/>
                    <a:pt x="23" y="36"/>
                    <a:pt x="23" y="36"/>
                  </a:cubicBezTo>
                  <a:cubicBezTo>
                    <a:pt x="26" y="33"/>
                    <a:pt x="26" y="33"/>
                    <a:pt x="26" y="33"/>
                  </a:cubicBezTo>
                  <a:close/>
                  <a:moveTo>
                    <a:pt x="75" y="34"/>
                  </a:moveTo>
                  <a:cubicBezTo>
                    <a:pt x="73" y="32"/>
                    <a:pt x="73" y="32"/>
                    <a:pt x="73" y="32"/>
                  </a:cubicBezTo>
                  <a:cubicBezTo>
                    <a:pt x="66" y="39"/>
                    <a:pt x="66" y="39"/>
                    <a:pt x="66" y="39"/>
                  </a:cubicBezTo>
                  <a:cubicBezTo>
                    <a:pt x="68" y="41"/>
                    <a:pt x="68" y="41"/>
                    <a:pt x="68" y="41"/>
                  </a:cubicBezTo>
                  <a:cubicBezTo>
                    <a:pt x="75" y="34"/>
                    <a:pt x="75" y="34"/>
                    <a:pt x="75" y="34"/>
                  </a:cubicBezTo>
                  <a:close/>
                  <a:moveTo>
                    <a:pt x="85" y="59"/>
                  </a:moveTo>
                  <a:cubicBezTo>
                    <a:pt x="75" y="59"/>
                    <a:pt x="75" y="59"/>
                    <a:pt x="75" y="59"/>
                  </a:cubicBezTo>
                  <a:cubicBezTo>
                    <a:pt x="75" y="56"/>
                    <a:pt x="75" y="56"/>
                    <a:pt x="75" y="56"/>
                  </a:cubicBezTo>
                  <a:cubicBezTo>
                    <a:pt x="85" y="56"/>
                    <a:pt x="85" y="56"/>
                    <a:pt x="85" y="56"/>
                  </a:cubicBezTo>
                  <a:lnTo>
                    <a:pt x="85" y="59"/>
                  </a:ln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 name="组合 3"/>
          <p:cNvGrpSpPr/>
          <p:nvPr/>
        </p:nvGrpSpPr>
        <p:grpSpPr>
          <a:xfrm>
            <a:off x="4674352" y="2999121"/>
            <a:ext cx="1229303" cy="1566827"/>
            <a:chOff x="6232470" y="3997769"/>
            <a:chExt cx="1639070" cy="2089103"/>
          </a:xfrm>
          <a:solidFill>
            <a:schemeClr val="accent2"/>
          </a:solidFill>
        </p:grpSpPr>
        <p:sp>
          <p:nvSpPr>
            <p:cNvPr id="11" name="Freeform 6"/>
            <p:cNvSpPr>
              <a:spLocks/>
            </p:cNvSpPr>
            <p:nvPr/>
          </p:nvSpPr>
          <p:spPr bwMode="auto">
            <a:xfrm>
              <a:off x="6232470" y="3997769"/>
              <a:ext cx="1639070" cy="2089103"/>
            </a:xfrm>
            <a:custGeom>
              <a:avLst/>
              <a:gdLst>
                <a:gd name="T0" fmla="*/ 184 w 367"/>
                <a:gd name="T1" fmla="*/ 0 h 468"/>
                <a:gd name="T2" fmla="*/ 191 w 367"/>
                <a:gd name="T3" fmla="*/ 5 h 468"/>
                <a:gd name="T4" fmla="*/ 315 w 367"/>
                <a:gd name="T5" fmla="*/ 149 h 468"/>
                <a:gd name="T6" fmla="*/ 353 w 367"/>
                <a:gd name="T7" fmla="*/ 301 h 468"/>
                <a:gd name="T8" fmla="*/ 97 w 367"/>
                <a:gd name="T9" fmla="*/ 408 h 468"/>
                <a:gd name="T10" fmla="*/ 218 w 367"/>
                <a:gd name="T11" fmla="*/ 366 h 468"/>
                <a:gd name="T12" fmla="*/ 230 w 367"/>
                <a:gd name="T13" fmla="*/ 176 h 468"/>
                <a:gd name="T14" fmla="*/ 192 w 367"/>
                <a:gd name="T15" fmla="*/ 133 h 468"/>
                <a:gd name="T16" fmla="*/ 174 w 367"/>
                <a:gd name="T17" fmla="*/ 131 h 468"/>
                <a:gd name="T18" fmla="*/ 110 w 367"/>
                <a:gd name="T19" fmla="*/ 209 h 468"/>
                <a:gd name="T20" fmla="*/ 170 w 367"/>
                <a:gd name="T21" fmla="*/ 331 h 468"/>
                <a:gd name="T22" fmla="*/ 187 w 367"/>
                <a:gd name="T23" fmla="*/ 334 h 468"/>
                <a:gd name="T24" fmla="*/ 83 w 367"/>
                <a:gd name="T25" fmla="*/ 379 h 468"/>
                <a:gd name="T26" fmla="*/ 9 w 367"/>
                <a:gd name="T27" fmla="*/ 293 h 468"/>
                <a:gd name="T28" fmla="*/ 38 w 367"/>
                <a:gd name="T29" fmla="*/ 166 h 468"/>
                <a:gd name="T30" fmla="*/ 179 w 367"/>
                <a:gd name="T31" fmla="*/ 1 h 468"/>
                <a:gd name="T32" fmla="*/ 184 w 367"/>
                <a:gd name="T33"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468">
                  <a:moveTo>
                    <a:pt x="184" y="0"/>
                  </a:moveTo>
                  <a:cubicBezTo>
                    <a:pt x="186" y="1"/>
                    <a:pt x="189" y="3"/>
                    <a:pt x="191" y="5"/>
                  </a:cubicBezTo>
                  <a:cubicBezTo>
                    <a:pt x="233" y="53"/>
                    <a:pt x="275" y="100"/>
                    <a:pt x="315" y="149"/>
                  </a:cubicBezTo>
                  <a:cubicBezTo>
                    <a:pt x="349" y="193"/>
                    <a:pt x="367" y="243"/>
                    <a:pt x="353" y="301"/>
                  </a:cubicBezTo>
                  <a:cubicBezTo>
                    <a:pt x="326" y="411"/>
                    <a:pt x="194" y="468"/>
                    <a:pt x="97" y="408"/>
                  </a:cubicBezTo>
                  <a:cubicBezTo>
                    <a:pt x="145" y="409"/>
                    <a:pt x="184" y="396"/>
                    <a:pt x="218" y="366"/>
                  </a:cubicBezTo>
                  <a:cubicBezTo>
                    <a:pt x="280" y="312"/>
                    <a:pt x="285" y="236"/>
                    <a:pt x="230" y="176"/>
                  </a:cubicBezTo>
                  <a:cubicBezTo>
                    <a:pt x="217" y="161"/>
                    <a:pt x="205" y="146"/>
                    <a:pt x="192" y="133"/>
                  </a:cubicBezTo>
                  <a:cubicBezTo>
                    <a:pt x="188" y="129"/>
                    <a:pt x="177" y="128"/>
                    <a:pt x="174" y="131"/>
                  </a:cubicBezTo>
                  <a:cubicBezTo>
                    <a:pt x="152" y="156"/>
                    <a:pt x="127" y="180"/>
                    <a:pt x="110" y="209"/>
                  </a:cubicBezTo>
                  <a:cubicBezTo>
                    <a:pt x="76" y="265"/>
                    <a:pt x="105" y="322"/>
                    <a:pt x="170" y="331"/>
                  </a:cubicBezTo>
                  <a:cubicBezTo>
                    <a:pt x="176" y="332"/>
                    <a:pt x="181" y="333"/>
                    <a:pt x="187" y="334"/>
                  </a:cubicBezTo>
                  <a:cubicBezTo>
                    <a:pt x="173" y="368"/>
                    <a:pt x="124" y="389"/>
                    <a:pt x="83" y="379"/>
                  </a:cubicBezTo>
                  <a:cubicBezTo>
                    <a:pt x="39" y="368"/>
                    <a:pt x="18" y="335"/>
                    <a:pt x="9" y="293"/>
                  </a:cubicBezTo>
                  <a:cubicBezTo>
                    <a:pt x="0" y="247"/>
                    <a:pt x="10" y="203"/>
                    <a:pt x="38" y="166"/>
                  </a:cubicBezTo>
                  <a:cubicBezTo>
                    <a:pt x="83" y="109"/>
                    <a:pt x="132" y="56"/>
                    <a:pt x="179" y="1"/>
                  </a:cubicBezTo>
                  <a:cubicBezTo>
                    <a:pt x="180" y="0"/>
                    <a:pt x="182" y="0"/>
                    <a:pt x="184" y="0"/>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5" name="组合 14"/>
            <p:cNvGrpSpPr>
              <a:grpSpLocks noChangeAspect="1"/>
            </p:cNvGrpSpPr>
            <p:nvPr/>
          </p:nvGrpSpPr>
          <p:grpSpPr>
            <a:xfrm>
              <a:off x="6954893" y="4964268"/>
              <a:ext cx="240570" cy="324277"/>
              <a:chOff x="3722033" y="3714538"/>
              <a:chExt cx="500321" cy="674410"/>
            </a:xfrm>
            <a:grpFill/>
          </p:grpSpPr>
          <p:sp>
            <p:nvSpPr>
              <p:cNvPr id="16" name="Freeform 27"/>
              <p:cNvSpPr>
                <a:spLocks noEditPoints="1"/>
              </p:cNvSpPr>
              <p:nvPr/>
            </p:nvSpPr>
            <p:spPr bwMode="auto">
              <a:xfrm>
                <a:off x="3818586" y="4203888"/>
                <a:ext cx="306118" cy="185060"/>
              </a:xfrm>
              <a:custGeom>
                <a:avLst/>
                <a:gdLst>
                  <a:gd name="T0" fmla="*/ 317 w 354"/>
                  <a:gd name="T1" fmla="*/ 5 h 214"/>
                  <a:gd name="T2" fmla="*/ 354 w 354"/>
                  <a:gd name="T3" fmla="*/ 186 h 214"/>
                  <a:gd name="T4" fmla="*/ 294 w 354"/>
                  <a:gd name="T5" fmla="*/ 171 h 214"/>
                  <a:gd name="T6" fmla="*/ 250 w 354"/>
                  <a:gd name="T7" fmla="*/ 214 h 214"/>
                  <a:gd name="T8" fmla="*/ 215 w 354"/>
                  <a:gd name="T9" fmla="*/ 44 h 214"/>
                  <a:gd name="T10" fmla="*/ 230 w 354"/>
                  <a:gd name="T11" fmla="*/ 46 h 214"/>
                  <a:gd name="T12" fmla="*/ 241 w 354"/>
                  <a:gd name="T13" fmla="*/ 45 h 214"/>
                  <a:gd name="T14" fmla="*/ 287 w 354"/>
                  <a:gd name="T15" fmla="*/ 7 h 214"/>
                  <a:gd name="T16" fmla="*/ 292 w 354"/>
                  <a:gd name="T17" fmla="*/ 0 h 214"/>
                  <a:gd name="T18" fmla="*/ 300 w 354"/>
                  <a:gd name="T19" fmla="*/ 2 h 214"/>
                  <a:gd name="T20" fmla="*/ 317 w 354"/>
                  <a:gd name="T21" fmla="*/ 5 h 214"/>
                  <a:gd name="T22" fmla="*/ 140 w 354"/>
                  <a:gd name="T23" fmla="*/ 44 h 214"/>
                  <a:gd name="T24" fmla="*/ 105 w 354"/>
                  <a:gd name="T25" fmla="*/ 214 h 214"/>
                  <a:gd name="T26" fmla="*/ 60 w 354"/>
                  <a:gd name="T27" fmla="*/ 171 h 214"/>
                  <a:gd name="T28" fmla="*/ 0 w 354"/>
                  <a:gd name="T29" fmla="*/ 186 h 214"/>
                  <a:gd name="T30" fmla="*/ 38 w 354"/>
                  <a:gd name="T31" fmla="*/ 5 h 214"/>
                  <a:gd name="T32" fmla="*/ 55 w 354"/>
                  <a:gd name="T33" fmla="*/ 2 h 214"/>
                  <a:gd name="T34" fmla="*/ 63 w 354"/>
                  <a:gd name="T35" fmla="*/ 0 h 214"/>
                  <a:gd name="T36" fmla="*/ 67 w 354"/>
                  <a:gd name="T37" fmla="*/ 7 h 214"/>
                  <a:gd name="T38" fmla="*/ 103 w 354"/>
                  <a:gd name="T39" fmla="*/ 42 h 214"/>
                  <a:gd name="T40" fmla="*/ 114 w 354"/>
                  <a:gd name="T41" fmla="*/ 45 h 214"/>
                  <a:gd name="T42" fmla="*/ 140 w 354"/>
                  <a:gd name="T43" fmla="*/ 4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4" h="214">
                    <a:moveTo>
                      <a:pt x="317" y="5"/>
                    </a:moveTo>
                    <a:cubicBezTo>
                      <a:pt x="354" y="186"/>
                      <a:pt x="354" y="186"/>
                      <a:pt x="354" y="186"/>
                    </a:cubicBezTo>
                    <a:cubicBezTo>
                      <a:pt x="294" y="171"/>
                      <a:pt x="294" y="171"/>
                      <a:pt x="294" y="171"/>
                    </a:cubicBezTo>
                    <a:cubicBezTo>
                      <a:pt x="250" y="214"/>
                      <a:pt x="250" y="214"/>
                      <a:pt x="250" y="214"/>
                    </a:cubicBezTo>
                    <a:cubicBezTo>
                      <a:pt x="215" y="44"/>
                      <a:pt x="215" y="44"/>
                      <a:pt x="215" y="44"/>
                    </a:cubicBezTo>
                    <a:cubicBezTo>
                      <a:pt x="220" y="45"/>
                      <a:pt x="225" y="46"/>
                      <a:pt x="230" y="46"/>
                    </a:cubicBezTo>
                    <a:cubicBezTo>
                      <a:pt x="234" y="46"/>
                      <a:pt x="238" y="46"/>
                      <a:pt x="241" y="45"/>
                    </a:cubicBezTo>
                    <a:cubicBezTo>
                      <a:pt x="264" y="40"/>
                      <a:pt x="276" y="25"/>
                      <a:pt x="287" y="7"/>
                    </a:cubicBezTo>
                    <a:cubicBezTo>
                      <a:pt x="289" y="5"/>
                      <a:pt x="290" y="2"/>
                      <a:pt x="292" y="0"/>
                    </a:cubicBezTo>
                    <a:cubicBezTo>
                      <a:pt x="295" y="0"/>
                      <a:pt x="298" y="1"/>
                      <a:pt x="300" y="2"/>
                    </a:cubicBezTo>
                    <a:cubicBezTo>
                      <a:pt x="306" y="3"/>
                      <a:pt x="311" y="4"/>
                      <a:pt x="317" y="5"/>
                    </a:cubicBezTo>
                    <a:close/>
                    <a:moveTo>
                      <a:pt x="140" y="44"/>
                    </a:moveTo>
                    <a:cubicBezTo>
                      <a:pt x="105" y="214"/>
                      <a:pt x="105" y="214"/>
                      <a:pt x="105" y="214"/>
                    </a:cubicBezTo>
                    <a:cubicBezTo>
                      <a:pt x="60" y="171"/>
                      <a:pt x="60" y="171"/>
                      <a:pt x="60" y="171"/>
                    </a:cubicBezTo>
                    <a:cubicBezTo>
                      <a:pt x="0" y="186"/>
                      <a:pt x="0" y="186"/>
                      <a:pt x="0" y="186"/>
                    </a:cubicBezTo>
                    <a:cubicBezTo>
                      <a:pt x="38" y="5"/>
                      <a:pt x="38" y="5"/>
                      <a:pt x="38" y="5"/>
                    </a:cubicBezTo>
                    <a:cubicBezTo>
                      <a:pt x="43" y="4"/>
                      <a:pt x="49" y="3"/>
                      <a:pt x="55" y="2"/>
                    </a:cubicBezTo>
                    <a:cubicBezTo>
                      <a:pt x="57" y="1"/>
                      <a:pt x="60" y="1"/>
                      <a:pt x="63" y="0"/>
                    </a:cubicBezTo>
                    <a:cubicBezTo>
                      <a:pt x="65" y="2"/>
                      <a:pt x="66" y="5"/>
                      <a:pt x="67" y="7"/>
                    </a:cubicBezTo>
                    <a:cubicBezTo>
                      <a:pt x="77" y="21"/>
                      <a:pt x="86" y="35"/>
                      <a:pt x="103" y="42"/>
                    </a:cubicBezTo>
                    <a:cubicBezTo>
                      <a:pt x="106" y="43"/>
                      <a:pt x="110" y="44"/>
                      <a:pt x="114" y="45"/>
                    </a:cubicBezTo>
                    <a:cubicBezTo>
                      <a:pt x="123" y="47"/>
                      <a:pt x="131" y="46"/>
                      <a:pt x="140" y="44"/>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Freeform 28"/>
              <p:cNvSpPr>
                <a:spLocks noEditPoints="1"/>
              </p:cNvSpPr>
              <p:nvPr/>
            </p:nvSpPr>
            <p:spPr bwMode="auto">
              <a:xfrm>
                <a:off x="3722033" y="3714538"/>
                <a:ext cx="500321" cy="500687"/>
              </a:xfrm>
              <a:custGeom>
                <a:avLst/>
                <a:gdLst>
                  <a:gd name="T0" fmla="*/ 289 w 579"/>
                  <a:gd name="T1" fmla="*/ 28 h 579"/>
                  <a:gd name="T2" fmla="*/ 346 w 579"/>
                  <a:gd name="T3" fmla="*/ 4 h 579"/>
                  <a:gd name="T4" fmla="*/ 390 w 579"/>
                  <a:gd name="T5" fmla="*/ 48 h 579"/>
                  <a:gd name="T6" fmla="*/ 451 w 579"/>
                  <a:gd name="T7" fmla="*/ 48 h 579"/>
                  <a:gd name="T8" fmla="*/ 475 w 579"/>
                  <a:gd name="T9" fmla="*/ 105 h 579"/>
                  <a:gd name="T10" fmla="*/ 532 w 579"/>
                  <a:gd name="T11" fmla="*/ 128 h 579"/>
                  <a:gd name="T12" fmla="*/ 531 w 579"/>
                  <a:gd name="T13" fmla="*/ 190 h 579"/>
                  <a:gd name="T14" fmla="*/ 575 w 579"/>
                  <a:gd name="T15" fmla="*/ 233 h 579"/>
                  <a:gd name="T16" fmla="*/ 551 w 579"/>
                  <a:gd name="T17" fmla="*/ 290 h 579"/>
                  <a:gd name="T18" fmla="*/ 575 w 579"/>
                  <a:gd name="T19" fmla="*/ 347 h 579"/>
                  <a:gd name="T20" fmla="*/ 531 w 579"/>
                  <a:gd name="T21" fmla="*/ 390 h 579"/>
                  <a:gd name="T22" fmla="*/ 532 w 579"/>
                  <a:gd name="T23" fmla="*/ 452 h 579"/>
                  <a:gd name="T24" fmla="*/ 475 w 579"/>
                  <a:gd name="T25" fmla="*/ 475 h 579"/>
                  <a:gd name="T26" fmla="*/ 451 w 579"/>
                  <a:gd name="T27" fmla="*/ 532 h 579"/>
                  <a:gd name="T28" fmla="*/ 390 w 579"/>
                  <a:gd name="T29" fmla="*/ 532 h 579"/>
                  <a:gd name="T30" fmla="*/ 346 w 579"/>
                  <a:gd name="T31" fmla="*/ 575 h 579"/>
                  <a:gd name="T32" fmla="*/ 289 w 579"/>
                  <a:gd name="T33" fmla="*/ 552 h 579"/>
                  <a:gd name="T34" fmla="*/ 233 w 579"/>
                  <a:gd name="T35" fmla="*/ 575 h 579"/>
                  <a:gd name="T36" fmla="*/ 189 w 579"/>
                  <a:gd name="T37" fmla="*/ 532 h 579"/>
                  <a:gd name="T38" fmla="*/ 128 w 579"/>
                  <a:gd name="T39" fmla="*/ 532 h 579"/>
                  <a:gd name="T40" fmla="*/ 104 w 579"/>
                  <a:gd name="T41" fmla="*/ 475 h 579"/>
                  <a:gd name="T42" fmla="*/ 47 w 579"/>
                  <a:gd name="T43" fmla="*/ 452 h 579"/>
                  <a:gd name="T44" fmla="*/ 47 w 579"/>
                  <a:gd name="T45" fmla="*/ 390 h 579"/>
                  <a:gd name="T46" fmla="*/ 4 w 579"/>
                  <a:gd name="T47" fmla="*/ 347 h 579"/>
                  <a:gd name="T48" fmla="*/ 27 w 579"/>
                  <a:gd name="T49" fmla="*/ 290 h 579"/>
                  <a:gd name="T50" fmla="*/ 4 w 579"/>
                  <a:gd name="T51" fmla="*/ 233 h 579"/>
                  <a:gd name="T52" fmla="*/ 47 w 579"/>
                  <a:gd name="T53" fmla="*/ 190 h 579"/>
                  <a:gd name="T54" fmla="*/ 47 w 579"/>
                  <a:gd name="T55" fmla="*/ 128 h 579"/>
                  <a:gd name="T56" fmla="*/ 104 w 579"/>
                  <a:gd name="T57" fmla="*/ 105 h 579"/>
                  <a:gd name="T58" fmla="*/ 128 w 579"/>
                  <a:gd name="T59" fmla="*/ 48 h 579"/>
                  <a:gd name="T60" fmla="*/ 189 w 579"/>
                  <a:gd name="T61" fmla="*/ 48 h 579"/>
                  <a:gd name="T62" fmla="*/ 233 w 579"/>
                  <a:gd name="T63" fmla="*/ 4 h 579"/>
                  <a:gd name="T64" fmla="*/ 289 w 579"/>
                  <a:gd name="T65" fmla="*/ 28 h 579"/>
                  <a:gd name="T66" fmla="*/ 367 w 579"/>
                  <a:gd name="T67" fmla="*/ 103 h 579"/>
                  <a:gd name="T68" fmla="*/ 87 w 579"/>
                  <a:gd name="T69" fmla="*/ 288 h 579"/>
                  <a:gd name="T70" fmla="*/ 367 w 579"/>
                  <a:gd name="T71" fmla="*/ 477 h 579"/>
                  <a:gd name="T72" fmla="*/ 431 w 579"/>
                  <a:gd name="T73" fmla="*/ 146 h 579"/>
                  <a:gd name="T74" fmla="*/ 367 w 579"/>
                  <a:gd name="T75" fmla="*/ 103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79" h="579">
                    <a:moveTo>
                      <a:pt x="289" y="28"/>
                    </a:moveTo>
                    <a:cubicBezTo>
                      <a:pt x="308" y="29"/>
                      <a:pt x="327" y="0"/>
                      <a:pt x="346" y="4"/>
                    </a:cubicBezTo>
                    <a:cubicBezTo>
                      <a:pt x="365" y="8"/>
                      <a:pt x="371" y="42"/>
                      <a:pt x="390" y="48"/>
                    </a:cubicBezTo>
                    <a:cubicBezTo>
                      <a:pt x="407" y="56"/>
                      <a:pt x="435" y="37"/>
                      <a:pt x="451" y="48"/>
                    </a:cubicBezTo>
                    <a:cubicBezTo>
                      <a:pt x="467" y="58"/>
                      <a:pt x="460" y="92"/>
                      <a:pt x="475" y="105"/>
                    </a:cubicBezTo>
                    <a:cubicBezTo>
                      <a:pt x="487" y="119"/>
                      <a:pt x="521" y="112"/>
                      <a:pt x="532" y="128"/>
                    </a:cubicBezTo>
                    <a:cubicBezTo>
                      <a:pt x="542" y="144"/>
                      <a:pt x="523" y="172"/>
                      <a:pt x="531" y="190"/>
                    </a:cubicBezTo>
                    <a:cubicBezTo>
                      <a:pt x="537" y="208"/>
                      <a:pt x="571" y="214"/>
                      <a:pt x="575" y="233"/>
                    </a:cubicBezTo>
                    <a:cubicBezTo>
                      <a:pt x="579" y="252"/>
                      <a:pt x="550" y="271"/>
                      <a:pt x="551" y="290"/>
                    </a:cubicBezTo>
                    <a:cubicBezTo>
                      <a:pt x="550" y="309"/>
                      <a:pt x="579" y="328"/>
                      <a:pt x="575" y="347"/>
                    </a:cubicBezTo>
                    <a:cubicBezTo>
                      <a:pt x="571" y="366"/>
                      <a:pt x="538" y="372"/>
                      <a:pt x="531" y="390"/>
                    </a:cubicBezTo>
                    <a:cubicBezTo>
                      <a:pt x="523" y="407"/>
                      <a:pt x="542" y="436"/>
                      <a:pt x="532" y="452"/>
                    </a:cubicBezTo>
                    <a:cubicBezTo>
                      <a:pt x="521" y="468"/>
                      <a:pt x="487" y="461"/>
                      <a:pt x="475" y="475"/>
                    </a:cubicBezTo>
                    <a:cubicBezTo>
                      <a:pt x="460" y="488"/>
                      <a:pt x="467" y="521"/>
                      <a:pt x="451" y="532"/>
                    </a:cubicBezTo>
                    <a:cubicBezTo>
                      <a:pt x="435" y="543"/>
                      <a:pt x="407" y="523"/>
                      <a:pt x="390" y="532"/>
                    </a:cubicBezTo>
                    <a:cubicBezTo>
                      <a:pt x="372" y="538"/>
                      <a:pt x="365" y="572"/>
                      <a:pt x="346" y="575"/>
                    </a:cubicBezTo>
                    <a:cubicBezTo>
                      <a:pt x="327" y="579"/>
                      <a:pt x="309" y="550"/>
                      <a:pt x="289" y="552"/>
                    </a:cubicBezTo>
                    <a:cubicBezTo>
                      <a:pt x="270" y="550"/>
                      <a:pt x="252" y="579"/>
                      <a:pt x="233" y="575"/>
                    </a:cubicBezTo>
                    <a:cubicBezTo>
                      <a:pt x="214" y="572"/>
                      <a:pt x="207" y="538"/>
                      <a:pt x="189" y="532"/>
                    </a:cubicBezTo>
                    <a:cubicBezTo>
                      <a:pt x="172" y="523"/>
                      <a:pt x="144" y="543"/>
                      <a:pt x="128" y="532"/>
                    </a:cubicBezTo>
                    <a:cubicBezTo>
                      <a:pt x="112" y="521"/>
                      <a:pt x="119" y="488"/>
                      <a:pt x="104" y="475"/>
                    </a:cubicBezTo>
                    <a:cubicBezTo>
                      <a:pt x="92" y="461"/>
                      <a:pt x="58" y="468"/>
                      <a:pt x="47" y="452"/>
                    </a:cubicBezTo>
                    <a:cubicBezTo>
                      <a:pt x="36" y="436"/>
                      <a:pt x="56" y="407"/>
                      <a:pt x="47" y="390"/>
                    </a:cubicBezTo>
                    <a:cubicBezTo>
                      <a:pt x="41" y="372"/>
                      <a:pt x="8" y="366"/>
                      <a:pt x="4" y="347"/>
                    </a:cubicBezTo>
                    <a:cubicBezTo>
                      <a:pt x="0" y="328"/>
                      <a:pt x="29" y="309"/>
                      <a:pt x="27" y="290"/>
                    </a:cubicBezTo>
                    <a:cubicBezTo>
                      <a:pt x="29" y="271"/>
                      <a:pt x="0" y="252"/>
                      <a:pt x="4" y="233"/>
                    </a:cubicBezTo>
                    <a:cubicBezTo>
                      <a:pt x="8" y="214"/>
                      <a:pt x="41" y="208"/>
                      <a:pt x="47" y="190"/>
                    </a:cubicBezTo>
                    <a:cubicBezTo>
                      <a:pt x="56" y="172"/>
                      <a:pt x="36" y="144"/>
                      <a:pt x="47" y="128"/>
                    </a:cubicBezTo>
                    <a:cubicBezTo>
                      <a:pt x="58" y="112"/>
                      <a:pt x="92" y="119"/>
                      <a:pt x="104" y="105"/>
                    </a:cubicBezTo>
                    <a:cubicBezTo>
                      <a:pt x="119" y="92"/>
                      <a:pt x="112" y="58"/>
                      <a:pt x="128" y="48"/>
                    </a:cubicBezTo>
                    <a:cubicBezTo>
                      <a:pt x="144" y="37"/>
                      <a:pt x="172" y="56"/>
                      <a:pt x="189" y="48"/>
                    </a:cubicBezTo>
                    <a:cubicBezTo>
                      <a:pt x="207" y="42"/>
                      <a:pt x="214" y="8"/>
                      <a:pt x="233" y="4"/>
                    </a:cubicBezTo>
                    <a:cubicBezTo>
                      <a:pt x="252" y="0"/>
                      <a:pt x="270" y="29"/>
                      <a:pt x="289" y="28"/>
                    </a:cubicBezTo>
                    <a:close/>
                    <a:moveTo>
                      <a:pt x="367" y="103"/>
                    </a:moveTo>
                    <a:cubicBezTo>
                      <a:pt x="234" y="48"/>
                      <a:pt x="88" y="145"/>
                      <a:pt x="87" y="288"/>
                    </a:cubicBezTo>
                    <a:cubicBezTo>
                      <a:pt x="86" y="433"/>
                      <a:pt x="233" y="532"/>
                      <a:pt x="367" y="477"/>
                    </a:cubicBezTo>
                    <a:cubicBezTo>
                      <a:pt x="501" y="421"/>
                      <a:pt x="534" y="247"/>
                      <a:pt x="431" y="146"/>
                    </a:cubicBezTo>
                    <a:cubicBezTo>
                      <a:pt x="413" y="127"/>
                      <a:pt x="391" y="113"/>
                      <a:pt x="367" y="10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Freeform 29"/>
              <p:cNvSpPr>
                <a:spLocks noEditPoints="1"/>
              </p:cNvSpPr>
              <p:nvPr/>
            </p:nvSpPr>
            <p:spPr bwMode="auto">
              <a:xfrm>
                <a:off x="3829192" y="3821698"/>
                <a:ext cx="286002" cy="287100"/>
              </a:xfrm>
              <a:custGeom>
                <a:avLst/>
                <a:gdLst>
                  <a:gd name="T0" fmla="*/ 165 w 331"/>
                  <a:gd name="T1" fmla="*/ 0 h 332"/>
                  <a:gd name="T2" fmla="*/ 331 w 331"/>
                  <a:gd name="T3" fmla="*/ 166 h 332"/>
                  <a:gd name="T4" fmla="*/ 165 w 331"/>
                  <a:gd name="T5" fmla="*/ 332 h 332"/>
                  <a:gd name="T6" fmla="*/ 0 w 331"/>
                  <a:gd name="T7" fmla="*/ 166 h 332"/>
                  <a:gd name="T8" fmla="*/ 165 w 331"/>
                  <a:gd name="T9" fmla="*/ 0 h 332"/>
                  <a:gd name="T10" fmla="*/ 176 w 331"/>
                  <a:gd name="T11" fmla="*/ 50 h 332"/>
                  <a:gd name="T12" fmla="*/ 205 w 331"/>
                  <a:gd name="T13" fmla="*/ 111 h 332"/>
                  <a:gd name="T14" fmla="*/ 272 w 331"/>
                  <a:gd name="T15" fmla="*/ 119 h 332"/>
                  <a:gd name="T16" fmla="*/ 282 w 331"/>
                  <a:gd name="T17" fmla="*/ 127 h 332"/>
                  <a:gd name="T18" fmla="*/ 279 w 331"/>
                  <a:gd name="T19" fmla="*/ 140 h 332"/>
                  <a:gd name="T20" fmla="*/ 229 w 331"/>
                  <a:gd name="T21" fmla="*/ 186 h 332"/>
                  <a:gd name="T22" fmla="*/ 242 w 331"/>
                  <a:gd name="T23" fmla="*/ 252 h 332"/>
                  <a:gd name="T24" fmla="*/ 237 w 331"/>
                  <a:gd name="T25" fmla="*/ 265 h 332"/>
                  <a:gd name="T26" fmla="*/ 224 w 331"/>
                  <a:gd name="T27" fmla="*/ 265 h 332"/>
                  <a:gd name="T28" fmla="*/ 165 w 331"/>
                  <a:gd name="T29" fmla="*/ 232 h 332"/>
                  <a:gd name="T30" fmla="*/ 106 w 331"/>
                  <a:gd name="T31" fmla="*/ 265 h 332"/>
                  <a:gd name="T32" fmla="*/ 93 w 331"/>
                  <a:gd name="T33" fmla="*/ 265 h 332"/>
                  <a:gd name="T34" fmla="*/ 89 w 331"/>
                  <a:gd name="T35" fmla="*/ 252 h 332"/>
                  <a:gd name="T36" fmla="*/ 102 w 331"/>
                  <a:gd name="T37" fmla="*/ 186 h 332"/>
                  <a:gd name="T38" fmla="*/ 52 w 331"/>
                  <a:gd name="T39" fmla="*/ 140 h 332"/>
                  <a:gd name="T40" fmla="*/ 49 w 331"/>
                  <a:gd name="T41" fmla="*/ 127 h 332"/>
                  <a:gd name="T42" fmla="*/ 59 w 331"/>
                  <a:gd name="T43" fmla="*/ 119 h 332"/>
                  <a:gd name="T44" fmla="*/ 126 w 331"/>
                  <a:gd name="T45" fmla="*/ 111 h 332"/>
                  <a:gd name="T46" fmla="*/ 154 w 331"/>
                  <a:gd name="T47" fmla="*/ 50 h 332"/>
                  <a:gd name="T48" fmla="*/ 165 w 331"/>
                  <a:gd name="T49" fmla="*/ 43 h 332"/>
                  <a:gd name="T50" fmla="*/ 176 w 331"/>
                  <a:gd name="T51" fmla="*/ 5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1" h="332">
                    <a:moveTo>
                      <a:pt x="165" y="0"/>
                    </a:moveTo>
                    <a:cubicBezTo>
                      <a:pt x="257" y="0"/>
                      <a:pt x="331" y="74"/>
                      <a:pt x="331" y="166"/>
                    </a:cubicBezTo>
                    <a:cubicBezTo>
                      <a:pt x="331" y="257"/>
                      <a:pt x="257" y="332"/>
                      <a:pt x="165" y="332"/>
                    </a:cubicBezTo>
                    <a:cubicBezTo>
                      <a:pt x="74" y="332"/>
                      <a:pt x="0" y="257"/>
                      <a:pt x="0" y="166"/>
                    </a:cubicBezTo>
                    <a:cubicBezTo>
                      <a:pt x="0" y="74"/>
                      <a:pt x="74" y="0"/>
                      <a:pt x="165" y="0"/>
                    </a:cubicBezTo>
                    <a:close/>
                    <a:moveTo>
                      <a:pt x="176" y="50"/>
                    </a:moveTo>
                    <a:cubicBezTo>
                      <a:pt x="205" y="111"/>
                      <a:pt x="205" y="111"/>
                      <a:pt x="205" y="111"/>
                    </a:cubicBezTo>
                    <a:cubicBezTo>
                      <a:pt x="272" y="119"/>
                      <a:pt x="272" y="119"/>
                      <a:pt x="272" y="119"/>
                    </a:cubicBezTo>
                    <a:cubicBezTo>
                      <a:pt x="277" y="120"/>
                      <a:pt x="281" y="123"/>
                      <a:pt x="282" y="127"/>
                    </a:cubicBezTo>
                    <a:cubicBezTo>
                      <a:pt x="284" y="132"/>
                      <a:pt x="282" y="137"/>
                      <a:pt x="279" y="140"/>
                    </a:cubicBezTo>
                    <a:cubicBezTo>
                      <a:pt x="229" y="186"/>
                      <a:pt x="229" y="186"/>
                      <a:pt x="229" y="186"/>
                    </a:cubicBezTo>
                    <a:cubicBezTo>
                      <a:pt x="242" y="252"/>
                      <a:pt x="242" y="252"/>
                      <a:pt x="242" y="252"/>
                    </a:cubicBezTo>
                    <a:cubicBezTo>
                      <a:pt x="243" y="257"/>
                      <a:pt x="241" y="262"/>
                      <a:pt x="237" y="265"/>
                    </a:cubicBezTo>
                    <a:cubicBezTo>
                      <a:pt x="234" y="267"/>
                      <a:pt x="229" y="268"/>
                      <a:pt x="224" y="265"/>
                    </a:cubicBezTo>
                    <a:cubicBezTo>
                      <a:pt x="165" y="232"/>
                      <a:pt x="165" y="232"/>
                      <a:pt x="165" y="232"/>
                    </a:cubicBezTo>
                    <a:cubicBezTo>
                      <a:pt x="106" y="265"/>
                      <a:pt x="106" y="265"/>
                      <a:pt x="106" y="265"/>
                    </a:cubicBezTo>
                    <a:cubicBezTo>
                      <a:pt x="102" y="268"/>
                      <a:pt x="97" y="267"/>
                      <a:pt x="93" y="265"/>
                    </a:cubicBezTo>
                    <a:cubicBezTo>
                      <a:pt x="89" y="262"/>
                      <a:pt x="88" y="257"/>
                      <a:pt x="89" y="252"/>
                    </a:cubicBezTo>
                    <a:cubicBezTo>
                      <a:pt x="102" y="186"/>
                      <a:pt x="102" y="186"/>
                      <a:pt x="102" y="186"/>
                    </a:cubicBezTo>
                    <a:cubicBezTo>
                      <a:pt x="52" y="140"/>
                      <a:pt x="52" y="140"/>
                      <a:pt x="52" y="140"/>
                    </a:cubicBezTo>
                    <a:cubicBezTo>
                      <a:pt x="48" y="137"/>
                      <a:pt x="47" y="132"/>
                      <a:pt x="49" y="127"/>
                    </a:cubicBezTo>
                    <a:cubicBezTo>
                      <a:pt x="50" y="123"/>
                      <a:pt x="54" y="120"/>
                      <a:pt x="59" y="119"/>
                    </a:cubicBezTo>
                    <a:cubicBezTo>
                      <a:pt x="126" y="111"/>
                      <a:pt x="126" y="111"/>
                      <a:pt x="126" y="111"/>
                    </a:cubicBezTo>
                    <a:cubicBezTo>
                      <a:pt x="154" y="50"/>
                      <a:pt x="154" y="50"/>
                      <a:pt x="154" y="50"/>
                    </a:cubicBezTo>
                    <a:cubicBezTo>
                      <a:pt x="156" y="45"/>
                      <a:pt x="161" y="43"/>
                      <a:pt x="165" y="43"/>
                    </a:cubicBezTo>
                    <a:cubicBezTo>
                      <a:pt x="170" y="43"/>
                      <a:pt x="174" y="45"/>
                      <a:pt x="176" y="50"/>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3" name="组合 2"/>
          <p:cNvGrpSpPr/>
          <p:nvPr/>
        </p:nvGrpSpPr>
        <p:grpSpPr>
          <a:xfrm>
            <a:off x="3201676" y="3249600"/>
            <a:ext cx="1419383" cy="1191998"/>
            <a:chOff x="4268902" y="4331742"/>
            <a:chExt cx="1892510" cy="1589330"/>
          </a:xfrm>
          <a:solidFill>
            <a:schemeClr val="accent3"/>
          </a:solidFill>
        </p:grpSpPr>
        <p:sp>
          <p:nvSpPr>
            <p:cNvPr id="12" name="Freeform 7"/>
            <p:cNvSpPr>
              <a:spLocks/>
            </p:cNvSpPr>
            <p:nvPr/>
          </p:nvSpPr>
          <p:spPr bwMode="auto">
            <a:xfrm>
              <a:off x="4268902" y="4331742"/>
              <a:ext cx="1892510" cy="1589330"/>
            </a:xfrm>
            <a:custGeom>
              <a:avLst/>
              <a:gdLst>
                <a:gd name="T0" fmla="*/ 423 w 424"/>
                <a:gd name="T1" fmla="*/ 322 h 356"/>
                <a:gd name="T2" fmla="*/ 414 w 424"/>
                <a:gd name="T3" fmla="*/ 325 h 356"/>
                <a:gd name="T4" fmla="*/ 226 w 424"/>
                <a:gd name="T5" fmla="*/ 351 h 356"/>
                <a:gd name="T6" fmla="*/ 78 w 424"/>
                <a:gd name="T7" fmla="*/ 302 h 356"/>
                <a:gd name="T8" fmla="*/ 126 w 424"/>
                <a:gd name="T9" fmla="*/ 28 h 356"/>
                <a:gd name="T10" fmla="*/ 96 w 424"/>
                <a:gd name="T11" fmla="*/ 153 h 356"/>
                <a:gd name="T12" fmla="*/ 250 w 424"/>
                <a:gd name="T13" fmla="*/ 266 h 356"/>
                <a:gd name="T14" fmla="*/ 307 w 424"/>
                <a:gd name="T15" fmla="*/ 256 h 356"/>
                <a:gd name="T16" fmla="*/ 318 w 424"/>
                <a:gd name="T17" fmla="*/ 243 h 356"/>
                <a:gd name="T18" fmla="*/ 287 w 424"/>
                <a:gd name="T19" fmla="*/ 146 h 356"/>
                <a:gd name="T20" fmla="*/ 151 w 424"/>
                <a:gd name="T21" fmla="*/ 131 h 356"/>
                <a:gd name="T22" fmla="*/ 140 w 424"/>
                <a:gd name="T23" fmla="*/ 144 h 356"/>
                <a:gd name="T24" fmla="*/ 158 w 424"/>
                <a:gd name="T25" fmla="*/ 32 h 356"/>
                <a:gd name="T26" fmla="*/ 270 w 424"/>
                <a:gd name="T27" fmla="*/ 16 h 356"/>
                <a:gd name="T28" fmla="*/ 361 w 424"/>
                <a:gd name="T29" fmla="*/ 109 h 356"/>
                <a:gd name="T30" fmla="*/ 424 w 424"/>
                <a:gd name="T31" fmla="*/ 317 h 356"/>
                <a:gd name="T32" fmla="*/ 423 w 424"/>
                <a:gd name="T33" fmla="*/ 32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4" h="356">
                  <a:moveTo>
                    <a:pt x="423" y="322"/>
                  </a:moveTo>
                  <a:cubicBezTo>
                    <a:pt x="420" y="323"/>
                    <a:pt x="417" y="324"/>
                    <a:pt x="414" y="325"/>
                  </a:cubicBezTo>
                  <a:cubicBezTo>
                    <a:pt x="352" y="334"/>
                    <a:pt x="289" y="345"/>
                    <a:pt x="226" y="351"/>
                  </a:cubicBezTo>
                  <a:cubicBezTo>
                    <a:pt x="171" y="356"/>
                    <a:pt x="119" y="345"/>
                    <a:pt x="78" y="302"/>
                  </a:cubicBezTo>
                  <a:cubicBezTo>
                    <a:pt x="0" y="220"/>
                    <a:pt x="23" y="78"/>
                    <a:pt x="126" y="28"/>
                  </a:cubicBezTo>
                  <a:cubicBezTo>
                    <a:pt x="100" y="68"/>
                    <a:pt x="90" y="108"/>
                    <a:pt x="96" y="153"/>
                  </a:cubicBezTo>
                  <a:cubicBezTo>
                    <a:pt x="108" y="234"/>
                    <a:pt x="169" y="279"/>
                    <a:pt x="250" y="266"/>
                  </a:cubicBezTo>
                  <a:cubicBezTo>
                    <a:pt x="269" y="263"/>
                    <a:pt x="288" y="261"/>
                    <a:pt x="307" y="256"/>
                  </a:cubicBezTo>
                  <a:cubicBezTo>
                    <a:pt x="312" y="255"/>
                    <a:pt x="319" y="246"/>
                    <a:pt x="318" y="243"/>
                  </a:cubicBezTo>
                  <a:cubicBezTo>
                    <a:pt x="309" y="210"/>
                    <a:pt x="301" y="176"/>
                    <a:pt x="287" y="146"/>
                  </a:cubicBezTo>
                  <a:cubicBezTo>
                    <a:pt x="258" y="88"/>
                    <a:pt x="195" y="82"/>
                    <a:pt x="151" y="131"/>
                  </a:cubicBezTo>
                  <a:cubicBezTo>
                    <a:pt x="148" y="135"/>
                    <a:pt x="144" y="139"/>
                    <a:pt x="140" y="144"/>
                  </a:cubicBezTo>
                  <a:cubicBezTo>
                    <a:pt x="119" y="114"/>
                    <a:pt x="128" y="61"/>
                    <a:pt x="158" y="32"/>
                  </a:cubicBezTo>
                  <a:cubicBezTo>
                    <a:pt x="191" y="0"/>
                    <a:pt x="231" y="1"/>
                    <a:pt x="270" y="16"/>
                  </a:cubicBezTo>
                  <a:cubicBezTo>
                    <a:pt x="314" y="33"/>
                    <a:pt x="346" y="66"/>
                    <a:pt x="361" y="109"/>
                  </a:cubicBezTo>
                  <a:cubicBezTo>
                    <a:pt x="385" y="178"/>
                    <a:pt x="404" y="248"/>
                    <a:pt x="424" y="317"/>
                  </a:cubicBezTo>
                  <a:cubicBezTo>
                    <a:pt x="424" y="318"/>
                    <a:pt x="423" y="320"/>
                    <a:pt x="423" y="322"/>
                  </a:cubicBezTo>
                  <a:close/>
                </a:path>
              </a:pathLst>
            </a:cu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nvGrpSpPr>
          <p:grpSpPr>
            <a:xfrm>
              <a:off x="5062383" y="4973742"/>
              <a:ext cx="295624" cy="295912"/>
              <a:chOff x="5240338" y="2657475"/>
              <a:chExt cx="1630363" cy="1631951"/>
            </a:xfrm>
            <a:grpFill/>
          </p:grpSpPr>
          <p:sp>
            <p:nvSpPr>
              <p:cNvPr id="20" name="Freeform 5"/>
              <p:cNvSpPr>
                <a:spLocks/>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Freeform 6"/>
              <p:cNvSpPr>
                <a:spLocks/>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Freeform 7"/>
              <p:cNvSpPr>
                <a:spLocks/>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Freeform 8"/>
              <p:cNvSpPr>
                <a:spLocks/>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sym typeface="微软雅黑" panose="020B0503020204020204" pitchFamily="34" charset="-122"/>
                </a:endParaRPr>
              </a:p>
            </p:txBody>
          </p:sp>
        </p:grpSp>
      </p:grpSp>
      <p:grpSp>
        <p:nvGrpSpPr>
          <p:cNvPr id="24" name="组合 23"/>
          <p:cNvGrpSpPr/>
          <p:nvPr/>
        </p:nvGrpSpPr>
        <p:grpSpPr>
          <a:xfrm>
            <a:off x="6134869" y="3529207"/>
            <a:ext cx="1777513" cy="813609"/>
            <a:chOff x="3106598" y="5073134"/>
            <a:chExt cx="2370017" cy="1084811"/>
          </a:xfrm>
        </p:grpSpPr>
        <p:sp>
          <p:nvSpPr>
            <p:cNvPr id="25" name="矩形 24"/>
            <p:cNvSpPr/>
            <p:nvPr/>
          </p:nvSpPr>
          <p:spPr>
            <a:xfrm>
              <a:off x="3106598" y="5073134"/>
              <a:ext cx="1631216" cy="400109"/>
            </a:xfrm>
            <a:prstGeom prst="rect">
              <a:avLst/>
            </a:prstGeom>
          </p:spPr>
          <p:txBody>
            <a:bodyPr wrap="none">
              <a:spAutoFit/>
            </a:bodyPr>
            <a:lstStyle/>
            <a:p>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26" name="矩形 25"/>
            <p:cNvSpPr/>
            <p:nvPr/>
          </p:nvSpPr>
          <p:spPr>
            <a:xfrm>
              <a:off x="3106598" y="5404405"/>
              <a:ext cx="2370017" cy="753540"/>
            </a:xfrm>
            <a:prstGeom prst="rect">
              <a:avLst/>
            </a:prstGeom>
          </p:spPr>
          <p:txBody>
            <a:bodyPr wrap="square">
              <a:spAutoFit/>
            </a:bodyPr>
            <a:lstStyle/>
            <a:p>
              <a:pP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grpSp>
        <p:nvGrpSpPr>
          <p:cNvPr id="27" name="组合 26"/>
          <p:cNvGrpSpPr/>
          <p:nvPr/>
        </p:nvGrpSpPr>
        <p:grpSpPr>
          <a:xfrm>
            <a:off x="1231619" y="3529206"/>
            <a:ext cx="1777513" cy="813609"/>
            <a:chOff x="1221767" y="2192338"/>
            <a:chExt cx="2370017" cy="1084811"/>
          </a:xfrm>
        </p:grpSpPr>
        <p:sp>
          <p:nvSpPr>
            <p:cNvPr id="28" name="矩形 27"/>
            <p:cNvSpPr/>
            <p:nvPr/>
          </p:nvSpPr>
          <p:spPr>
            <a:xfrm>
              <a:off x="1960568" y="2192338"/>
              <a:ext cx="1631216" cy="400109"/>
            </a:xfrm>
            <a:prstGeom prst="rect">
              <a:avLst/>
            </a:prstGeom>
          </p:spPr>
          <p:txBody>
            <a:bodyPr wrap="none">
              <a:spAutoFit/>
            </a:bodyPr>
            <a:lstStyle/>
            <a:p>
              <a:pPr algn="r"/>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29" name="矩形 28"/>
            <p:cNvSpPr/>
            <p:nvPr/>
          </p:nvSpPr>
          <p:spPr>
            <a:xfrm>
              <a:off x="1221767" y="2523609"/>
              <a:ext cx="2370017" cy="753540"/>
            </a:xfrm>
            <a:prstGeom prst="rect">
              <a:avLst/>
            </a:prstGeom>
          </p:spPr>
          <p:txBody>
            <a:bodyPr wrap="square">
              <a:spAutoFit/>
            </a:bodyPr>
            <a:lstStyle/>
            <a:p>
              <a:pPr algn="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grpSp>
        <p:nvGrpSpPr>
          <p:cNvPr id="33" name="组合 32"/>
          <p:cNvGrpSpPr/>
          <p:nvPr/>
        </p:nvGrpSpPr>
        <p:grpSpPr>
          <a:xfrm>
            <a:off x="2828199" y="1341140"/>
            <a:ext cx="3441457" cy="498393"/>
            <a:chOff x="3709320" y="1713307"/>
            <a:chExt cx="4588609" cy="664523"/>
          </a:xfrm>
        </p:grpSpPr>
        <p:sp>
          <p:nvSpPr>
            <p:cNvPr id="31" name="矩形 30"/>
            <p:cNvSpPr/>
            <p:nvPr/>
          </p:nvSpPr>
          <p:spPr>
            <a:xfrm>
              <a:off x="5188016" y="1713307"/>
              <a:ext cx="1631217" cy="400109"/>
            </a:xfrm>
            <a:prstGeom prst="rect">
              <a:avLst/>
            </a:prstGeom>
          </p:spPr>
          <p:txBody>
            <a:bodyPr wrap="none">
              <a:spAutoFit/>
            </a:bodyPr>
            <a:lstStyle/>
            <a:p>
              <a:pPr algn="ctr"/>
              <a:r>
                <a:rPr lang="zh-CN" altLang="en-US" sz="1350"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此处填写内容</a:t>
              </a:r>
            </a:p>
          </p:txBody>
        </p:sp>
        <p:sp>
          <p:nvSpPr>
            <p:cNvPr id="32" name="矩形 31"/>
            <p:cNvSpPr/>
            <p:nvPr/>
          </p:nvSpPr>
          <p:spPr>
            <a:xfrm>
              <a:off x="3709320" y="2044577"/>
              <a:ext cx="4588609" cy="333253"/>
            </a:xfrm>
            <a:prstGeom prst="rect">
              <a:avLst/>
            </a:prstGeom>
          </p:spPr>
          <p:txBody>
            <a:bodyPr wrap="square">
              <a:spAutoFit/>
            </a:bodyPr>
            <a:lstStyle/>
            <a:p>
              <a:pPr algn="ctr">
                <a:lnSpc>
                  <a:spcPct val="130000"/>
                </a:lnSpc>
              </a:pPr>
              <a:r>
                <a:rPr lang="zh-CN" altLang="en-US" sz="788" dirty="0">
                  <a:solidFill>
                    <a:schemeClr val="bg2">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Hunan magic rain Advertising CoLtd.professional professional team</a:t>
              </a:r>
            </a:p>
          </p:txBody>
        </p:sp>
      </p:grpSp>
    </p:spTree>
    <p:extLst>
      <p:ext uri="{BB962C8B-B14F-4D97-AF65-F5344CB8AC3E}">
        <p14:creationId xmlns:p14="http://schemas.microsoft.com/office/powerpoint/2010/main" val="41057368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582782" y="1216630"/>
            <a:ext cx="1413027" cy="378159"/>
            <a:chOff x="5735166" y="1628800"/>
            <a:chExt cx="1883791" cy="504056"/>
          </a:xfrm>
        </p:grpSpPr>
        <p:cxnSp>
          <p:nvCxnSpPr>
            <p:cNvPr id="4" name="直接连接符 3"/>
            <p:cNvCxnSpPr/>
            <p:nvPr/>
          </p:nvCxnSpPr>
          <p:spPr>
            <a:xfrm>
              <a:off x="7160988" y="1880828"/>
              <a:ext cx="3600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五边形 4"/>
            <p:cNvSpPr/>
            <p:nvPr/>
          </p:nvSpPr>
          <p:spPr>
            <a:xfrm>
              <a:off x="5735166" y="1628800"/>
              <a:ext cx="1440160" cy="50405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2011</a:t>
              </a:r>
              <a:r>
                <a:rPr lang="zh-CN" altLang="en-US" sz="1200" dirty="0">
                  <a:latin typeface="微软雅黑" pitchFamily="34" charset="-122"/>
                  <a:ea typeface="微软雅黑" pitchFamily="34" charset="-122"/>
                </a:rPr>
                <a:t>年</a:t>
              </a:r>
            </a:p>
          </p:txBody>
        </p:sp>
        <p:sp>
          <p:nvSpPr>
            <p:cNvPr id="6" name="燕尾形 5"/>
            <p:cNvSpPr/>
            <p:nvPr/>
          </p:nvSpPr>
          <p:spPr>
            <a:xfrm>
              <a:off x="7423099" y="1796075"/>
              <a:ext cx="195858" cy="169506"/>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7" name="TextBox 6"/>
          <p:cNvSpPr txBox="1"/>
          <p:nvPr/>
        </p:nvSpPr>
        <p:spPr>
          <a:xfrm>
            <a:off x="6095147" y="1259702"/>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8" name="组合 7"/>
          <p:cNvGrpSpPr/>
          <p:nvPr/>
        </p:nvGrpSpPr>
        <p:grpSpPr>
          <a:xfrm>
            <a:off x="4582782" y="1862026"/>
            <a:ext cx="1413027" cy="378159"/>
            <a:chOff x="5735166" y="1628800"/>
            <a:chExt cx="1883791" cy="504056"/>
          </a:xfrm>
          <a:solidFill>
            <a:schemeClr val="accent2"/>
          </a:solidFill>
        </p:grpSpPr>
        <p:cxnSp>
          <p:nvCxnSpPr>
            <p:cNvPr id="9" name="直接连接符 8"/>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五边形 9"/>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2013</a:t>
              </a:r>
              <a:r>
                <a:rPr lang="zh-CN" altLang="en-US" sz="1200" dirty="0">
                  <a:latin typeface="微软雅黑" pitchFamily="34" charset="-122"/>
                  <a:ea typeface="微软雅黑" pitchFamily="34" charset="-122"/>
                </a:rPr>
                <a:t>年</a:t>
              </a:r>
            </a:p>
          </p:txBody>
        </p:sp>
        <p:sp>
          <p:nvSpPr>
            <p:cNvPr id="11" name="燕尾形 10"/>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12" name="TextBox 11"/>
          <p:cNvSpPr txBox="1"/>
          <p:nvPr/>
        </p:nvSpPr>
        <p:spPr>
          <a:xfrm>
            <a:off x="6095147" y="1846690"/>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13" name="组合 12"/>
          <p:cNvGrpSpPr/>
          <p:nvPr/>
        </p:nvGrpSpPr>
        <p:grpSpPr>
          <a:xfrm>
            <a:off x="4584849" y="2534618"/>
            <a:ext cx="1413027" cy="378159"/>
            <a:chOff x="5735166" y="1628800"/>
            <a:chExt cx="1883791" cy="504056"/>
          </a:xfrm>
          <a:solidFill>
            <a:schemeClr val="accent3"/>
          </a:solidFill>
        </p:grpSpPr>
        <p:cxnSp>
          <p:nvCxnSpPr>
            <p:cNvPr id="14" name="直接连接符 13"/>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五边形 14"/>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2015</a:t>
              </a:r>
              <a:r>
                <a:rPr lang="zh-CN" altLang="en-US" sz="1200" dirty="0">
                  <a:latin typeface="微软雅黑" pitchFamily="34" charset="-122"/>
                  <a:ea typeface="微软雅黑" pitchFamily="34" charset="-122"/>
                </a:rPr>
                <a:t>年</a:t>
              </a:r>
            </a:p>
          </p:txBody>
        </p:sp>
        <p:sp>
          <p:nvSpPr>
            <p:cNvPr id="16" name="燕尾形 15"/>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17" name="TextBox 16"/>
          <p:cNvSpPr txBox="1"/>
          <p:nvPr/>
        </p:nvSpPr>
        <p:spPr>
          <a:xfrm>
            <a:off x="6097213" y="2519282"/>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18" name="组合 17"/>
          <p:cNvGrpSpPr/>
          <p:nvPr/>
        </p:nvGrpSpPr>
        <p:grpSpPr>
          <a:xfrm>
            <a:off x="4582782" y="3215469"/>
            <a:ext cx="1413027" cy="378159"/>
            <a:chOff x="5735166" y="1628800"/>
            <a:chExt cx="1883791" cy="504056"/>
          </a:xfrm>
          <a:solidFill>
            <a:schemeClr val="accent4"/>
          </a:solidFill>
        </p:grpSpPr>
        <p:cxnSp>
          <p:nvCxnSpPr>
            <p:cNvPr id="19" name="直接连接符 18"/>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五边形 19"/>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2016</a:t>
              </a:r>
              <a:r>
                <a:rPr lang="zh-CN" altLang="en-US" sz="1200" dirty="0">
                  <a:latin typeface="微软雅黑" pitchFamily="34" charset="-122"/>
                  <a:ea typeface="微软雅黑" pitchFamily="34" charset="-122"/>
                </a:rPr>
                <a:t>年</a:t>
              </a:r>
            </a:p>
          </p:txBody>
        </p:sp>
        <p:sp>
          <p:nvSpPr>
            <p:cNvPr id="21" name="燕尾形 20"/>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22" name="TextBox 21"/>
          <p:cNvSpPr txBox="1"/>
          <p:nvPr/>
        </p:nvSpPr>
        <p:spPr>
          <a:xfrm>
            <a:off x="6095147" y="3200133"/>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grpSp>
        <p:nvGrpSpPr>
          <p:cNvPr id="23" name="组合 22"/>
          <p:cNvGrpSpPr/>
          <p:nvPr/>
        </p:nvGrpSpPr>
        <p:grpSpPr>
          <a:xfrm>
            <a:off x="4582782" y="3905304"/>
            <a:ext cx="1413027" cy="378159"/>
            <a:chOff x="5735166" y="1628800"/>
            <a:chExt cx="1883791" cy="504056"/>
          </a:xfrm>
          <a:solidFill>
            <a:schemeClr val="accent1"/>
          </a:solidFill>
        </p:grpSpPr>
        <p:cxnSp>
          <p:nvCxnSpPr>
            <p:cNvPr id="24" name="直接连接符 23"/>
            <p:cNvCxnSpPr/>
            <p:nvPr/>
          </p:nvCxnSpPr>
          <p:spPr>
            <a:xfrm>
              <a:off x="7160988" y="1880828"/>
              <a:ext cx="360040" cy="0"/>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五边形 24"/>
            <p:cNvSpPr/>
            <p:nvPr/>
          </p:nvSpPr>
          <p:spPr>
            <a:xfrm>
              <a:off x="5735166" y="1628800"/>
              <a:ext cx="1440160" cy="504056"/>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微软雅黑" pitchFamily="34" charset="-122"/>
                  <a:ea typeface="微软雅黑" pitchFamily="34" charset="-122"/>
                </a:rPr>
                <a:t>2017</a:t>
              </a:r>
              <a:r>
                <a:rPr lang="zh-CN" altLang="en-US" sz="1200" dirty="0">
                  <a:latin typeface="微软雅黑" pitchFamily="34" charset="-122"/>
                  <a:ea typeface="微软雅黑" pitchFamily="34" charset="-122"/>
                </a:rPr>
                <a:t>年</a:t>
              </a:r>
            </a:p>
          </p:txBody>
        </p:sp>
        <p:sp>
          <p:nvSpPr>
            <p:cNvPr id="26" name="燕尾形 25"/>
            <p:cNvSpPr/>
            <p:nvPr/>
          </p:nvSpPr>
          <p:spPr>
            <a:xfrm>
              <a:off x="7423099" y="1796075"/>
              <a:ext cx="195858" cy="169506"/>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itchFamily="34" charset="-122"/>
                <a:ea typeface="微软雅黑" pitchFamily="34" charset="-122"/>
              </a:endParaRPr>
            </a:p>
          </p:txBody>
        </p:sp>
      </p:grpSp>
      <p:sp>
        <p:nvSpPr>
          <p:cNvPr id="27" name="TextBox 26"/>
          <p:cNvSpPr txBox="1"/>
          <p:nvPr/>
        </p:nvSpPr>
        <p:spPr>
          <a:xfrm>
            <a:off x="6095147" y="3889968"/>
            <a:ext cx="2322560" cy="567858"/>
          </a:xfrm>
          <a:prstGeom prst="rect">
            <a:avLst/>
          </a:prstGeom>
          <a:noFill/>
        </p:spPr>
        <p:txBody>
          <a:bodyPr wrap="square" lIns="68589" tIns="34295" rIns="68589" bIns="34295" rtlCol="0">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rPr>
              <a:t>输入内容，或复制内容后右键选择只保留文本粘贴内容。输入内容。</a:t>
            </a:r>
            <a:endParaRPr lang="en-US" altLang="zh-CN" sz="900" dirty="0">
              <a:solidFill>
                <a:schemeClr val="tx1">
                  <a:lumMod val="50000"/>
                  <a:lumOff val="50000"/>
                </a:schemeClr>
              </a:solidFill>
              <a:latin typeface="微软雅黑" pitchFamily="34" charset="-122"/>
              <a:ea typeface="微软雅黑" pitchFamily="34" charset="-122"/>
            </a:endParaRPr>
          </a:p>
          <a:p>
            <a:pPr>
              <a:lnSpc>
                <a:spcPct val="120000"/>
              </a:lnSpc>
            </a:pPr>
            <a:endParaRPr lang="en-US" altLang="zh-CN" sz="900" dirty="0">
              <a:solidFill>
                <a:schemeClr val="tx1">
                  <a:lumMod val="50000"/>
                  <a:lumOff val="50000"/>
                </a:schemeClr>
              </a:solidFill>
              <a:latin typeface="微软雅黑" pitchFamily="34" charset="-122"/>
              <a:ea typeface="微软雅黑" pitchFamily="34" charset="-122"/>
            </a:endParaRPr>
          </a:p>
        </p:txBody>
      </p:sp>
      <p:sp>
        <p:nvSpPr>
          <p:cNvPr id="28" name="Oval 8"/>
          <p:cNvSpPr>
            <a:spLocks noChangeAspect="1" noChangeArrowheads="1"/>
          </p:cNvSpPr>
          <p:nvPr/>
        </p:nvSpPr>
        <p:spPr bwMode="auto">
          <a:xfrm>
            <a:off x="2829411" y="2732119"/>
            <a:ext cx="1136393" cy="1139106"/>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sp>
        <p:nvSpPr>
          <p:cNvPr id="29" name="Oval 8"/>
          <p:cNvSpPr>
            <a:spLocks noChangeAspect="1" noChangeArrowheads="1"/>
          </p:cNvSpPr>
          <p:nvPr/>
        </p:nvSpPr>
        <p:spPr bwMode="auto">
          <a:xfrm>
            <a:off x="1839199" y="1673913"/>
            <a:ext cx="1448334" cy="1451793"/>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sp>
        <p:nvSpPr>
          <p:cNvPr id="30" name="Oval 8"/>
          <p:cNvSpPr>
            <a:spLocks noChangeAspect="1" noChangeArrowheads="1"/>
          </p:cNvSpPr>
          <p:nvPr/>
        </p:nvSpPr>
        <p:spPr bwMode="auto">
          <a:xfrm>
            <a:off x="612972" y="2632139"/>
            <a:ext cx="2063471" cy="2068398"/>
          </a:xfrm>
          <a:prstGeom prst="flowChartDecision">
            <a:avLst/>
          </a:prstGeom>
          <a:blipFill dpi="0" rotWithShape="1">
            <a:blip r:embed="rId3"/>
            <a:srcRect/>
            <a:stretch>
              <a:fillRect/>
            </a:stretch>
          </a:blipFill>
          <a:ln w="57150">
            <a:noFill/>
          </a:ln>
          <a:effectLst/>
        </p:spPr>
        <p:txBody>
          <a:bodyPr lIns="68589" tIns="34295" rIns="68589" bIns="34295"/>
          <a:lstStyle/>
          <a:p>
            <a:endParaRPr lang="zh-CN" altLang="en-US" sz="1500" dirty="0">
              <a:solidFill>
                <a:schemeClr val="bg1">
                  <a:lumMod val="95000"/>
                </a:schemeClr>
              </a:solidFill>
              <a:latin typeface="微软雅黑" pitchFamily="34" charset="-122"/>
              <a:ea typeface="微软雅黑" pitchFamily="34" charset="-122"/>
            </a:endParaRPr>
          </a:p>
        </p:txBody>
      </p:sp>
      <p:grpSp>
        <p:nvGrpSpPr>
          <p:cNvPr id="31" name="组合 30"/>
          <p:cNvGrpSpPr/>
          <p:nvPr/>
        </p:nvGrpSpPr>
        <p:grpSpPr>
          <a:xfrm>
            <a:off x="889734" y="803991"/>
            <a:ext cx="1512133" cy="1478482"/>
            <a:chOff x="766614" y="1733383"/>
            <a:chExt cx="2015915" cy="1970701"/>
          </a:xfrm>
          <a:effectLst/>
        </p:grpSpPr>
        <p:sp>
          <p:nvSpPr>
            <p:cNvPr id="32" name="流程图: 决策 31"/>
            <p:cNvSpPr/>
            <p:nvPr/>
          </p:nvSpPr>
          <p:spPr>
            <a:xfrm>
              <a:off x="766614" y="1733383"/>
              <a:ext cx="2015915" cy="1970701"/>
            </a:xfrm>
            <a:prstGeom prst="flowChartDecisio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464"/>
            <p:cNvSpPr>
              <a:spLocks noEditPoints="1"/>
            </p:cNvSpPr>
            <p:nvPr/>
          </p:nvSpPr>
          <p:spPr bwMode="auto">
            <a:xfrm>
              <a:off x="1343720" y="2312414"/>
              <a:ext cx="861702" cy="950083"/>
            </a:xfrm>
            <a:custGeom>
              <a:avLst/>
              <a:gdLst>
                <a:gd name="T0" fmla="*/ 35 w 117"/>
                <a:gd name="T1" fmla="*/ 114 h 129"/>
                <a:gd name="T2" fmla="*/ 46 w 117"/>
                <a:gd name="T3" fmla="*/ 101 h 129"/>
                <a:gd name="T4" fmla="*/ 51 w 117"/>
                <a:gd name="T5" fmla="*/ 87 h 129"/>
                <a:gd name="T6" fmla="*/ 48 w 117"/>
                <a:gd name="T7" fmla="*/ 79 h 129"/>
                <a:gd name="T8" fmla="*/ 72 w 117"/>
                <a:gd name="T9" fmla="*/ 87 h 129"/>
                <a:gd name="T10" fmla="*/ 68 w 117"/>
                <a:gd name="T11" fmla="*/ 87 h 129"/>
                <a:gd name="T12" fmla="*/ 73 w 117"/>
                <a:gd name="T13" fmla="*/ 101 h 129"/>
                <a:gd name="T14" fmla="*/ 86 w 117"/>
                <a:gd name="T15" fmla="*/ 114 h 129"/>
                <a:gd name="T16" fmla="*/ 97 w 117"/>
                <a:gd name="T17" fmla="*/ 129 h 129"/>
                <a:gd name="T18" fmla="*/ 22 w 117"/>
                <a:gd name="T19" fmla="*/ 114 h 129"/>
                <a:gd name="T20" fmla="*/ 35 w 117"/>
                <a:gd name="T21" fmla="*/ 114 h 129"/>
                <a:gd name="T22" fmla="*/ 46 w 117"/>
                <a:gd name="T23" fmla="*/ 61 h 129"/>
                <a:gd name="T24" fmla="*/ 44 w 117"/>
                <a:gd name="T25" fmla="*/ 66 h 129"/>
                <a:gd name="T26" fmla="*/ 37 w 117"/>
                <a:gd name="T27" fmla="*/ 61 h 129"/>
                <a:gd name="T28" fmla="*/ 33 w 117"/>
                <a:gd name="T29" fmla="*/ 55 h 129"/>
                <a:gd name="T30" fmla="*/ 33 w 117"/>
                <a:gd name="T31" fmla="*/ 54 h 129"/>
                <a:gd name="T32" fmla="*/ 39 w 117"/>
                <a:gd name="T33" fmla="*/ 33 h 129"/>
                <a:gd name="T34" fmla="*/ 42 w 117"/>
                <a:gd name="T35" fmla="*/ 11 h 129"/>
                <a:gd name="T36" fmla="*/ 48 w 117"/>
                <a:gd name="T37" fmla="*/ 11 h 129"/>
                <a:gd name="T38" fmla="*/ 24 w 117"/>
                <a:gd name="T39" fmla="*/ 19 h 129"/>
                <a:gd name="T40" fmla="*/ 9 w 117"/>
                <a:gd name="T41" fmla="*/ 13 h 129"/>
                <a:gd name="T42" fmla="*/ 13 w 117"/>
                <a:gd name="T43" fmla="*/ 24 h 129"/>
                <a:gd name="T44" fmla="*/ 16 w 117"/>
                <a:gd name="T45" fmla="*/ 33 h 129"/>
                <a:gd name="T46" fmla="*/ 29 w 117"/>
                <a:gd name="T47" fmla="*/ 46 h 129"/>
                <a:gd name="T48" fmla="*/ 33 w 117"/>
                <a:gd name="T49" fmla="*/ 30 h 129"/>
                <a:gd name="T50" fmla="*/ 35 w 117"/>
                <a:gd name="T51" fmla="*/ 13 h 129"/>
                <a:gd name="T52" fmla="*/ 31 w 117"/>
                <a:gd name="T53" fmla="*/ 21 h 129"/>
                <a:gd name="T54" fmla="*/ 24 w 117"/>
                <a:gd name="T55" fmla="*/ 6 h 129"/>
                <a:gd name="T56" fmla="*/ 0 w 117"/>
                <a:gd name="T57" fmla="*/ 6 h 129"/>
                <a:gd name="T58" fmla="*/ 2 w 117"/>
                <a:gd name="T59" fmla="*/ 11 h 129"/>
                <a:gd name="T60" fmla="*/ 11 w 117"/>
                <a:gd name="T61" fmla="*/ 37 h 129"/>
                <a:gd name="T62" fmla="*/ 18 w 117"/>
                <a:gd name="T63" fmla="*/ 46 h 129"/>
                <a:gd name="T64" fmla="*/ 27 w 117"/>
                <a:gd name="T65" fmla="*/ 54 h 129"/>
                <a:gd name="T66" fmla="*/ 26 w 117"/>
                <a:gd name="T67" fmla="*/ 57 h 129"/>
                <a:gd name="T68" fmla="*/ 39 w 117"/>
                <a:gd name="T69" fmla="*/ 72 h 129"/>
                <a:gd name="T70" fmla="*/ 59 w 117"/>
                <a:gd name="T71" fmla="*/ 76 h 129"/>
                <a:gd name="T72" fmla="*/ 79 w 117"/>
                <a:gd name="T73" fmla="*/ 72 h 129"/>
                <a:gd name="T74" fmla="*/ 94 w 117"/>
                <a:gd name="T75" fmla="*/ 57 h 129"/>
                <a:gd name="T76" fmla="*/ 90 w 117"/>
                <a:gd name="T77" fmla="*/ 54 h 129"/>
                <a:gd name="T78" fmla="*/ 99 w 117"/>
                <a:gd name="T79" fmla="*/ 46 h 129"/>
                <a:gd name="T80" fmla="*/ 106 w 117"/>
                <a:gd name="T81" fmla="*/ 37 h 129"/>
                <a:gd name="T82" fmla="*/ 116 w 117"/>
                <a:gd name="T83" fmla="*/ 11 h 129"/>
                <a:gd name="T84" fmla="*/ 112 w 117"/>
                <a:gd name="T85" fmla="*/ 6 h 129"/>
                <a:gd name="T86" fmla="*/ 94 w 117"/>
                <a:gd name="T87" fmla="*/ 6 h 129"/>
                <a:gd name="T88" fmla="*/ 79 w 117"/>
                <a:gd name="T89" fmla="*/ 0 h 129"/>
                <a:gd name="T90" fmla="*/ 20 w 117"/>
                <a:gd name="T91" fmla="*/ 0 h 129"/>
                <a:gd name="T92" fmla="*/ 24 w 117"/>
                <a:gd name="T93" fmla="*/ 6 h 129"/>
                <a:gd name="T94" fmla="*/ 84 w 117"/>
                <a:gd name="T95" fmla="*/ 13 h 129"/>
                <a:gd name="T96" fmla="*/ 94 w 117"/>
                <a:gd name="T97" fmla="*/ 19 h 129"/>
                <a:gd name="T98" fmla="*/ 108 w 117"/>
                <a:gd name="T99" fmla="*/ 13 h 129"/>
                <a:gd name="T100" fmla="*/ 105 w 117"/>
                <a:gd name="T101" fmla="*/ 24 h 129"/>
                <a:gd name="T102" fmla="*/ 101 w 117"/>
                <a:gd name="T103" fmla="*/ 33 h 129"/>
                <a:gd name="T104" fmla="*/ 88 w 117"/>
                <a:gd name="T105" fmla="*/ 46 h 129"/>
                <a:gd name="T106" fmla="*/ 84 w 117"/>
                <a:gd name="T107" fmla="*/ 30 h 129"/>
                <a:gd name="T108" fmla="*/ 84 w 117"/>
                <a:gd name="T109" fmla="*/ 13 h 129"/>
                <a:gd name="T110" fmla="*/ 84 w 117"/>
                <a:gd name="T111" fmla="*/ 1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 h="129">
                  <a:moveTo>
                    <a:pt x="35" y="114"/>
                  </a:moveTo>
                  <a:lnTo>
                    <a:pt x="35" y="114"/>
                  </a:lnTo>
                  <a:lnTo>
                    <a:pt x="40" y="109"/>
                  </a:lnTo>
                  <a:lnTo>
                    <a:pt x="46" y="101"/>
                  </a:lnTo>
                  <a:lnTo>
                    <a:pt x="50" y="94"/>
                  </a:lnTo>
                  <a:lnTo>
                    <a:pt x="51" y="87"/>
                  </a:lnTo>
                  <a:lnTo>
                    <a:pt x="48" y="87"/>
                  </a:lnTo>
                  <a:lnTo>
                    <a:pt x="48" y="79"/>
                  </a:lnTo>
                  <a:lnTo>
                    <a:pt x="72" y="79"/>
                  </a:lnTo>
                  <a:lnTo>
                    <a:pt x="72" y="87"/>
                  </a:lnTo>
                  <a:lnTo>
                    <a:pt x="68" y="87"/>
                  </a:lnTo>
                  <a:lnTo>
                    <a:pt x="68" y="87"/>
                  </a:lnTo>
                  <a:lnTo>
                    <a:pt x="70" y="94"/>
                  </a:lnTo>
                  <a:lnTo>
                    <a:pt x="73" y="101"/>
                  </a:lnTo>
                  <a:lnTo>
                    <a:pt x="79" y="109"/>
                  </a:lnTo>
                  <a:lnTo>
                    <a:pt x="86" y="114"/>
                  </a:lnTo>
                  <a:lnTo>
                    <a:pt x="97" y="114"/>
                  </a:lnTo>
                  <a:lnTo>
                    <a:pt x="97" y="129"/>
                  </a:lnTo>
                  <a:lnTo>
                    <a:pt x="22" y="129"/>
                  </a:lnTo>
                  <a:lnTo>
                    <a:pt x="22" y="114"/>
                  </a:lnTo>
                  <a:lnTo>
                    <a:pt x="35" y="114"/>
                  </a:lnTo>
                  <a:lnTo>
                    <a:pt x="35" y="114"/>
                  </a:lnTo>
                  <a:close/>
                  <a:moveTo>
                    <a:pt x="48" y="11"/>
                  </a:moveTo>
                  <a:lnTo>
                    <a:pt x="46" y="61"/>
                  </a:lnTo>
                  <a:lnTo>
                    <a:pt x="44" y="66"/>
                  </a:lnTo>
                  <a:lnTo>
                    <a:pt x="44" y="66"/>
                  </a:lnTo>
                  <a:lnTo>
                    <a:pt x="37" y="61"/>
                  </a:lnTo>
                  <a:lnTo>
                    <a:pt x="37" y="61"/>
                  </a:lnTo>
                  <a:lnTo>
                    <a:pt x="35" y="59"/>
                  </a:lnTo>
                  <a:lnTo>
                    <a:pt x="33" y="55"/>
                  </a:lnTo>
                  <a:lnTo>
                    <a:pt x="33" y="55"/>
                  </a:lnTo>
                  <a:lnTo>
                    <a:pt x="33" y="54"/>
                  </a:lnTo>
                  <a:lnTo>
                    <a:pt x="33" y="54"/>
                  </a:lnTo>
                  <a:lnTo>
                    <a:pt x="39" y="33"/>
                  </a:lnTo>
                  <a:lnTo>
                    <a:pt x="39" y="33"/>
                  </a:lnTo>
                  <a:lnTo>
                    <a:pt x="42" y="11"/>
                  </a:lnTo>
                  <a:lnTo>
                    <a:pt x="48" y="11"/>
                  </a:lnTo>
                  <a:lnTo>
                    <a:pt x="48" y="11"/>
                  </a:lnTo>
                  <a:close/>
                  <a:moveTo>
                    <a:pt x="31" y="21"/>
                  </a:moveTo>
                  <a:lnTo>
                    <a:pt x="24" y="19"/>
                  </a:lnTo>
                  <a:lnTo>
                    <a:pt x="24" y="13"/>
                  </a:lnTo>
                  <a:lnTo>
                    <a:pt x="9" y="13"/>
                  </a:lnTo>
                  <a:lnTo>
                    <a:pt x="9" y="13"/>
                  </a:lnTo>
                  <a:lnTo>
                    <a:pt x="13" y="24"/>
                  </a:lnTo>
                  <a:lnTo>
                    <a:pt x="16" y="33"/>
                  </a:lnTo>
                  <a:lnTo>
                    <a:pt x="16" y="33"/>
                  </a:lnTo>
                  <a:lnTo>
                    <a:pt x="22" y="39"/>
                  </a:lnTo>
                  <a:lnTo>
                    <a:pt x="29" y="46"/>
                  </a:lnTo>
                  <a:lnTo>
                    <a:pt x="29" y="46"/>
                  </a:lnTo>
                  <a:lnTo>
                    <a:pt x="33" y="30"/>
                  </a:lnTo>
                  <a:lnTo>
                    <a:pt x="35" y="13"/>
                  </a:lnTo>
                  <a:lnTo>
                    <a:pt x="35" y="13"/>
                  </a:lnTo>
                  <a:lnTo>
                    <a:pt x="33" y="13"/>
                  </a:lnTo>
                  <a:lnTo>
                    <a:pt x="31" y="21"/>
                  </a:lnTo>
                  <a:lnTo>
                    <a:pt x="31" y="21"/>
                  </a:lnTo>
                  <a:close/>
                  <a:moveTo>
                    <a:pt x="24" y="6"/>
                  </a:moveTo>
                  <a:lnTo>
                    <a:pt x="5" y="6"/>
                  </a:lnTo>
                  <a:lnTo>
                    <a:pt x="0" y="6"/>
                  </a:lnTo>
                  <a:lnTo>
                    <a:pt x="2" y="11"/>
                  </a:lnTo>
                  <a:lnTo>
                    <a:pt x="2" y="11"/>
                  </a:lnTo>
                  <a:lnTo>
                    <a:pt x="5" y="24"/>
                  </a:lnTo>
                  <a:lnTo>
                    <a:pt x="11" y="37"/>
                  </a:lnTo>
                  <a:lnTo>
                    <a:pt x="11" y="37"/>
                  </a:lnTo>
                  <a:lnTo>
                    <a:pt x="18" y="46"/>
                  </a:lnTo>
                  <a:lnTo>
                    <a:pt x="27" y="54"/>
                  </a:lnTo>
                  <a:lnTo>
                    <a:pt x="27" y="54"/>
                  </a:lnTo>
                  <a:lnTo>
                    <a:pt x="26" y="57"/>
                  </a:lnTo>
                  <a:lnTo>
                    <a:pt x="26" y="57"/>
                  </a:lnTo>
                  <a:lnTo>
                    <a:pt x="31" y="66"/>
                  </a:lnTo>
                  <a:lnTo>
                    <a:pt x="39" y="72"/>
                  </a:lnTo>
                  <a:lnTo>
                    <a:pt x="50" y="76"/>
                  </a:lnTo>
                  <a:lnTo>
                    <a:pt x="59" y="76"/>
                  </a:lnTo>
                  <a:lnTo>
                    <a:pt x="70" y="76"/>
                  </a:lnTo>
                  <a:lnTo>
                    <a:pt x="79" y="72"/>
                  </a:lnTo>
                  <a:lnTo>
                    <a:pt x="86" y="66"/>
                  </a:lnTo>
                  <a:lnTo>
                    <a:pt x="94" y="57"/>
                  </a:lnTo>
                  <a:lnTo>
                    <a:pt x="94" y="57"/>
                  </a:lnTo>
                  <a:lnTo>
                    <a:pt x="90" y="54"/>
                  </a:lnTo>
                  <a:lnTo>
                    <a:pt x="90" y="54"/>
                  </a:lnTo>
                  <a:lnTo>
                    <a:pt x="99" y="46"/>
                  </a:lnTo>
                  <a:lnTo>
                    <a:pt x="106" y="37"/>
                  </a:lnTo>
                  <a:lnTo>
                    <a:pt x="106" y="37"/>
                  </a:lnTo>
                  <a:lnTo>
                    <a:pt x="112" y="24"/>
                  </a:lnTo>
                  <a:lnTo>
                    <a:pt x="116" y="11"/>
                  </a:lnTo>
                  <a:lnTo>
                    <a:pt x="117" y="6"/>
                  </a:lnTo>
                  <a:lnTo>
                    <a:pt x="112" y="6"/>
                  </a:lnTo>
                  <a:lnTo>
                    <a:pt x="94" y="6"/>
                  </a:lnTo>
                  <a:lnTo>
                    <a:pt x="94" y="6"/>
                  </a:lnTo>
                  <a:lnTo>
                    <a:pt x="97" y="0"/>
                  </a:lnTo>
                  <a:lnTo>
                    <a:pt x="79" y="0"/>
                  </a:lnTo>
                  <a:lnTo>
                    <a:pt x="39" y="0"/>
                  </a:lnTo>
                  <a:lnTo>
                    <a:pt x="20" y="0"/>
                  </a:lnTo>
                  <a:lnTo>
                    <a:pt x="20" y="0"/>
                  </a:lnTo>
                  <a:lnTo>
                    <a:pt x="24" y="6"/>
                  </a:lnTo>
                  <a:lnTo>
                    <a:pt x="24" y="6"/>
                  </a:lnTo>
                  <a:close/>
                  <a:moveTo>
                    <a:pt x="84" y="13"/>
                  </a:moveTo>
                  <a:lnTo>
                    <a:pt x="88" y="21"/>
                  </a:lnTo>
                  <a:lnTo>
                    <a:pt x="94" y="19"/>
                  </a:lnTo>
                  <a:lnTo>
                    <a:pt x="94" y="13"/>
                  </a:lnTo>
                  <a:lnTo>
                    <a:pt x="108" y="13"/>
                  </a:lnTo>
                  <a:lnTo>
                    <a:pt x="108" y="13"/>
                  </a:lnTo>
                  <a:lnTo>
                    <a:pt x="105" y="24"/>
                  </a:lnTo>
                  <a:lnTo>
                    <a:pt x="101" y="33"/>
                  </a:lnTo>
                  <a:lnTo>
                    <a:pt x="101" y="33"/>
                  </a:lnTo>
                  <a:lnTo>
                    <a:pt x="95" y="39"/>
                  </a:lnTo>
                  <a:lnTo>
                    <a:pt x="88" y="46"/>
                  </a:lnTo>
                  <a:lnTo>
                    <a:pt x="88" y="46"/>
                  </a:lnTo>
                  <a:lnTo>
                    <a:pt x="84" y="30"/>
                  </a:lnTo>
                  <a:lnTo>
                    <a:pt x="84" y="13"/>
                  </a:lnTo>
                  <a:lnTo>
                    <a:pt x="84" y="13"/>
                  </a:lnTo>
                  <a:lnTo>
                    <a:pt x="84" y="13"/>
                  </a:lnTo>
                  <a:lnTo>
                    <a:pt x="84" y="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4" name="组合 33"/>
          <p:cNvGrpSpPr/>
          <p:nvPr/>
        </p:nvGrpSpPr>
        <p:grpSpPr>
          <a:xfrm>
            <a:off x="2401867" y="3770702"/>
            <a:ext cx="868225" cy="903512"/>
            <a:chOff x="3799767" y="4888985"/>
            <a:chExt cx="1157483" cy="1204311"/>
          </a:xfrm>
          <a:effectLst/>
        </p:grpSpPr>
        <p:sp>
          <p:nvSpPr>
            <p:cNvPr id="35" name="流程图: 决策 34"/>
            <p:cNvSpPr/>
            <p:nvPr/>
          </p:nvSpPr>
          <p:spPr>
            <a:xfrm>
              <a:off x="3799767" y="4888985"/>
              <a:ext cx="1157483" cy="1204311"/>
            </a:xfrm>
            <a:prstGeom prst="flowChartDecisi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452"/>
            <p:cNvSpPr>
              <a:spLocks noEditPoints="1"/>
            </p:cNvSpPr>
            <p:nvPr/>
          </p:nvSpPr>
          <p:spPr bwMode="auto">
            <a:xfrm>
              <a:off x="4142570" y="5264845"/>
              <a:ext cx="526975" cy="471696"/>
            </a:xfrm>
            <a:custGeom>
              <a:avLst/>
              <a:gdLst>
                <a:gd name="T0" fmla="*/ 88 w 143"/>
                <a:gd name="T1" fmla="*/ 20 h 128"/>
                <a:gd name="T2" fmla="*/ 94 w 143"/>
                <a:gd name="T3" fmla="*/ 25 h 128"/>
                <a:gd name="T4" fmla="*/ 130 w 143"/>
                <a:gd name="T5" fmla="*/ 35 h 128"/>
                <a:gd name="T6" fmla="*/ 136 w 143"/>
                <a:gd name="T7" fmla="*/ 31 h 128"/>
                <a:gd name="T8" fmla="*/ 141 w 143"/>
                <a:gd name="T9" fmla="*/ 38 h 128"/>
                <a:gd name="T10" fmla="*/ 141 w 143"/>
                <a:gd name="T11" fmla="*/ 49 h 128"/>
                <a:gd name="T12" fmla="*/ 138 w 143"/>
                <a:gd name="T13" fmla="*/ 58 h 128"/>
                <a:gd name="T14" fmla="*/ 130 w 143"/>
                <a:gd name="T15" fmla="*/ 62 h 128"/>
                <a:gd name="T16" fmla="*/ 99 w 143"/>
                <a:gd name="T17" fmla="*/ 53 h 128"/>
                <a:gd name="T18" fmla="*/ 90 w 143"/>
                <a:gd name="T19" fmla="*/ 57 h 128"/>
                <a:gd name="T20" fmla="*/ 83 w 143"/>
                <a:gd name="T21" fmla="*/ 64 h 128"/>
                <a:gd name="T22" fmla="*/ 86 w 143"/>
                <a:gd name="T23" fmla="*/ 75 h 128"/>
                <a:gd name="T24" fmla="*/ 81 w 143"/>
                <a:gd name="T25" fmla="*/ 79 h 128"/>
                <a:gd name="T26" fmla="*/ 75 w 143"/>
                <a:gd name="T27" fmla="*/ 84 h 128"/>
                <a:gd name="T28" fmla="*/ 61 w 143"/>
                <a:gd name="T29" fmla="*/ 128 h 128"/>
                <a:gd name="T30" fmla="*/ 46 w 143"/>
                <a:gd name="T31" fmla="*/ 128 h 128"/>
                <a:gd name="T32" fmla="*/ 50 w 143"/>
                <a:gd name="T33" fmla="*/ 75 h 128"/>
                <a:gd name="T34" fmla="*/ 50 w 143"/>
                <a:gd name="T35" fmla="*/ 64 h 128"/>
                <a:gd name="T36" fmla="*/ 46 w 143"/>
                <a:gd name="T37" fmla="*/ 55 h 128"/>
                <a:gd name="T38" fmla="*/ 39 w 143"/>
                <a:gd name="T39" fmla="*/ 46 h 128"/>
                <a:gd name="T40" fmla="*/ 13 w 143"/>
                <a:gd name="T41" fmla="*/ 44 h 128"/>
                <a:gd name="T42" fmla="*/ 4 w 143"/>
                <a:gd name="T43" fmla="*/ 40 h 128"/>
                <a:gd name="T44" fmla="*/ 0 w 143"/>
                <a:gd name="T45" fmla="*/ 27 h 128"/>
                <a:gd name="T46" fmla="*/ 4 w 143"/>
                <a:gd name="T47" fmla="*/ 13 h 128"/>
                <a:gd name="T48" fmla="*/ 13 w 143"/>
                <a:gd name="T49" fmla="*/ 2 h 128"/>
                <a:gd name="T50" fmla="*/ 22 w 143"/>
                <a:gd name="T51" fmla="*/ 3 h 128"/>
                <a:gd name="T52" fmla="*/ 103 w 143"/>
                <a:gd name="T53" fmla="*/ 36 h 128"/>
                <a:gd name="T54" fmla="*/ 128 w 143"/>
                <a:gd name="T55" fmla="*/ 38 h 128"/>
                <a:gd name="T56" fmla="*/ 103 w 143"/>
                <a:gd name="T57" fmla="*/ 36 h 128"/>
                <a:gd name="T58" fmla="*/ 84 w 143"/>
                <a:gd name="T59" fmla="*/ 25 h 128"/>
                <a:gd name="T60" fmla="*/ 26 w 143"/>
                <a:gd name="T61" fmla="*/ 14 h 128"/>
                <a:gd name="T62" fmla="*/ 79 w 143"/>
                <a:gd name="T63" fmla="*/ 31 h 128"/>
                <a:gd name="T64" fmla="*/ 84 w 143"/>
                <a:gd name="T65" fmla="*/ 25 h 128"/>
                <a:gd name="T66" fmla="*/ 94 w 143"/>
                <a:gd name="T67" fmla="*/ 35 h 128"/>
                <a:gd name="T68" fmla="*/ 86 w 143"/>
                <a:gd name="T69" fmla="*/ 35 h 128"/>
                <a:gd name="T70" fmla="*/ 84 w 143"/>
                <a:gd name="T71" fmla="*/ 40 h 128"/>
                <a:gd name="T72" fmla="*/ 90 w 143"/>
                <a:gd name="T73" fmla="*/ 47 h 128"/>
                <a:gd name="T74" fmla="*/ 94 w 143"/>
                <a:gd name="T75" fmla="*/ 46 h 128"/>
                <a:gd name="T76" fmla="*/ 94 w 143"/>
                <a:gd name="T77" fmla="*/ 35 h 128"/>
                <a:gd name="T78" fmla="*/ 134 w 143"/>
                <a:gd name="T79" fmla="*/ 36 h 128"/>
                <a:gd name="T80" fmla="*/ 132 w 143"/>
                <a:gd name="T81" fmla="*/ 53 h 128"/>
                <a:gd name="T82" fmla="*/ 132 w 143"/>
                <a:gd name="T83" fmla="*/ 58 h 128"/>
                <a:gd name="T84" fmla="*/ 134 w 143"/>
                <a:gd name="T85" fmla="*/ 57 h 128"/>
                <a:gd name="T86" fmla="*/ 138 w 143"/>
                <a:gd name="T87" fmla="*/ 38 h 128"/>
                <a:gd name="T88" fmla="*/ 136 w 143"/>
                <a:gd name="T89" fmla="*/ 36 h 128"/>
                <a:gd name="T90" fmla="*/ 134 w 143"/>
                <a:gd name="T91" fmla="*/ 36 h 128"/>
                <a:gd name="T92" fmla="*/ 18 w 143"/>
                <a:gd name="T93" fmla="*/ 9 h 128"/>
                <a:gd name="T94" fmla="*/ 15 w 143"/>
                <a:gd name="T95" fmla="*/ 7 h 128"/>
                <a:gd name="T96" fmla="*/ 9 w 143"/>
                <a:gd name="T97" fmla="*/ 14 h 128"/>
                <a:gd name="T98" fmla="*/ 7 w 143"/>
                <a:gd name="T99" fmla="*/ 27 h 128"/>
                <a:gd name="T100" fmla="*/ 9 w 143"/>
                <a:gd name="T101" fmla="*/ 36 h 128"/>
                <a:gd name="T102" fmla="*/ 13 w 143"/>
                <a:gd name="T103" fmla="*/ 36 h 128"/>
                <a:gd name="T104" fmla="*/ 16 w 143"/>
                <a:gd name="T105" fmla="*/ 29 h 128"/>
                <a:gd name="T106" fmla="*/ 20 w 143"/>
                <a:gd name="T107" fmla="*/ 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3" h="128">
                  <a:moveTo>
                    <a:pt x="26" y="9"/>
                  </a:moveTo>
                  <a:lnTo>
                    <a:pt x="88" y="20"/>
                  </a:lnTo>
                  <a:lnTo>
                    <a:pt x="88" y="20"/>
                  </a:lnTo>
                  <a:lnTo>
                    <a:pt x="90" y="25"/>
                  </a:lnTo>
                  <a:lnTo>
                    <a:pt x="90" y="25"/>
                  </a:lnTo>
                  <a:lnTo>
                    <a:pt x="94" y="25"/>
                  </a:lnTo>
                  <a:lnTo>
                    <a:pt x="97" y="27"/>
                  </a:lnTo>
                  <a:lnTo>
                    <a:pt x="130" y="35"/>
                  </a:lnTo>
                  <a:lnTo>
                    <a:pt x="130" y="35"/>
                  </a:lnTo>
                  <a:lnTo>
                    <a:pt x="132" y="33"/>
                  </a:lnTo>
                  <a:lnTo>
                    <a:pt x="136" y="31"/>
                  </a:lnTo>
                  <a:lnTo>
                    <a:pt x="136" y="31"/>
                  </a:lnTo>
                  <a:lnTo>
                    <a:pt x="139" y="35"/>
                  </a:lnTo>
                  <a:lnTo>
                    <a:pt x="141" y="38"/>
                  </a:lnTo>
                  <a:lnTo>
                    <a:pt x="141" y="38"/>
                  </a:lnTo>
                  <a:lnTo>
                    <a:pt x="143" y="44"/>
                  </a:lnTo>
                  <a:lnTo>
                    <a:pt x="141" y="49"/>
                  </a:lnTo>
                  <a:lnTo>
                    <a:pt x="141" y="49"/>
                  </a:lnTo>
                  <a:lnTo>
                    <a:pt x="141" y="55"/>
                  </a:lnTo>
                  <a:lnTo>
                    <a:pt x="138" y="58"/>
                  </a:lnTo>
                  <a:lnTo>
                    <a:pt x="138" y="58"/>
                  </a:lnTo>
                  <a:lnTo>
                    <a:pt x="134" y="62"/>
                  </a:lnTo>
                  <a:lnTo>
                    <a:pt x="130" y="62"/>
                  </a:lnTo>
                  <a:lnTo>
                    <a:pt x="130" y="62"/>
                  </a:lnTo>
                  <a:lnTo>
                    <a:pt x="127" y="60"/>
                  </a:lnTo>
                  <a:lnTo>
                    <a:pt x="125" y="58"/>
                  </a:lnTo>
                  <a:lnTo>
                    <a:pt x="99" y="53"/>
                  </a:lnTo>
                  <a:lnTo>
                    <a:pt x="99" y="53"/>
                  </a:lnTo>
                  <a:lnTo>
                    <a:pt x="95" y="55"/>
                  </a:lnTo>
                  <a:lnTo>
                    <a:pt x="90" y="57"/>
                  </a:lnTo>
                  <a:lnTo>
                    <a:pt x="90" y="57"/>
                  </a:lnTo>
                  <a:lnTo>
                    <a:pt x="83" y="55"/>
                  </a:lnTo>
                  <a:lnTo>
                    <a:pt x="83" y="64"/>
                  </a:lnTo>
                  <a:lnTo>
                    <a:pt x="86" y="64"/>
                  </a:lnTo>
                  <a:lnTo>
                    <a:pt x="86" y="69"/>
                  </a:lnTo>
                  <a:lnTo>
                    <a:pt x="86" y="75"/>
                  </a:lnTo>
                  <a:lnTo>
                    <a:pt x="81" y="75"/>
                  </a:lnTo>
                  <a:lnTo>
                    <a:pt x="81" y="79"/>
                  </a:lnTo>
                  <a:lnTo>
                    <a:pt x="81" y="79"/>
                  </a:lnTo>
                  <a:lnTo>
                    <a:pt x="94" y="128"/>
                  </a:lnTo>
                  <a:lnTo>
                    <a:pt x="84" y="128"/>
                  </a:lnTo>
                  <a:lnTo>
                    <a:pt x="75" y="84"/>
                  </a:lnTo>
                  <a:lnTo>
                    <a:pt x="72" y="84"/>
                  </a:lnTo>
                  <a:lnTo>
                    <a:pt x="72" y="128"/>
                  </a:lnTo>
                  <a:lnTo>
                    <a:pt x="61" y="128"/>
                  </a:lnTo>
                  <a:lnTo>
                    <a:pt x="61" y="84"/>
                  </a:lnTo>
                  <a:lnTo>
                    <a:pt x="57" y="84"/>
                  </a:lnTo>
                  <a:lnTo>
                    <a:pt x="46" y="128"/>
                  </a:lnTo>
                  <a:lnTo>
                    <a:pt x="39" y="128"/>
                  </a:lnTo>
                  <a:lnTo>
                    <a:pt x="50" y="80"/>
                  </a:lnTo>
                  <a:lnTo>
                    <a:pt x="50" y="75"/>
                  </a:lnTo>
                  <a:lnTo>
                    <a:pt x="44" y="75"/>
                  </a:lnTo>
                  <a:lnTo>
                    <a:pt x="44" y="64"/>
                  </a:lnTo>
                  <a:lnTo>
                    <a:pt x="50" y="64"/>
                  </a:lnTo>
                  <a:lnTo>
                    <a:pt x="50" y="57"/>
                  </a:lnTo>
                  <a:lnTo>
                    <a:pt x="50" y="57"/>
                  </a:lnTo>
                  <a:lnTo>
                    <a:pt x="46" y="55"/>
                  </a:lnTo>
                  <a:lnTo>
                    <a:pt x="42" y="51"/>
                  </a:lnTo>
                  <a:lnTo>
                    <a:pt x="42" y="51"/>
                  </a:lnTo>
                  <a:lnTo>
                    <a:pt x="39" y="46"/>
                  </a:lnTo>
                  <a:lnTo>
                    <a:pt x="16" y="42"/>
                  </a:lnTo>
                  <a:lnTo>
                    <a:pt x="16" y="42"/>
                  </a:lnTo>
                  <a:lnTo>
                    <a:pt x="13" y="44"/>
                  </a:lnTo>
                  <a:lnTo>
                    <a:pt x="9" y="44"/>
                  </a:lnTo>
                  <a:lnTo>
                    <a:pt x="9" y="44"/>
                  </a:lnTo>
                  <a:lnTo>
                    <a:pt x="4" y="40"/>
                  </a:lnTo>
                  <a:lnTo>
                    <a:pt x="2" y="35"/>
                  </a:lnTo>
                  <a:lnTo>
                    <a:pt x="2" y="35"/>
                  </a:lnTo>
                  <a:lnTo>
                    <a:pt x="0" y="27"/>
                  </a:lnTo>
                  <a:lnTo>
                    <a:pt x="2" y="20"/>
                  </a:lnTo>
                  <a:lnTo>
                    <a:pt x="2" y="20"/>
                  </a:lnTo>
                  <a:lnTo>
                    <a:pt x="4" y="13"/>
                  </a:lnTo>
                  <a:lnTo>
                    <a:pt x="7" y="5"/>
                  </a:lnTo>
                  <a:lnTo>
                    <a:pt x="7" y="5"/>
                  </a:lnTo>
                  <a:lnTo>
                    <a:pt x="13" y="2"/>
                  </a:lnTo>
                  <a:lnTo>
                    <a:pt x="18" y="0"/>
                  </a:lnTo>
                  <a:lnTo>
                    <a:pt x="18" y="0"/>
                  </a:lnTo>
                  <a:lnTo>
                    <a:pt x="22" y="3"/>
                  </a:lnTo>
                  <a:lnTo>
                    <a:pt x="26" y="9"/>
                  </a:lnTo>
                  <a:lnTo>
                    <a:pt x="26" y="9"/>
                  </a:lnTo>
                  <a:close/>
                  <a:moveTo>
                    <a:pt x="103" y="36"/>
                  </a:moveTo>
                  <a:lnTo>
                    <a:pt x="130" y="42"/>
                  </a:lnTo>
                  <a:lnTo>
                    <a:pt x="130" y="42"/>
                  </a:lnTo>
                  <a:lnTo>
                    <a:pt x="128" y="38"/>
                  </a:lnTo>
                  <a:lnTo>
                    <a:pt x="101" y="33"/>
                  </a:lnTo>
                  <a:lnTo>
                    <a:pt x="101" y="33"/>
                  </a:lnTo>
                  <a:lnTo>
                    <a:pt x="103" y="36"/>
                  </a:lnTo>
                  <a:lnTo>
                    <a:pt x="103" y="36"/>
                  </a:lnTo>
                  <a:close/>
                  <a:moveTo>
                    <a:pt x="84" y="25"/>
                  </a:moveTo>
                  <a:lnTo>
                    <a:pt x="84" y="25"/>
                  </a:lnTo>
                  <a:lnTo>
                    <a:pt x="84" y="25"/>
                  </a:lnTo>
                  <a:lnTo>
                    <a:pt x="26" y="14"/>
                  </a:lnTo>
                  <a:lnTo>
                    <a:pt x="26" y="14"/>
                  </a:lnTo>
                  <a:lnTo>
                    <a:pt x="26" y="20"/>
                  </a:lnTo>
                  <a:lnTo>
                    <a:pt x="79" y="31"/>
                  </a:lnTo>
                  <a:lnTo>
                    <a:pt x="79" y="31"/>
                  </a:lnTo>
                  <a:lnTo>
                    <a:pt x="79" y="29"/>
                  </a:lnTo>
                  <a:lnTo>
                    <a:pt x="79" y="29"/>
                  </a:lnTo>
                  <a:lnTo>
                    <a:pt x="84" y="25"/>
                  </a:lnTo>
                  <a:lnTo>
                    <a:pt x="84" y="25"/>
                  </a:lnTo>
                  <a:close/>
                  <a:moveTo>
                    <a:pt x="94" y="35"/>
                  </a:moveTo>
                  <a:lnTo>
                    <a:pt x="94" y="35"/>
                  </a:lnTo>
                  <a:lnTo>
                    <a:pt x="90" y="33"/>
                  </a:lnTo>
                  <a:lnTo>
                    <a:pt x="90" y="33"/>
                  </a:lnTo>
                  <a:lnTo>
                    <a:pt x="86" y="35"/>
                  </a:lnTo>
                  <a:lnTo>
                    <a:pt x="86" y="35"/>
                  </a:lnTo>
                  <a:lnTo>
                    <a:pt x="84" y="40"/>
                  </a:lnTo>
                  <a:lnTo>
                    <a:pt x="84" y="40"/>
                  </a:lnTo>
                  <a:lnTo>
                    <a:pt x="86" y="46"/>
                  </a:lnTo>
                  <a:lnTo>
                    <a:pt x="86" y="46"/>
                  </a:lnTo>
                  <a:lnTo>
                    <a:pt x="90" y="47"/>
                  </a:lnTo>
                  <a:lnTo>
                    <a:pt x="90" y="47"/>
                  </a:lnTo>
                  <a:lnTo>
                    <a:pt x="94" y="46"/>
                  </a:lnTo>
                  <a:lnTo>
                    <a:pt x="94" y="46"/>
                  </a:lnTo>
                  <a:lnTo>
                    <a:pt x="94" y="40"/>
                  </a:lnTo>
                  <a:lnTo>
                    <a:pt x="94" y="40"/>
                  </a:lnTo>
                  <a:lnTo>
                    <a:pt x="94" y="35"/>
                  </a:lnTo>
                  <a:lnTo>
                    <a:pt x="94" y="35"/>
                  </a:lnTo>
                  <a:close/>
                  <a:moveTo>
                    <a:pt x="134" y="36"/>
                  </a:moveTo>
                  <a:lnTo>
                    <a:pt x="134" y="36"/>
                  </a:lnTo>
                  <a:lnTo>
                    <a:pt x="134" y="42"/>
                  </a:lnTo>
                  <a:lnTo>
                    <a:pt x="134" y="47"/>
                  </a:lnTo>
                  <a:lnTo>
                    <a:pt x="132" y="53"/>
                  </a:lnTo>
                  <a:lnTo>
                    <a:pt x="130" y="57"/>
                  </a:lnTo>
                  <a:lnTo>
                    <a:pt x="130" y="57"/>
                  </a:lnTo>
                  <a:lnTo>
                    <a:pt x="132" y="58"/>
                  </a:lnTo>
                  <a:lnTo>
                    <a:pt x="132" y="58"/>
                  </a:lnTo>
                  <a:lnTo>
                    <a:pt x="134" y="57"/>
                  </a:lnTo>
                  <a:lnTo>
                    <a:pt x="134" y="57"/>
                  </a:lnTo>
                  <a:lnTo>
                    <a:pt x="138" y="47"/>
                  </a:lnTo>
                  <a:lnTo>
                    <a:pt x="138" y="47"/>
                  </a:lnTo>
                  <a:lnTo>
                    <a:pt x="138" y="38"/>
                  </a:lnTo>
                  <a:lnTo>
                    <a:pt x="138" y="38"/>
                  </a:lnTo>
                  <a:lnTo>
                    <a:pt x="136" y="36"/>
                  </a:lnTo>
                  <a:lnTo>
                    <a:pt x="136" y="36"/>
                  </a:lnTo>
                  <a:lnTo>
                    <a:pt x="134" y="36"/>
                  </a:lnTo>
                  <a:lnTo>
                    <a:pt x="134" y="36"/>
                  </a:lnTo>
                  <a:lnTo>
                    <a:pt x="134" y="36"/>
                  </a:lnTo>
                  <a:close/>
                  <a:moveTo>
                    <a:pt x="18" y="11"/>
                  </a:moveTo>
                  <a:lnTo>
                    <a:pt x="18" y="11"/>
                  </a:lnTo>
                  <a:lnTo>
                    <a:pt x="18" y="9"/>
                  </a:lnTo>
                  <a:lnTo>
                    <a:pt x="16" y="7"/>
                  </a:lnTo>
                  <a:lnTo>
                    <a:pt x="16" y="7"/>
                  </a:lnTo>
                  <a:lnTo>
                    <a:pt x="15" y="7"/>
                  </a:lnTo>
                  <a:lnTo>
                    <a:pt x="13" y="11"/>
                  </a:lnTo>
                  <a:lnTo>
                    <a:pt x="13" y="11"/>
                  </a:lnTo>
                  <a:lnTo>
                    <a:pt x="9" y="14"/>
                  </a:lnTo>
                  <a:lnTo>
                    <a:pt x="7" y="22"/>
                  </a:lnTo>
                  <a:lnTo>
                    <a:pt x="7" y="22"/>
                  </a:lnTo>
                  <a:lnTo>
                    <a:pt x="7" y="27"/>
                  </a:lnTo>
                  <a:lnTo>
                    <a:pt x="7" y="33"/>
                  </a:lnTo>
                  <a:lnTo>
                    <a:pt x="7" y="33"/>
                  </a:lnTo>
                  <a:lnTo>
                    <a:pt x="9" y="36"/>
                  </a:lnTo>
                  <a:lnTo>
                    <a:pt x="11" y="36"/>
                  </a:lnTo>
                  <a:lnTo>
                    <a:pt x="11" y="36"/>
                  </a:lnTo>
                  <a:lnTo>
                    <a:pt x="13" y="36"/>
                  </a:lnTo>
                  <a:lnTo>
                    <a:pt x="15" y="35"/>
                  </a:lnTo>
                  <a:lnTo>
                    <a:pt x="15" y="35"/>
                  </a:lnTo>
                  <a:lnTo>
                    <a:pt x="16" y="29"/>
                  </a:lnTo>
                  <a:lnTo>
                    <a:pt x="18" y="24"/>
                  </a:lnTo>
                  <a:lnTo>
                    <a:pt x="18" y="24"/>
                  </a:lnTo>
                  <a:lnTo>
                    <a:pt x="20" y="16"/>
                  </a:lnTo>
                  <a:lnTo>
                    <a:pt x="18" y="11"/>
                  </a:lnTo>
                  <a:lnTo>
                    <a:pt x="18"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37" name="流程图: 决策 36"/>
          <p:cNvSpPr/>
          <p:nvPr/>
        </p:nvSpPr>
        <p:spPr>
          <a:xfrm>
            <a:off x="854062" y="2147179"/>
            <a:ext cx="673966" cy="701358"/>
          </a:xfrm>
          <a:prstGeom prst="flowChartDecisi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
        <p:nvSpPr>
          <p:cNvPr id="38" name="流程图: 决策 37"/>
          <p:cNvSpPr/>
          <p:nvPr/>
        </p:nvSpPr>
        <p:spPr>
          <a:xfrm>
            <a:off x="3060624" y="1586066"/>
            <a:ext cx="673966" cy="701358"/>
          </a:xfrm>
          <a:prstGeom prst="flowChartDecisi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p>
        </p:txBody>
      </p:sp>
    </p:spTree>
    <p:extLst>
      <p:ext uri="{BB962C8B-B14F-4D97-AF65-F5344CB8AC3E}">
        <p14:creationId xmlns:p14="http://schemas.microsoft.com/office/powerpoint/2010/main" val="3933586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250" fill="hold"/>
                                        <p:tgtEl>
                                          <p:spTgt spid="31"/>
                                        </p:tgtEl>
                                        <p:attrNameLst>
                                          <p:attrName>ppt_w</p:attrName>
                                        </p:attrNameLst>
                                      </p:cBhvr>
                                      <p:tavLst>
                                        <p:tav tm="0">
                                          <p:val>
                                            <p:strVal val="4/3*#ppt_w"/>
                                          </p:val>
                                        </p:tav>
                                        <p:tav tm="100000">
                                          <p:val>
                                            <p:strVal val="#ppt_w"/>
                                          </p:val>
                                        </p:tav>
                                      </p:tavLst>
                                    </p:anim>
                                    <p:anim calcmode="lin" valueType="num">
                                      <p:cBhvr>
                                        <p:cTn id="8" dur="250" fill="hold"/>
                                        <p:tgtEl>
                                          <p:spTgt spid="31"/>
                                        </p:tgtEl>
                                        <p:attrNameLst>
                                          <p:attrName>ppt_h</p:attrName>
                                        </p:attrNameLst>
                                      </p:cBhvr>
                                      <p:tavLst>
                                        <p:tav tm="0">
                                          <p:val>
                                            <p:strVal val="4/3*#ppt_h"/>
                                          </p:val>
                                        </p:tav>
                                        <p:tav tm="100000">
                                          <p:val>
                                            <p:strVal val="#ppt_h"/>
                                          </p:val>
                                        </p:tav>
                                      </p:tavLst>
                                    </p:anim>
                                  </p:childTnLst>
                                </p:cTn>
                              </p:par>
                            </p:childTnLst>
                          </p:cTn>
                        </p:par>
                        <p:par>
                          <p:cTn id="9" fill="hold">
                            <p:stCondLst>
                              <p:cond delay="250"/>
                            </p:stCondLst>
                            <p:childTnLst>
                              <p:par>
                                <p:cTn id="10" presetID="23" presetClass="entr" presetSubtype="288" fill="hold" grpId="0" nodeType="after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250" fill="hold"/>
                                        <p:tgtEl>
                                          <p:spTgt spid="37"/>
                                        </p:tgtEl>
                                        <p:attrNameLst>
                                          <p:attrName>ppt_w</p:attrName>
                                        </p:attrNameLst>
                                      </p:cBhvr>
                                      <p:tavLst>
                                        <p:tav tm="0">
                                          <p:val>
                                            <p:strVal val="4/3*#ppt_w"/>
                                          </p:val>
                                        </p:tav>
                                        <p:tav tm="100000">
                                          <p:val>
                                            <p:strVal val="#ppt_w"/>
                                          </p:val>
                                        </p:tav>
                                      </p:tavLst>
                                    </p:anim>
                                    <p:anim calcmode="lin" valueType="num">
                                      <p:cBhvr>
                                        <p:cTn id="13" dur="250" fill="hold"/>
                                        <p:tgtEl>
                                          <p:spTgt spid="37"/>
                                        </p:tgtEl>
                                        <p:attrNameLst>
                                          <p:attrName>ppt_h</p:attrName>
                                        </p:attrNameLst>
                                      </p:cBhvr>
                                      <p:tavLst>
                                        <p:tav tm="0">
                                          <p:val>
                                            <p:strVal val="4/3*#ppt_h"/>
                                          </p:val>
                                        </p:tav>
                                        <p:tav tm="100000">
                                          <p:val>
                                            <p:strVal val="#ppt_h"/>
                                          </p:val>
                                        </p:tav>
                                      </p:tavLst>
                                    </p:anim>
                                  </p:childTnLst>
                                </p:cTn>
                              </p:par>
                            </p:childTnLst>
                          </p:cTn>
                        </p:par>
                        <p:par>
                          <p:cTn id="14" fill="hold">
                            <p:stCondLst>
                              <p:cond delay="500"/>
                            </p:stCondLst>
                            <p:childTnLst>
                              <p:par>
                                <p:cTn id="15" presetID="23" presetClass="entr" presetSubtype="288"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250" fill="hold"/>
                                        <p:tgtEl>
                                          <p:spTgt spid="29"/>
                                        </p:tgtEl>
                                        <p:attrNameLst>
                                          <p:attrName>ppt_w</p:attrName>
                                        </p:attrNameLst>
                                      </p:cBhvr>
                                      <p:tavLst>
                                        <p:tav tm="0">
                                          <p:val>
                                            <p:strVal val="4/3*#ppt_w"/>
                                          </p:val>
                                        </p:tav>
                                        <p:tav tm="100000">
                                          <p:val>
                                            <p:strVal val="#ppt_w"/>
                                          </p:val>
                                        </p:tav>
                                      </p:tavLst>
                                    </p:anim>
                                    <p:anim calcmode="lin" valueType="num">
                                      <p:cBhvr>
                                        <p:cTn id="18" dur="250" fill="hold"/>
                                        <p:tgtEl>
                                          <p:spTgt spid="29"/>
                                        </p:tgtEl>
                                        <p:attrNameLst>
                                          <p:attrName>ppt_h</p:attrName>
                                        </p:attrNameLst>
                                      </p:cBhvr>
                                      <p:tavLst>
                                        <p:tav tm="0">
                                          <p:val>
                                            <p:strVal val="4/3*#ppt_h"/>
                                          </p:val>
                                        </p:tav>
                                        <p:tav tm="100000">
                                          <p:val>
                                            <p:strVal val="#ppt_h"/>
                                          </p:val>
                                        </p:tav>
                                      </p:tavLst>
                                    </p:anim>
                                  </p:childTnLst>
                                </p:cTn>
                              </p:par>
                            </p:childTnLst>
                          </p:cTn>
                        </p:par>
                        <p:par>
                          <p:cTn id="19" fill="hold">
                            <p:stCondLst>
                              <p:cond delay="750"/>
                            </p:stCondLst>
                            <p:childTnLst>
                              <p:par>
                                <p:cTn id="20" presetID="23" presetClass="entr" presetSubtype="288"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p:cTn id="22" dur="250" fill="hold"/>
                                        <p:tgtEl>
                                          <p:spTgt spid="38"/>
                                        </p:tgtEl>
                                        <p:attrNameLst>
                                          <p:attrName>ppt_w</p:attrName>
                                        </p:attrNameLst>
                                      </p:cBhvr>
                                      <p:tavLst>
                                        <p:tav tm="0">
                                          <p:val>
                                            <p:strVal val="4/3*#ppt_w"/>
                                          </p:val>
                                        </p:tav>
                                        <p:tav tm="100000">
                                          <p:val>
                                            <p:strVal val="#ppt_w"/>
                                          </p:val>
                                        </p:tav>
                                      </p:tavLst>
                                    </p:anim>
                                    <p:anim calcmode="lin" valueType="num">
                                      <p:cBhvr>
                                        <p:cTn id="23" dur="250" fill="hold"/>
                                        <p:tgtEl>
                                          <p:spTgt spid="38"/>
                                        </p:tgtEl>
                                        <p:attrNameLst>
                                          <p:attrName>ppt_h</p:attrName>
                                        </p:attrNameLst>
                                      </p:cBhvr>
                                      <p:tavLst>
                                        <p:tav tm="0">
                                          <p:val>
                                            <p:strVal val="4/3*#ppt_h"/>
                                          </p:val>
                                        </p:tav>
                                        <p:tav tm="100000">
                                          <p:val>
                                            <p:strVal val="#ppt_h"/>
                                          </p:val>
                                        </p:tav>
                                      </p:tavLst>
                                    </p:anim>
                                  </p:childTnLst>
                                </p:cTn>
                              </p:par>
                            </p:childTnLst>
                          </p:cTn>
                        </p:par>
                        <p:par>
                          <p:cTn id="24" fill="hold">
                            <p:stCondLst>
                              <p:cond delay="1000"/>
                            </p:stCondLst>
                            <p:childTnLst>
                              <p:par>
                                <p:cTn id="25" presetID="23" presetClass="entr" presetSubtype="288"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p:cTn id="27" dur="250" fill="hold"/>
                                        <p:tgtEl>
                                          <p:spTgt spid="30"/>
                                        </p:tgtEl>
                                        <p:attrNameLst>
                                          <p:attrName>ppt_w</p:attrName>
                                        </p:attrNameLst>
                                      </p:cBhvr>
                                      <p:tavLst>
                                        <p:tav tm="0">
                                          <p:val>
                                            <p:strVal val="4/3*#ppt_w"/>
                                          </p:val>
                                        </p:tav>
                                        <p:tav tm="100000">
                                          <p:val>
                                            <p:strVal val="#ppt_w"/>
                                          </p:val>
                                        </p:tav>
                                      </p:tavLst>
                                    </p:anim>
                                    <p:anim calcmode="lin" valueType="num">
                                      <p:cBhvr>
                                        <p:cTn id="28" dur="250" fill="hold"/>
                                        <p:tgtEl>
                                          <p:spTgt spid="30"/>
                                        </p:tgtEl>
                                        <p:attrNameLst>
                                          <p:attrName>ppt_h</p:attrName>
                                        </p:attrNameLst>
                                      </p:cBhvr>
                                      <p:tavLst>
                                        <p:tav tm="0">
                                          <p:val>
                                            <p:strVal val="4/3*#ppt_h"/>
                                          </p:val>
                                        </p:tav>
                                        <p:tav tm="100000">
                                          <p:val>
                                            <p:strVal val="#ppt_h"/>
                                          </p:val>
                                        </p:tav>
                                      </p:tavLst>
                                    </p:anim>
                                  </p:childTnLst>
                                </p:cTn>
                              </p:par>
                            </p:childTnLst>
                          </p:cTn>
                        </p:par>
                        <p:par>
                          <p:cTn id="29" fill="hold">
                            <p:stCondLst>
                              <p:cond delay="1250"/>
                            </p:stCondLst>
                            <p:childTnLst>
                              <p:par>
                                <p:cTn id="30" presetID="23" presetClass="entr" presetSubtype="288"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p:cTn id="32" dur="250" fill="hold"/>
                                        <p:tgtEl>
                                          <p:spTgt spid="28"/>
                                        </p:tgtEl>
                                        <p:attrNameLst>
                                          <p:attrName>ppt_w</p:attrName>
                                        </p:attrNameLst>
                                      </p:cBhvr>
                                      <p:tavLst>
                                        <p:tav tm="0">
                                          <p:val>
                                            <p:strVal val="4/3*#ppt_w"/>
                                          </p:val>
                                        </p:tav>
                                        <p:tav tm="100000">
                                          <p:val>
                                            <p:strVal val="#ppt_w"/>
                                          </p:val>
                                        </p:tav>
                                      </p:tavLst>
                                    </p:anim>
                                    <p:anim calcmode="lin" valueType="num">
                                      <p:cBhvr>
                                        <p:cTn id="33" dur="250" fill="hold"/>
                                        <p:tgtEl>
                                          <p:spTgt spid="28"/>
                                        </p:tgtEl>
                                        <p:attrNameLst>
                                          <p:attrName>ppt_h</p:attrName>
                                        </p:attrNameLst>
                                      </p:cBhvr>
                                      <p:tavLst>
                                        <p:tav tm="0">
                                          <p:val>
                                            <p:strVal val="4/3*#ppt_h"/>
                                          </p:val>
                                        </p:tav>
                                        <p:tav tm="100000">
                                          <p:val>
                                            <p:strVal val="#ppt_h"/>
                                          </p:val>
                                        </p:tav>
                                      </p:tavLst>
                                    </p:anim>
                                  </p:childTnLst>
                                </p:cTn>
                              </p:par>
                            </p:childTnLst>
                          </p:cTn>
                        </p:par>
                        <p:par>
                          <p:cTn id="34" fill="hold">
                            <p:stCondLst>
                              <p:cond delay="1500"/>
                            </p:stCondLst>
                            <p:childTnLst>
                              <p:par>
                                <p:cTn id="35" presetID="23" presetClass="entr" presetSubtype="28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250" fill="hold"/>
                                        <p:tgtEl>
                                          <p:spTgt spid="34"/>
                                        </p:tgtEl>
                                        <p:attrNameLst>
                                          <p:attrName>ppt_w</p:attrName>
                                        </p:attrNameLst>
                                      </p:cBhvr>
                                      <p:tavLst>
                                        <p:tav tm="0">
                                          <p:val>
                                            <p:strVal val="4/3*#ppt_w"/>
                                          </p:val>
                                        </p:tav>
                                        <p:tav tm="100000">
                                          <p:val>
                                            <p:strVal val="#ppt_w"/>
                                          </p:val>
                                        </p:tav>
                                      </p:tavLst>
                                    </p:anim>
                                    <p:anim calcmode="lin" valueType="num">
                                      <p:cBhvr>
                                        <p:cTn id="38" dur="250" fill="hold"/>
                                        <p:tgtEl>
                                          <p:spTgt spid="34"/>
                                        </p:tgtEl>
                                        <p:attrNameLst>
                                          <p:attrName>ppt_h</p:attrName>
                                        </p:attrNameLst>
                                      </p:cBhvr>
                                      <p:tavLst>
                                        <p:tav tm="0">
                                          <p:val>
                                            <p:strVal val="4/3*#ppt_h"/>
                                          </p:val>
                                        </p:tav>
                                        <p:tav tm="100000">
                                          <p:val>
                                            <p:strVal val="#ppt_h"/>
                                          </p:val>
                                        </p:tav>
                                      </p:tavLst>
                                    </p:anim>
                                  </p:childTnLst>
                                </p:cTn>
                              </p:par>
                            </p:childTnLst>
                          </p:cTn>
                        </p:par>
                        <p:par>
                          <p:cTn id="39" fill="hold">
                            <p:stCondLst>
                              <p:cond delay="1750"/>
                            </p:stCondLst>
                            <p:childTnLst>
                              <p:par>
                                <p:cTn id="40" presetID="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0-#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par>
                          <p:cTn id="44" fill="hold">
                            <p:stCondLst>
                              <p:cond delay="2250"/>
                            </p:stCondLst>
                            <p:childTnLst>
                              <p:par>
                                <p:cTn id="45" presetID="22" presetClass="entr" presetSubtype="8"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par>
                          <p:cTn id="48" fill="hold">
                            <p:stCondLst>
                              <p:cond delay="2750"/>
                            </p:stCondLst>
                            <p:childTnLst>
                              <p:par>
                                <p:cTn id="49" presetID="2" presetClass="entr" presetSubtype="8"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0-#ppt_w/2"/>
                                          </p:val>
                                        </p:tav>
                                        <p:tav tm="100000">
                                          <p:val>
                                            <p:strVal val="#ppt_x"/>
                                          </p:val>
                                        </p:tav>
                                      </p:tavLst>
                                    </p:anim>
                                    <p:anim calcmode="lin" valueType="num">
                                      <p:cBhvr additive="base">
                                        <p:cTn id="52" dur="500" fill="hold"/>
                                        <p:tgtEl>
                                          <p:spTgt spid="8"/>
                                        </p:tgtEl>
                                        <p:attrNameLst>
                                          <p:attrName>ppt_y</p:attrName>
                                        </p:attrNameLst>
                                      </p:cBhvr>
                                      <p:tavLst>
                                        <p:tav tm="0">
                                          <p:val>
                                            <p:strVal val="#ppt_y"/>
                                          </p:val>
                                        </p:tav>
                                        <p:tav tm="100000">
                                          <p:val>
                                            <p:strVal val="#ppt_y"/>
                                          </p:val>
                                        </p:tav>
                                      </p:tavLst>
                                    </p:anim>
                                  </p:childTnLst>
                                </p:cTn>
                              </p:par>
                            </p:childTnLst>
                          </p:cTn>
                        </p:par>
                        <p:par>
                          <p:cTn id="53" fill="hold">
                            <p:stCondLst>
                              <p:cond delay="3250"/>
                            </p:stCondLst>
                            <p:childTnLst>
                              <p:par>
                                <p:cTn id="54" presetID="22" presetClass="entr" presetSubtype="8"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left)">
                                      <p:cBhvr>
                                        <p:cTn id="56" dur="500"/>
                                        <p:tgtEl>
                                          <p:spTgt spid="12"/>
                                        </p:tgtEl>
                                      </p:cBhvr>
                                    </p:animEffect>
                                  </p:childTnLst>
                                </p:cTn>
                              </p:par>
                            </p:childTnLst>
                          </p:cTn>
                        </p:par>
                        <p:par>
                          <p:cTn id="57" fill="hold">
                            <p:stCondLst>
                              <p:cond delay="3750"/>
                            </p:stCondLst>
                            <p:childTnLst>
                              <p:par>
                                <p:cTn id="58" presetID="2" presetClass="entr" presetSubtype="8" fill="hold" nodeType="after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500" fill="hold"/>
                                        <p:tgtEl>
                                          <p:spTgt spid="13"/>
                                        </p:tgtEl>
                                        <p:attrNameLst>
                                          <p:attrName>ppt_x</p:attrName>
                                        </p:attrNameLst>
                                      </p:cBhvr>
                                      <p:tavLst>
                                        <p:tav tm="0">
                                          <p:val>
                                            <p:strVal val="0-#ppt_w/2"/>
                                          </p:val>
                                        </p:tav>
                                        <p:tav tm="100000">
                                          <p:val>
                                            <p:strVal val="#ppt_x"/>
                                          </p:val>
                                        </p:tav>
                                      </p:tavLst>
                                    </p:anim>
                                    <p:anim calcmode="lin" valueType="num">
                                      <p:cBhvr additive="base">
                                        <p:cTn id="61" dur="500" fill="hold"/>
                                        <p:tgtEl>
                                          <p:spTgt spid="13"/>
                                        </p:tgtEl>
                                        <p:attrNameLst>
                                          <p:attrName>ppt_y</p:attrName>
                                        </p:attrNameLst>
                                      </p:cBhvr>
                                      <p:tavLst>
                                        <p:tav tm="0">
                                          <p:val>
                                            <p:strVal val="#ppt_y"/>
                                          </p:val>
                                        </p:tav>
                                        <p:tav tm="100000">
                                          <p:val>
                                            <p:strVal val="#ppt_y"/>
                                          </p:val>
                                        </p:tav>
                                      </p:tavLst>
                                    </p:anim>
                                  </p:childTnLst>
                                </p:cTn>
                              </p:par>
                            </p:childTnLst>
                          </p:cTn>
                        </p:par>
                        <p:par>
                          <p:cTn id="62" fill="hold">
                            <p:stCondLst>
                              <p:cond delay="4250"/>
                            </p:stCondLst>
                            <p:childTnLst>
                              <p:par>
                                <p:cTn id="63" presetID="22" presetClass="entr" presetSubtype="8"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500"/>
                                        <p:tgtEl>
                                          <p:spTgt spid="17"/>
                                        </p:tgtEl>
                                      </p:cBhvr>
                                    </p:animEffect>
                                  </p:childTnLst>
                                </p:cTn>
                              </p:par>
                            </p:childTnLst>
                          </p:cTn>
                        </p:par>
                        <p:par>
                          <p:cTn id="66" fill="hold">
                            <p:stCondLst>
                              <p:cond delay="4750"/>
                            </p:stCondLst>
                            <p:childTnLst>
                              <p:par>
                                <p:cTn id="67" presetID="2" presetClass="entr" presetSubtype="8" fill="hold" nodeType="after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0-#ppt_w/2"/>
                                          </p:val>
                                        </p:tav>
                                        <p:tav tm="100000">
                                          <p:val>
                                            <p:strVal val="#ppt_x"/>
                                          </p:val>
                                        </p:tav>
                                      </p:tavLst>
                                    </p:anim>
                                    <p:anim calcmode="lin" valueType="num">
                                      <p:cBhvr additive="base">
                                        <p:cTn id="70" dur="500" fill="hold"/>
                                        <p:tgtEl>
                                          <p:spTgt spid="18"/>
                                        </p:tgtEl>
                                        <p:attrNameLst>
                                          <p:attrName>ppt_y</p:attrName>
                                        </p:attrNameLst>
                                      </p:cBhvr>
                                      <p:tavLst>
                                        <p:tav tm="0">
                                          <p:val>
                                            <p:strVal val="#ppt_y"/>
                                          </p:val>
                                        </p:tav>
                                        <p:tav tm="100000">
                                          <p:val>
                                            <p:strVal val="#ppt_y"/>
                                          </p:val>
                                        </p:tav>
                                      </p:tavLst>
                                    </p:anim>
                                  </p:childTnLst>
                                </p:cTn>
                              </p:par>
                            </p:childTnLst>
                          </p:cTn>
                        </p:par>
                        <p:par>
                          <p:cTn id="71" fill="hold">
                            <p:stCondLst>
                              <p:cond delay="5250"/>
                            </p:stCondLst>
                            <p:childTnLst>
                              <p:par>
                                <p:cTn id="72" presetID="22" presetClass="entr" presetSubtype="8" fill="hold" grpId="0" nodeType="after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left)">
                                      <p:cBhvr>
                                        <p:cTn id="74" dur="500"/>
                                        <p:tgtEl>
                                          <p:spTgt spid="22"/>
                                        </p:tgtEl>
                                      </p:cBhvr>
                                    </p:animEffect>
                                  </p:childTnLst>
                                </p:cTn>
                              </p:par>
                            </p:childTnLst>
                          </p:cTn>
                        </p:par>
                        <p:par>
                          <p:cTn id="75" fill="hold">
                            <p:stCondLst>
                              <p:cond delay="5750"/>
                            </p:stCondLst>
                            <p:childTnLst>
                              <p:par>
                                <p:cTn id="76" presetID="2" presetClass="entr" presetSubtype="8" fill="hold" nodeType="afterEffect">
                                  <p:stCondLst>
                                    <p:cond delay="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500" fill="hold"/>
                                        <p:tgtEl>
                                          <p:spTgt spid="23"/>
                                        </p:tgtEl>
                                        <p:attrNameLst>
                                          <p:attrName>ppt_x</p:attrName>
                                        </p:attrNameLst>
                                      </p:cBhvr>
                                      <p:tavLst>
                                        <p:tav tm="0">
                                          <p:val>
                                            <p:strVal val="0-#ppt_w/2"/>
                                          </p:val>
                                        </p:tav>
                                        <p:tav tm="100000">
                                          <p:val>
                                            <p:strVal val="#ppt_x"/>
                                          </p:val>
                                        </p:tav>
                                      </p:tavLst>
                                    </p:anim>
                                    <p:anim calcmode="lin" valueType="num">
                                      <p:cBhvr additive="base">
                                        <p:cTn id="79" dur="500" fill="hold"/>
                                        <p:tgtEl>
                                          <p:spTgt spid="23"/>
                                        </p:tgtEl>
                                        <p:attrNameLst>
                                          <p:attrName>ppt_y</p:attrName>
                                        </p:attrNameLst>
                                      </p:cBhvr>
                                      <p:tavLst>
                                        <p:tav tm="0">
                                          <p:val>
                                            <p:strVal val="#ppt_y"/>
                                          </p:val>
                                        </p:tav>
                                        <p:tav tm="100000">
                                          <p:val>
                                            <p:strVal val="#ppt_y"/>
                                          </p:val>
                                        </p:tav>
                                      </p:tavLst>
                                    </p:anim>
                                  </p:childTnLst>
                                </p:cTn>
                              </p:par>
                            </p:childTnLst>
                          </p:cTn>
                        </p:par>
                        <p:par>
                          <p:cTn id="80" fill="hold">
                            <p:stCondLst>
                              <p:cond delay="6250"/>
                            </p:stCondLst>
                            <p:childTnLst>
                              <p:par>
                                <p:cTn id="81" presetID="22" presetClass="entr" presetSubtype="8"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7" grpId="0"/>
      <p:bldP spid="22" grpId="0"/>
      <p:bldP spid="27" grpId="0"/>
      <p:bldP spid="28" grpId="0" animBg="1"/>
      <p:bldP spid="29" grpId="0" animBg="1"/>
      <p:bldP spid="30" grpId="0" animBg="1"/>
      <p:bldP spid="37" grpId="0" animBg="1"/>
      <p:bldP spid="3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a:grpSpLocks/>
          </p:cNvGrpSpPr>
          <p:nvPr/>
        </p:nvGrpSpPr>
        <p:grpSpPr bwMode="auto">
          <a:xfrm>
            <a:off x="1187624" y="1608155"/>
            <a:ext cx="3648072" cy="2764589"/>
            <a:chOff x="702" y="1230"/>
            <a:chExt cx="2947" cy="2233"/>
          </a:xfrm>
          <a:solidFill>
            <a:schemeClr val="accent1"/>
          </a:solidFill>
        </p:grpSpPr>
        <p:sp>
          <p:nvSpPr>
            <p:cNvPr id="7" name="Rectangle 6"/>
            <p:cNvSpPr>
              <a:spLocks noChangeArrowheads="1"/>
            </p:cNvSpPr>
            <p:nvPr/>
          </p:nvSpPr>
          <p:spPr bwMode="auto">
            <a:xfrm rot="-3600000">
              <a:off x="785" y="1556"/>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8" name="Rectangle 7"/>
            <p:cNvSpPr>
              <a:spLocks noChangeArrowheads="1"/>
            </p:cNvSpPr>
            <p:nvPr/>
          </p:nvSpPr>
          <p:spPr bwMode="auto">
            <a:xfrm rot="-3600000">
              <a:off x="1556" y="2055"/>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9" name="Rectangle 8"/>
            <p:cNvSpPr>
              <a:spLocks noChangeArrowheads="1"/>
            </p:cNvSpPr>
            <p:nvPr/>
          </p:nvSpPr>
          <p:spPr bwMode="auto">
            <a:xfrm rot="-3600000">
              <a:off x="2350"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0" name="Rectangle 9"/>
            <p:cNvSpPr>
              <a:spLocks noChangeArrowheads="1"/>
            </p:cNvSpPr>
            <p:nvPr/>
          </p:nvSpPr>
          <p:spPr bwMode="auto">
            <a:xfrm rot="-3600000">
              <a:off x="1578" y="2940"/>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1" name="Rectangle 10"/>
            <p:cNvSpPr>
              <a:spLocks noChangeArrowheads="1"/>
            </p:cNvSpPr>
            <p:nvPr/>
          </p:nvSpPr>
          <p:spPr bwMode="auto">
            <a:xfrm rot="-3600000">
              <a:off x="762"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2" name="Rectangle 11"/>
            <p:cNvSpPr>
              <a:spLocks noChangeArrowheads="1"/>
            </p:cNvSpPr>
            <p:nvPr/>
          </p:nvSpPr>
          <p:spPr bwMode="auto">
            <a:xfrm rot="3600000">
              <a:off x="1556" y="157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3" name="Rectangle 12"/>
            <p:cNvSpPr>
              <a:spLocks noChangeArrowheads="1"/>
            </p:cNvSpPr>
            <p:nvPr/>
          </p:nvSpPr>
          <p:spPr bwMode="auto">
            <a:xfrm rot="3600000">
              <a:off x="2327" y="2010"/>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4" name="Rectangle 13"/>
            <p:cNvSpPr>
              <a:spLocks noChangeArrowheads="1"/>
            </p:cNvSpPr>
            <p:nvPr/>
          </p:nvSpPr>
          <p:spPr bwMode="auto">
            <a:xfrm rot="3600000">
              <a:off x="1556"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5" name="Rectangle 14"/>
            <p:cNvSpPr>
              <a:spLocks noChangeArrowheads="1"/>
            </p:cNvSpPr>
            <p:nvPr/>
          </p:nvSpPr>
          <p:spPr bwMode="auto">
            <a:xfrm rot="3600000">
              <a:off x="762" y="2962"/>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6" name="Rectangle 15"/>
            <p:cNvSpPr>
              <a:spLocks noChangeArrowheads="1"/>
            </p:cNvSpPr>
            <p:nvPr/>
          </p:nvSpPr>
          <p:spPr bwMode="auto">
            <a:xfrm rot="3600000">
              <a:off x="762" y="2032"/>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7" name="Rectangle 16"/>
            <p:cNvSpPr>
              <a:spLocks noChangeArrowheads="1"/>
            </p:cNvSpPr>
            <p:nvPr/>
          </p:nvSpPr>
          <p:spPr bwMode="auto">
            <a:xfrm>
              <a:off x="1162" y="2274"/>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8" name="Rectangle 17"/>
            <p:cNvSpPr>
              <a:spLocks noChangeArrowheads="1"/>
            </p:cNvSpPr>
            <p:nvPr/>
          </p:nvSpPr>
          <p:spPr bwMode="auto">
            <a:xfrm>
              <a:off x="1162" y="3193"/>
              <a:ext cx="525"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19" name="Rectangle 18"/>
            <p:cNvSpPr>
              <a:spLocks noChangeArrowheads="1"/>
            </p:cNvSpPr>
            <p:nvPr/>
          </p:nvSpPr>
          <p:spPr bwMode="auto">
            <a:xfrm>
              <a:off x="1950" y="1814"/>
              <a:ext cx="526"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0" name="Rectangle 19"/>
            <p:cNvSpPr>
              <a:spLocks noChangeArrowheads="1"/>
            </p:cNvSpPr>
            <p:nvPr/>
          </p:nvSpPr>
          <p:spPr bwMode="auto">
            <a:xfrm>
              <a:off x="1950" y="2733"/>
              <a:ext cx="526"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1" name="Rectangle 20"/>
            <p:cNvSpPr>
              <a:spLocks noChangeArrowheads="1"/>
            </p:cNvSpPr>
            <p:nvPr/>
          </p:nvSpPr>
          <p:spPr bwMode="auto">
            <a:xfrm>
              <a:off x="1162" y="1354"/>
              <a:ext cx="525" cy="146"/>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2" name="Freeform 21"/>
            <p:cNvSpPr>
              <a:spLocks/>
            </p:cNvSpPr>
            <p:nvPr/>
          </p:nvSpPr>
          <p:spPr bwMode="auto">
            <a:xfrm>
              <a:off x="965" y="1230"/>
              <a:ext cx="394" cy="394"/>
            </a:xfrm>
            <a:custGeom>
              <a:avLst/>
              <a:gdLst>
                <a:gd name="T0" fmla="*/ 394 w 394"/>
                <a:gd name="T1" fmla="*/ 197 h 394"/>
                <a:gd name="T2" fmla="*/ 390 w 394"/>
                <a:gd name="T3" fmla="*/ 237 h 394"/>
                <a:gd name="T4" fmla="*/ 379 w 394"/>
                <a:gd name="T5" fmla="*/ 274 h 394"/>
                <a:gd name="T6" fmla="*/ 361 w 394"/>
                <a:gd name="T7" fmla="*/ 306 h 394"/>
                <a:gd name="T8" fmla="*/ 336 w 394"/>
                <a:gd name="T9" fmla="*/ 336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2 w 394"/>
                <a:gd name="T33" fmla="*/ 217 h 394"/>
                <a:gd name="T34" fmla="*/ 0 w 394"/>
                <a:gd name="T35" fmla="*/ 197 h 394"/>
                <a:gd name="T36" fmla="*/ 3 w 394"/>
                <a:gd name="T37" fmla="*/ 157 h 394"/>
                <a:gd name="T38" fmla="*/ 14 w 394"/>
                <a:gd name="T39" fmla="*/ 120 h 394"/>
                <a:gd name="T40" fmla="*/ 33 w 394"/>
                <a:gd name="T41" fmla="*/ 88 h 394"/>
                <a:gd name="T42" fmla="*/ 58 w 394"/>
                <a:gd name="T43" fmla="*/ 58 h 394"/>
                <a:gd name="T44" fmla="*/ 87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4"/>
                  </a:lnTo>
                  <a:lnTo>
                    <a:pt x="370" y="290"/>
                  </a:lnTo>
                  <a:lnTo>
                    <a:pt x="361" y="306"/>
                  </a:lnTo>
                  <a:lnTo>
                    <a:pt x="348" y="323"/>
                  </a:lnTo>
                  <a:lnTo>
                    <a:pt x="336" y="336"/>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7" y="390"/>
                  </a:lnTo>
                  <a:lnTo>
                    <a:pt x="138" y="385"/>
                  </a:lnTo>
                  <a:lnTo>
                    <a:pt x="120" y="379"/>
                  </a:lnTo>
                  <a:lnTo>
                    <a:pt x="104" y="370"/>
                  </a:lnTo>
                  <a:lnTo>
                    <a:pt x="87" y="361"/>
                  </a:lnTo>
                  <a:lnTo>
                    <a:pt x="71" y="348"/>
                  </a:lnTo>
                  <a:lnTo>
                    <a:pt x="58" y="336"/>
                  </a:lnTo>
                  <a:lnTo>
                    <a:pt x="45" y="323"/>
                  </a:lnTo>
                  <a:lnTo>
                    <a:pt x="33" y="306"/>
                  </a:lnTo>
                  <a:lnTo>
                    <a:pt x="23" y="290"/>
                  </a:lnTo>
                  <a:lnTo>
                    <a:pt x="14" y="274"/>
                  </a:lnTo>
                  <a:lnTo>
                    <a:pt x="9" y="255"/>
                  </a:lnTo>
                  <a:lnTo>
                    <a:pt x="3" y="237"/>
                  </a:lnTo>
                  <a:lnTo>
                    <a:pt x="2" y="217"/>
                  </a:lnTo>
                  <a:lnTo>
                    <a:pt x="0" y="197"/>
                  </a:lnTo>
                  <a:lnTo>
                    <a:pt x="0" y="197"/>
                  </a:lnTo>
                  <a:lnTo>
                    <a:pt x="2" y="177"/>
                  </a:lnTo>
                  <a:lnTo>
                    <a:pt x="3" y="157"/>
                  </a:lnTo>
                  <a:lnTo>
                    <a:pt x="9" y="139"/>
                  </a:lnTo>
                  <a:lnTo>
                    <a:pt x="14" y="120"/>
                  </a:lnTo>
                  <a:lnTo>
                    <a:pt x="23" y="104"/>
                  </a:lnTo>
                  <a:lnTo>
                    <a:pt x="33" y="88"/>
                  </a:lnTo>
                  <a:lnTo>
                    <a:pt x="45" y="71"/>
                  </a:lnTo>
                  <a:lnTo>
                    <a:pt x="58" y="58"/>
                  </a:lnTo>
                  <a:lnTo>
                    <a:pt x="71" y="46"/>
                  </a:lnTo>
                  <a:lnTo>
                    <a:pt x="87" y="33"/>
                  </a:lnTo>
                  <a:lnTo>
                    <a:pt x="104" y="24"/>
                  </a:lnTo>
                  <a:lnTo>
                    <a:pt x="120" y="15"/>
                  </a:lnTo>
                  <a:lnTo>
                    <a:pt x="138" y="9"/>
                  </a:lnTo>
                  <a:lnTo>
                    <a:pt x="157" y="4"/>
                  </a:lnTo>
                  <a:lnTo>
                    <a:pt x="177" y="2"/>
                  </a:lnTo>
                  <a:lnTo>
                    <a:pt x="197" y="0"/>
                  </a:lnTo>
                  <a:lnTo>
                    <a:pt x="197" y="0"/>
                  </a:lnTo>
                  <a:lnTo>
                    <a:pt x="217" y="2"/>
                  </a:lnTo>
                  <a:lnTo>
                    <a:pt x="237" y="4"/>
                  </a:lnTo>
                  <a:lnTo>
                    <a:pt x="255" y="9"/>
                  </a:lnTo>
                  <a:lnTo>
                    <a:pt x="273" y="15"/>
                  </a:lnTo>
                  <a:lnTo>
                    <a:pt x="290" y="24"/>
                  </a:lnTo>
                  <a:lnTo>
                    <a:pt x="306" y="33"/>
                  </a:lnTo>
                  <a:lnTo>
                    <a:pt x="323" y="46"/>
                  </a:lnTo>
                  <a:lnTo>
                    <a:pt x="336" y="58"/>
                  </a:lnTo>
                  <a:lnTo>
                    <a:pt x="348" y="71"/>
                  </a:lnTo>
                  <a:lnTo>
                    <a:pt x="361" y="88"/>
                  </a:lnTo>
                  <a:lnTo>
                    <a:pt x="370" y="104"/>
                  </a:lnTo>
                  <a:lnTo>
                    <a:pt x="379" y="120"/>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3" name="Freeform 22"/>
            <p:cNvSpPr>
              <a:spLocks/>
            </p:cNvSpPr>
            <p:nvPr/>
          </p:nvSpPr>
          <p:spPr bwMode="auto">
            <a:xfrm>
              <a:off x="1490" y="1230"/>
              <a:ext cx="394" cy="394"/>
            </a:xfrm>
            <a:custGeom>
              <a:avLst/>
              <a:gdLst>
                <a:gd name="T0" fmla="*/ 394 w 394"/>
                <a:gd name="T1" fmla="*/ 197 h 394"/>
                <a:gd name="T2" fmla="*/ 391 w 394"/>
                <a:gd name="T3" fmla="*/ 237 h 394"/>
                <a:gd name="T4" fmla="*/ 380 w 394"/>
                <a:gd name="T5" fmla="*/ 274 h 394"/>
                <a:gd name="T6" fmla="*/ 362 w 394"/>
                <a:gd name="T7" fmla="*/ 306 h 394"/>
                <a:gd name="T8" fmla="*/ 336 w 394"/>
                <a:gd name="T9" fmla="*/ 336 h 394"/>
                <a:gd name="T10" fmla="*/ 307 w 394"/>
                <a:gd name="T11" fmla="*/ 361 h 394"/>
                <a:gd name="T12" fmla="*/ 274 w 394"/>
                <a:gd name="T13" fmla="*/ 379 h 394"/>
                <a:gd name="T14" fmla="*/ 238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8 h 394"/>
                <a:gd name="T42" fmla="*/ 59 w 394"/>
                <a:gd name="T43" fmla="*/ 58 h 394"/>
                <a:gd name="T44" fmla="*/ 88 w 394"/>
                <a:gd name="T45" fmla="*/ 33 h 394"/>
                <a:gd name="T46" fmla="*/ 121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1 w 394"/>
                <a:gd name="T63" fmla="*/ 104 h 394"/>
                <a:gd name="T64" fmla="*/ 385 w 394"/>
                <a:gd name="T65" fmla="*/ 139 h 394"/>
                <a:gd name="T66" fmla="*/ 393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3" y="217"/>
                  </a:lnTo>
                  <a:lnTo>
                    <a:pt x="391" y="237"/>
                  </a:lnTo>
                  <a:lnTo>
                    <a:pt x="385" y="255"/>
                  </a:lnTo>
                  <a:lnTo>
                    <a:pt x="380" y="274"/>
                  </a:lnTo>
                  <a:lnTo>
                    <a:pt x="371" y="290"/>
                  </a:lnTo>
                  <a:lnTo>
                    <a:pt x="362" y="306"/>
                  </a:lnTo>
                  <a:lnTo>
                    <a:pt x="349" y="323"/>
                  </a:lnTo>
                  <a:lnTo>
                    <a:pt x="336" y="336"/>
                  </a:lnTo>
                  <a:lnTo>
                    <a:pt x="323" y="348"/>
                  </a:lnTo>
                  <a:lnTo>
                    <a:pt x="307" y="361"/>
                  </a:lnTo>
                  <a:lnTo>
                    <a:pt x="290" y="370"/>
                  </a:lnTo>
                  <a:lnTo>
                    <a:pt x="274" y="379"/>
                  </a:lnTo>
                  <a:lnTo>
                    <a:pt x="256" y="385"/>
                  </a:lnTo>
                  <a:lnTo>
                    <a:pt x="238" y="390"/>
                  </a:lnTo>
                  <a:lnTo>
                    <a:pt x="217" y="392"/>
                  </a:lnTo>
                  <a:lnTo>
                    <a:pt x="197" y="394"/>
                  </a:lnTo>
                  <a:lnTo>
                    <a:pt x="197" y="394"/>
                  </a:lnTo>
                  <a:lnTo>
                    <a:pt x="177" y="392"/>
                  </a:lnTo>
                  <a:lnTo>
                    <a:pt x="157" y="390"/>
                  </a:lnTo>
                  <a:lnTo>
                    <a:pt x="139" y="385"/>
                  </a:lnTo>
                  <a:lnTo>
                    <a:pt x="121" y="379"/>
                  </a:lnTo>
                  <a:lnTo>
                    <a:pt x="104" y="370"/>
                  </a:lnTo>
                  <a:lnTo>
                    <a:pt x="88" y="361"/>
                  </a:lnTo>
                  <a:lnTo>
                    <a:pt x="71" y="348"/>
                  </a:lnTo>
                  <a:lnTo>
                    <a:pt x="59" y="336"/>
                  </a:lnTo>
                  <a:lnTo>
                    <a:pt x="46" y="323"/>
                  </a:lnTo>
                  <a:lnTo>
                    <a:pt x="33" y="306"/>
                  </a:lnTo>
                  <a:lnTo>
                    <a:pt x="24" y="290"/>
                  </a:lnTo>
                  <a:lnTo>
                    <a:pt x="15" y="274"/>
                  </a:lnTo>
                  <a:lnTo>
                    <a:pt x="9" y="255"/>
                  </a:lnTo>
                  <a:lnTo>
                    <a:pt x="4" y="237"/>
                  </a:lnTo>
                  <a:lnTo>
                    <a:pt x="2" y="217"/>
                  </a:lnTo>
                  <a:lnTo>
                    <a:pt x="0" y="197"/>
                  </a:lnTo>
                  <a:lnTo>
                    <a:pt x="0" y="197"/>
                  </a:lnTo>
                  <a:lnTo>
                    <a:pt x="2" y="177"/>
                  </a:lnTo>
                  <a:lnTo>
                    <a:pt x="4" y="157"/>
                  </a:lnTo>
                  <a:lnTo>
                    <a:pt x="9" y="139"/>
                  </a:lnTo>
                  <a:lnTo>
                    <a:pt x="15" y="120"/>
                  </a:lnTo>
                  <a:lnTo>
                    <a:pt x="24" y="104"/>
                  </a:lnTo>
                  <a:lnTo>
                    <a:pt x="33" y="88"/>
                  </a:lnTo>
                  <a:lnTo>
                    <a:pt x="46" y="71"/>
                  </a:lnTo>
                  <a:lnTo>
                    <a:pt x="59" y="58"/>
                  </a:lnTo>
                  <a:lnTo>
                    <a:pt x="71" y="46"/>
                  </a:lnTo>
                  <a:lnTo>
                    <a:pt x="88" y="33"/>
                  </a:lnTo>
                  <a:lnTo>
                    <a:pt x="104" y="24"/>
                  </a:lnTo>
                  <a:lnTo>
                    <a:pt x="121" y="15"/>
                  </a:lnTo>
                  <a:lnTo>
                    <a:pt x="139" y="9"/>
                  </a:lnTo>
                  <a:lnTo>
                    <a:pt x="157" y="4"/>
                  </a:lnTo>
                  <a:lnTo>
                    <a:pt x="177" y="2"/>
                  </a:lnTo>
                  <a:lnTo>
                    <a:pt x="197" y="0"/>
                  </a:lnTo>
                  <a:lnTo>
                    <a:pt x="197" y="0"/>
                  </a:lnTo>
                  <a:lnTo>
                    <a:pt x="217" y="2"/>
                  </a:lnTo>
                  <a:lnTo>
                    <a:pt x="238" y="4"/>
                  </a:lnTo>
                  <a:lnTo>
                    <a:pt x="256" y="9"/>
                  </a:lnTo>
                  <a:lnTo>
                    <a:pt x="274" y="15"/>
                  </a:lnTo>
                  <a:lnTo>
                    <a:pt x="290" y="24"/>
                  </a:lnTo>
                  <a:lnTo>
                    <a:pt x="307" y="33"/>
                  </a:lnTo>
                  <a:lnTo>
                    <a:pt x="323" y="46"/>
                  </a:lnTo>
                  <a:lnTo>
                    <a:pt x="336" y="58"/>
                  </a:lnTo>
                  <a:lnTo>
                    <a:pt x="349" y="71"/>
                  </a:lnTo>
                  <a:lnTo>
                    <a:pt x="362" y="88"/>
                  </a:lnTo>
                  <a:lnTo>
                    <a:pt x="371" y="104"/>
                  </a:lnTo>
                  <a:lnTo>
                    <a:pt x="380" y="120"/>
                  </a:lnTo>
                  <a:lnTo>
                    <a:pt x="385" y="139"/>
                  </a:lnTo>
                  <a:lnTo>
                    <a:pt x="391" y="157"/>
                  </a:lnTo>
                  <a:lnTo>
                    <a:pt x="393"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4" name="Freeform 23"/>
            <p:cNvSpPr>
              <a:spLocks/>
            </p:cNvSpPr>
            <p:nvPr/>
          </p:nvSpPr>
          <p:spPr bwMode="auto">
            <a:xfrm>
              <a:off x="1753" y="1690"/>
              <a:ext cx="394" cy="394"/>
            </a:xfrm>
            <a:custGeom>
              <a:avLst/>
              <a:gdLst>
                <a:gd name="T0" fmla="*/ 394 w 394"/>
                <a:gd name="T1" fmla="*/ 197 h 394"/>
                <a:gd name="T2" fmla="*/ 391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6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6"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6" y="9"/>
                  </a:lnTo>
                  <a:lnTo>
                    <a:pt x="274" y="14"/>
                  </a:lnTo>
                  <a:lnTo>
                    <a:pt x="290" y="23"/>
                  </a:lnTo>
                  <a:lnTo>
                    <a:pt x="307" y="33"/>
                  </a:lnTo>
                  <a:lnTo>
                    <a:pt x="323" y="45"/>
                  </a:lnTo>
                  <a:lnTo>
                    <a:pt x="336" y="58"/>
                  </a:lnTo>
                  <a:lnTo>
                    <a:pt x="349" y="71"/>
                  </a:lnTo>
                  <a:lnTo>
                    <a:pt x="361" y="87"/>
                  </a:lnTo>
                  <a:lnTo>
                    <a:pt x="370" y="104"/>
                  </a:lnTo>
                  <a:lnTo>
                    <a:pt x="380" y="120"/>
                  </a:lnTo>
                  <a:lnTo>
                    <a:pt x="385" y="138"/>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5" name="Freeform 24"/>
            <p:cNvSpPr>
              <a:spLocks/>
            </p:cNvSpPr>
            <p:nvPr/>
          </p:nvSpPr>
          <p:spPr bwMode="auto">
            <a:xfrm>
              <a:off x="702" y="1690"/>
              <a:ext cx="394" cy="394"/>
            </a:xfrm>
            <a:custGeom>
              <a:avLst/>
              <a:gdLst>
                <a:gd name="T0" fmla="*/ 394 w 394"/>
                <a:gd name="T1" fmla="*/ 197 h 394"/>
                <a:gd name="T2" fmla="*/ 390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5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5"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5" y="9"/>
                  </a:lnTo>
                  <a:lnTo>
                    <a:pt x="274" y="14"/>
                  </a:lnTo>
                  <a:lnTo>
                    <a:pt x="290" y="23"/>
                  </a:lnTo>
                  <a:lnTo>
                    <a:pt x="307" y="33"/>
                  </a:lnTo>
                  <a:lnTo>
                    <a:pt x="323" y="45"/>
                  </a:lnTo>
                  <a:lnTo>
                    <a:pt x="336" y="58"/>
                  </a:lnTo>
                  <a:lnTo>
                    <a:pt x="349" y="71"/>
                  </a:lnTo>
                  <a:lnTo>
                    <a:pt x="361" y="87"/>
                  </a:lnTo>
                  <a:lnTo>
                    <a:pt x="370" y="104"/>
                  </a:lnTo>
                  <a:lnTo>
                    <a:pt x="380" y="120"/>
                  </a:lnTo>
                  <a:lnTo>
                    <a:pt x="385" y="138"/>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6" name="Freeform 25"/>
            <p:cNvSpPr>
              <a:spLocks/>
            </p:cNvSpPr>
            <p:nvPr/>
          </p:nvSpPr>
          <p:spPr bwMode="auto">
            <a:xfrm>
              <a:off x="965" y="3069"/>
              <a:ext cx="394" cy="394"/>
            </a:xfrm>
            <a:custGeom>
              <a:avLst/>
              <a:gdLst>
                <a:gd name="T0" fmla="*/ 394 w 394"/>
                <a:gd name="T1" fmla="*/ 197 h 394"/>
                <a:gd name="T2" fmla="*/ 390 w 394"/>
                <a:gd name="T3" fmla="*/ 237 h 394"/>
                <a:gd name="T4" fmla="*/ 379 w 394"/>
                <a:gd name="T5" fmla="*/ 274 h 394"/>
                <a:gd name="T6" fmla="*/ 361 w 394"/>
                <a:gd name="T7" fmla="*/ 306 h 394"/>
                <a:gd name="T8" fmla="*/ 336 w 394"/>
                <a:gd name="T9" fmla="*/ 336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2 w 394"/>
                <a:gd name="T33" fmla="*/ 217 h 394"/>
                <a:gd name="T34" fmla="*/ 0 w 394"/>
                <a:gd name="T35" fmla="*/ 197 h 394"/>
                <a:gd name="T36" fmla="*/ 3 w 394"/>
                <a:gd name="T37" fmla="*/ 157 h 394"/>
                <a:gd name="T38" fmla="*/ 14 w 394"/>
                <a:gd name="T39" fmla="*/ 120 h 394"/>
                <a:gd name="T40" fmla="*/ 33 w 394"/>
                <a:gd name="T41" fmla="*/ 88 h 394"/>
                <a:gd name="T42" fmla="*/ 58 w 394"/>
                <a:gd name="T43" fmla="*/ 58 h 394"/>
                <a:gd name="T44" fmla="*/ 87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4"/>
                  </a:lnTo>
                  <a:lnTo>
                    <a:pt x="370" y="290"/>
                  </a:lnTo>
                  <a:lnTo>
                    <a:pt x="361" y="306"/>
                  </a:lnTo>
                  <a:lnTo>
                    <a:pt x="348" y="323"/>
                  </a:lnTo>
                  <a:lnTo>
                    <a:pt x="336" y="336"/>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7" y="390"/>
                  </a:lnTo>
                  <a:lnTo>
                    <a:pt x="138" y="385"/>
                  </a:lnTo>
                  <a:lnTo>
                    <a:pt x="120" y="379"/>
                  </a:lnTo>
                  <a:lnTo>
                    <a:pt x="104" y="370"/>
                  </a:lnTo>
                  <a:lnTo>
                    <a:pt x="87" y="361"/>
                  </a:lnTo>
                  <a:lnTo>
                    <a:pt x="71" y="348"/>
                  </a:lnTo>
                  <a:lnTo>
                    <a:pt x="58" y="336"/>
                  </a:lnTo>
                  <a:lnTo>
                    <a:pt x="45" y="323"/>
                  </a:lnTo>
                  <a:lnTo>
                    <a:pt x="33" y="306"/>
                  </a:lnTo>
                  <a:lnTo>
                    <a:pt x="23" y="290"/>
                  </a:lnTo>
                  <a:lnTo>
                    <a:pt x="14" y="274"/>
                  </a:lnTo>
                  <a:lnTo>
                    <a:pt x="9" y="255"/>
                  </a:lnTo>
                  <a:lnTo>
                    <a:pt x="3" y="237"/>
                  </a:lnTo>
                  <a:lnTo>
                    <a:pt x="2" y="217"/>
                  </a:lnTo>
                  <a:lnTo>
                    <a:pt x="0" y="197"/>
                  </a:lnTo>
                  <a:lnTo>
                    <a:pt x="0" y="197"/>
                  </a:lnTo>
                  <a:lnTo>
                    <a:pt x="2" y="177"/>
                  </a:lnTo>
                  <a:lnTo>
                    <a:pt x="3" y="157"/>
                  </a:lnTo>
                  <a:lnTo>
                    <a:pt x="9" y="139"/>
                  </a:lnTo>
                  <a:lnTo>
                    <a:pt x="14" y="120"/>
                  </a:lnTo>
                  <a:lnTo>
                    <a:pt x="23" y="104"/>
                  </a:lnTo>
                  <a:lnTo>
                    <a:pt x="33" y="88"/>
                  </a:lnTo>
                  <a:lnTo>
                    <a:pt x="45" y="71"/>
                  </a:lnTo>
                  <a:lnTo>
                    <a:pt x="58" y="58"/>
                  </a:lnTo>
                  <a:lnTo>
                    <a:pt x="71" y="46"/>
                  </a:lnTo>
                  <a:lnTo>
                    <a:pt x="87" y="33"/>
                  </a:lnTo>
                  <a:lnTo>
                    <a:pt x="104" y="24"/>
                  </a:lnTo>
                  <a:lnTo>
                    <a:pt x="120" y="15"/>
                  </a:lnTo>
                  <a:lnTo>
                    <a:pt x="138" y="9"/>
                  </a:lnTo>
                  <a:lnTo>
                    <a:pt x="157" y="4"/>
                  </a:lnTo>
                  <a:lnTo>
                    <a:pt x="177" y="2"/>
                  </a:lnTo>
                  <a:lnTo>
                    <a:pt x="197" y="0"/>
                  </a:lnTo>
                  <a:lnTo>
                    <a:pt x="197" y="0"/>
                  </a:lnTo>
                  <a:lnTo>
                    <a:pt x="217" y="2"/>
                  </a:lnTo>
                  <a:lnTo>
                    <a:pt x="237" y="4"/>
                  </a:lnTo>
                  <a:lnTo>
                    <a:pt x="255" y="9"/>
                  </a:lnTo>
                  <a:lnTo>
                    <a:pt x="273" y="15"/>
                  </a:lnTo>
                  <a:lnTo>
                    <a:pt x="290" y="24"/>
                  </a:lnTo>
                  <a:lnTo>
                    <a:pt x="306" y="33"/>
                  </a:lnTo>
                  <a:lnTo>
                    <a:pt x="323" y="46"/>
                  </a:lnTo>
                  <a:lnTo>
                    <a:pt x="336" y="58"/>
                  </a:lnTo>
                  <a:lnTo>
                    <a:pt x="348" y="71"/>
                  </a:lnTo>
                  <a:lnTo>
                    <a:pt x="361" y="88"/>
                  </a:lnTo>
                  <a:lnTo>
                    <a:pt x="370" y="104"/>
                  </a:lnTo>
                  <a:lnTo>
                    <a:pt x="379" y="120"/>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7" name="Freeform 26"/>
            <p:cNvSpPr>
              <a:spLocks/>
            </p:cNvSpPr>
            <p:nvPr/>
          </p:nvSpPr>
          <p:spPr bwMode="auto">
            <a:xfrm>
              <a:off x="1490" y="3069"/>
              <a:ext cx="394" cy="394"/>
            </a:xfrm>
            <a:custGeom>
              <a:avLst/>
              <a:gdLst>
                <a:gd name="T0" fmla="*/ 394 w 394"/>
                <a:gd name="T1" fmla="*/ 197 h 394"/>
                <a:gd name="T2" fmla="*/ 391 w 394"/>
                <a:gd name="T3" fmla="*/ 237 h 394"/>
                <a:gd name="T4" fmla="*/ 380 w 394"/>
                <a:gd name="T5" fmla="*/ 274 h 394"/>
                <a:gd name="T6" fmla="*/ 362 w 394"/>
                <a:gd name="T7" fmla="*/ 306 h 394"/>
                <a:gd name="T8" fmla="*/ 336 w 394"/>
                <a:gd name="T9" fmla="*/ 336 h 394"/>
                <a:gd name="T10" fmla="*/ 307 w 394"/>
                <a:gd name="T11" fmla="*/ 361 h 394"/>
                <a:gd name="T12" fmla="*/ 274 w 394"/>
                <a:gd name="T13" fmla="*/ 379 h 394"/>
                <a:gd name="T14" fmla="*/ 238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8 h 394"/>
                <a:gd name="T42" fmla="*/ 59 w 394"/>
                <a:gd name="T43" fmla="*/ 58 h 394"/>
                <a:gd name="T44" fmla="*/ 88 w 394"/>
                <a:gd name="T45" fmla="*/ 33 h 394"/>
                <a:gd name="T46" fmla="*/ 121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1 w 394"/>
                <a:gd name="T63" fmla="*/ 104 h 394"/>
                <a:gd name="T64" fmla="*/ 385 w 394"/>
                <a:gd name="T65" fmla="*/ 139 h 394"/>
                <a:gd name="T66" fmla="*/ 393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3" y="217"/>
                  </a:lnTo>
                  <a:lnTo>
                    <a:pt x="391" y="237"/>
                  </a:lnTo>
                  <a:lnTo>
                    <a:pt x="385" y="255"/>
                  </a:lnTo>
                  <a:lnTo>
                    <a:pt x="380" y="274"/>
                  </a:lnTo>
                  <a:lnTo>
                    <a:pt x="371" y="290"/>
                  </a:lnTo>
                  <a:lnTo>
                    <a:pt x="362" y="306"/>
                  </a:lnTo>
                  <a:lnTo>
                    <a:pt x="349" y="323"/>
                  </a:lnTo>
                  <a:lnTo>
                    <a:pt x="336" y="336"/>
                  </a:lnTo>
                  <a:lnTo>
                    <a:pt x="323" y="348"/>
                  </a:lnTo>
                  <a:lnTo>
                    <a:pt x="307" y="361"/>
                  </a:lnTo>
                  <a:lnTo>
                    <a:pt x="290" y="370"/>
                  </a:lnTo>
                  <a:lnTo>
                    <a:pt x="274" y="379"/>
                  </a:lnTo>
                  <a:lnTo>
                    <a:pt x="256" y="385"/>
                  </a:lnTo>
                  <a:lnTo>
                    <a:pt x="238" y="390"/>
                  </a:lnTo>
                  <a:lnTo>
                    <a:pt x="217" y="392"/>
                  </a:lnTo>
                  <a:lnTo>
                    <a:pt x="197" y="394"/>
                  </a:lnTo>
                  <a:lnTo>
                    <a:pt x="197" y="394"/>
                  </a:lnTo>
                  <a:lnTo>
                    <a:pt x="177" y="392"/>
                  </a:lnTo>
                  <a:lnTo>
                    <a:pt x="157" y="390"/>
                  </a:lnTo>
                  <a:lnTo>
                    <a:pt x="139" y="385"/>
                  </a:lnTo>
                  <a:lnTo>
                    <a:pt x="121" y="379"/>
                  </a:lnTo>
                  <a:lnTo>
                    <a:pt x="104" y="370"/>
                  </a:lnTo>
                  <a:lnTo>
                    <a:pt x="88" y="361"/>
                  </a:lnTo>
                  <a:lnTo>
                    <a:pt x="71" y="348"/>
                  </a:lnTo>
                  <a:lnTo>
                    <a:pt x="59" y="336"/>
                  </a:lnTo>
                  <a:lnTo>
                    <a:pt x="46" y="323"/>
                  </a:lnTo>
                  <a:lnTo>
                    <a:pt x="33" y="306"/>
                  </a:lnTo>
                  <a:lnTo>
                    <a:pt x="24" y="290"/>
                  </a:lnTo>
                  <a:lnTo>
                    <a:pt x="15" y="274"/>
                  </a:lnTo>
                  <a:lnTo>
                    <a:pt x="9" y="255"/>
                  </a:lnTo>
                  <a:lnTo>
                    <a:pt x="4" y="237"/>
                  </a:lnTo>
                  <a:lnTo>
                    <a:pt x="2" y="217"/>
                  </a:lnTo>
                  <a:lnTo>
                    <a:pt x="0" y="197"/>
                  </a:lnTo>
                  <a:lnTo>
                    <a:pt x="0" y="197"/>
                  </a:lnTo>
                  <a:lnTo>
                    <a:pt x="2" y="177"/>
                  </a:lnTo>
                  <a:lnTo>
                    <a:pt x="4" y="157"/>
                  </a:lnTo>
                  <a:lnTo>
                    <a:pt x="9" y="139"/>
                  </a:lnTo>
                  <a:lnTo>
                    <a:pt x="15" y="120"/>
                  </a:lnTo>
                  <a:lnTo>
                    <a:pt x="24" y="104"/>
                  </a:lnTo>
                  <a:lnTo>
                    <a:pt x="33" y="88"/>
                  </a:lnTo>
                  <a:lnTo>
                    <a:pt x="46" y="71"/>
                  </a:lnTo>
                  <a:lnTo>
                    <a:pt x="59" y="58"/>
                  </a:lnTo>
                  <a:lnTo>
                    <a:pt x="71" y="46"/>
                  </a:lnTo>
                  <a:lnTo>
                    <a:pt x="88" y="33"/>
                  </a:lnTo>
                  <a:lnTo>
                    <a:pt x="104" y="24"/>
                  </a:lnTo>
                  <a:lnTo>
                    <a:pt x="121" y="15"/>
                  </a:lnTo>
                  <a:lnTo>
                    <a:pt x="139" y="9"/>
                  </a:lnTo>
                  <a:lnTo>
                    <a:pt x="157" y="4"/>
                  </a:lnTo>
                  <a:lnTo>
                    <a:pt x="177" y="2"/>
                  </a:lnTo>
                  <a:lnTo>
                    <a:pt x="197" y="0"/>
                  </a:lnTo>
                  <a:lnTo>
                    <a:pt x="197" y="0"/>
                  </a:lnTo>
                  <a:lnTo>
                    <a:pt x="217" y="2"/>
                  </a:lnTo>
                  <a:lnTo>
                    <a:pt x="238" y="4"/>
                  </a:lnTo>
                  <a:lnTo>
                    <a:pt x="256" y="9"/>
                  </a:lnTo>
                  <a:lnTo>
                    <a:pt x="274" y="15"/>
                  </a:lnTo>
                  <a:lnTo>
                    <a:pt x="290" y="24"/>
                  </a:lnTo>
                  <a:lnTo>
                    <a:pt x="307" y="33"/>
                  </a:lnTo>
                  <a:lnTo>
                    <a:pt x="323" y="46"/>
                  </a:lnTo>
                  <a:lnTo>
                    <a:pt x="336" y="58"/>
                  </a:lnTo>
                  <a:lnTo>
                    <a:pt x="349" y="71"/>
                  </a:lnTo>
                  <a:lnTo>
                    <a:pt x="362" y="88"/>
                  </a:lnTo>
                  <a:lnTo>
                    <a:pt x="371" y="104"/>
                  </a:lnTo>
                  <a:lnTo>
                    <a:pt x="380" y="120"/>
                  </a:lnTo>
                  <a:lnTo>
                    <a:pt x="385" y="139"/>
                  </a:lnTo>
                  <a:lnTo>
                    <a:pt x="391" y="157"/>
                  </a:lnTo>
                  <a:lnTo>
                    <a:pt x="393"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8" name="Freeform 27"/>
            <p:cNvSpPr>
              <a:spLocks/>
            </p:cNvSpPr>
            <p:nvPr/>
          </p:nvSpPr>
          <p:spPr bwMode="auto">
            <a:xfrm>
              <a:off x="1753" y="2609"/>
              <a:ext cx="394" cy="394"/>
            </a:xfrm>
            <a:custGeom>
              <a:avLst/>
              <a:gdLst>
                <a:gd name="T0" fmla="*/ 394 w 394"/>
                <a:gd name="T1" fmla="*/ 197 h 394"/>
                <a:gd name="T2" fmla="*/ 391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6"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6" y="9"/>
                  </a:lnTo>
                  <a:lnTo>
                    <a:pt x="274" y="15"/>
                  </a:lnTo>
                  <a:lnTo>
                    <a:pt x="290" y="24"/>
                  </a:lnTo>
                  <a:lnTo>
                    <a:pt x="307" y="33"/>
                  </a:lnTo>
                  <a:lnTo>
                    <a:pt x="323" y="46"/>
                  </a:lnTo>
                  <a:lnTo>
                    <a:pt x="336" y="59"/>
                  </a:lnTo>
                  <a:lnTo>
                    <a:pt x="349" y="71"/>
                  </a:lnTo>
                  <a:lnTo>
                    <a:pt x="361" y="88"/>
                  </a:lnTo>
                  <a:lnTo>
                    <a:pt x="370" y="104"/>
                  </a:lnTo>
                  <a:lnTo>
                    <a:pt x="380" y="121"/>
                  </a:lnTo>
                  <a:lnTo>
                    <a:pt x="385" y="139"/>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29" name="Freeform 28"/>
            <p:cNvSpPr>
              <a:spLocks/>
            </p:cNvSpPr>
            <p:nvPr/>
          </p:nvSpPr>
          <p:spPr bwMode="auto">
            <a:xfrm>
              <a:off x="702" y="2609"/>
              <a:ext cx="394" cy="394"/>
            </a:xfrm>
            <a:custGeom>
              <a:avLst/>
              <a:gdLst>
                <a:gd name="T0" fmla="*/ 394 w 394"/>
                <a:gd name="T1" fmla="*/ 197 h 394"/>
                <a:gd name="T2" fmla="*/ 390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5"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5" y="9"/>
                  </a:lnTo>
                  <a:lnTo>
                    <a:pt x="274" y="15"/>
                  </a:lnTo>
                  <a:lnTo>
                    <a:pt x="290" y="24"/>
                  </a:lnTo>
                  <a:lnTo>
                    <a:pt x="307" y="33"/>
                  </a:lnTo>
                  <a:lnTo>
                    <a:pt x="323" y="46"/>
                  </a:lnTo>
                  <a:lnTo>
                    <a:pt x="336" y="59"/>
                  </a:lnTo>
                  <a:lnTo>
                    <a:pt x="349" y="71"/>
                  </a:lnTo>
                  <a:lnTo>
                    <a:pt x="361" y="88"/>
                  </a:lnTo>
                  <a:lnTo>
                    <a:pt x="370" y="104"/>
                  </a:lnTo>
                  <a:lnTo>
                    <a:pt x="380"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0" name="Freeform 29"/>
            <p:cNvSpPr>
              <a:spLocks/>
            </p:cNvSpPr>
            <p:nvPr/>
          </p:nvSpPr>
          <p:spPr bwMode="auto">
            <a:xfrm>
              <a:off x="965"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3 w 394"/>
                <a:gd name="T13" fmla="*/ 380 h 395"/>
                <a:gd name="T14" fmla="*/ 237 w 394"/>
                <a:gd name="T15" fmla="*/ 391 h 395"/>
                <a:gd name="T16" fmla="*/ 197 w 394"/>
                <a:gd name="T17" fmla="*/ 395 h 395"/>
                <a:gd name="T18" fmla="*/ 177 w 394"/>
                <a:gd name="T19" fmla="*/ 393 h 395"/>
                <a:gd name="T20" fmla="*/ 138 w 394"/>
                <a:gd name="T21" fmla="*/ 385 h 395"/>
                <a:gd name="T22" fmla="*/ 104 w 394"/>
                <a:gd name="T23" fmla="*/ 371 h 395"/>
                <a:gd name="T24" fmla="*/ 71 w 394"/>
                <a:gd name="T25" fmla="*/ 349 h 395"/>
                <a:gd name="T26" fmla="*/ 45 w 394"/>
                <a:gd name="T27" fmla="*/ 323 h 395"/>
                <a:gd name="T28" fmla="*/ 23 w 394"/>
                <a:gd name="T29" fmla="*/ 291 h 395"/>
                <a:gd name="T30" fmla="*/ 9 w 394"/>
                <a:gd name="T31" fmla="*/ 256 h 395"/>
                <a:gd name="T32" fmla="*/ 2 w 394"/>
                <a:gd name="T33" fmla="*/ 218 h 395"/>
                <a:gd name="T34" fmla="*/ 0 w 394"/>
                <a:gd name="T35" fmla="*/ 198 h 395"/>
                <a:gd name="T36" fmla="*/ 3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3" y="380"/>
                  </a:lnTo>
                  <a:lnTo>
                    <a:pt x="255" y="385"/>
                  </a:lnTo>
                  <a:lnTo>
                    <a:pt x="237" y="391"/>
                  </a:lnTo>
                  <a:lnTo>
                    <a:pt x="217" y="393"/>
                  </a:lnTo>
                  <a:lnTo>
                    <a:pt x="197" y="395"/>
                  </a:lnTo>
                  <a:lnTo>
                    <a:pt x="197" y="395"/>
                  </a:lnTo>
                  <a:lnTo>
                    <a:pt x="177" y="393"/>
                  </a:lnTo>
                  <a:lnTo>
                    <a:pt x="157" y="391"/>
                  </a:lnTo>
                  <a:lnTo>
                    <a:pt x="138" y="385"/>
                  </a:lnTo>
                  <a:lnTo>
                    <a:pt x="120" y="380"/>
                  </a:lnTo>
                  <a:lnTo>
                    <a:pt x="104" y="371"/>
                  </a:lnTo>
                  <a:lnTo>
                    <a:pt x="87" y="362"/>
                  </a:lnTo>
                  <a:lnTo>
                    <a:pt x="71" y="349"/>
                  </a:lnTo>
                  <a:lnTo>
                    <a:pt x="58" y="336"/>
                  </a:lnTo>
                  <a:lnTo>
                    <a:pt x="45" y="323"/>
                  </a:lnTo>
                  <a:lnTo>
                    <a:pt x="33" y="307"/>
                  </a:lnTo>
                  <a:lnTo>
                    <a:pt x="23" y="291"/>
                  </a:lnTo>
                  <a:lnTo>
                    <a:pt x="14" y="274"/>
                  </a:lnTo>
                  <a:lnTo>
                    <a:pt x="9" y="256"/>
                  </a:lnTo>
                  <a:lnTo>
                    <a:pt x="3" y="238"/>
                  </a:lnTo>
                  <a:lnTo>
                    <a:pt x="2" y="218"/>
                  </a:lnTo>
                  <a:lnTo>
                    <a:pt x="0" y="198"/>
                  </a:lnTo>
                  <a:lnTo>
                    <a:pt x="0" y="198"/>
                  </a:lnTo>
                  <a:lnTo>
                    <a:pt x="2" y="177"/>
                  </a:lnTo>
                  <a:lnTo>
                    <a:pt x="3" y="157"/>
                  </a:lnTo>
                  <a:lnTo>
                    <a:pt x="9" y="139"/>
                  </a:lnTo>
                  <a:lnTo>
                    <a:pt x="14" y="121"/>
                  </a:lnTo>
                  <a:lnTo>
                    <a:pt x="23" y="104"/>
                  </a:lnTo>
                  <a:lnTo>
                    <a:pt x="33" y="88"/>
                  </a:lnTo>
                  <a:lnTo>
                    <a:pt x="45" y="72"/>
                  </a:lnTo>
                  <a:lnTo>
                    <a:pt x="58" y="59"/>
                  </a:lnTo>
                  <a:lnTo>
                    <a:pt x="71" y="46"/>
                  </a:lnTo>
                  <a:lnTo>
                    <a:pt x="87" y="33"/>
                  </a:lnTo>
                  <a:lnTo>
                    <a:pt x="104" y="24"/>
                  </a:lnTo>
                  <a:lnTo>
                    <a:pt x="120" y="15"/>
                  </a:lnTo>
                  <a:lnTo>
                    <a:pt x="138" y="10"/>
                  </a:lnTo>
                  <a:lnTo>
                    <a:pt x="157" y="4"/>
                  </a:lnTo>
                  <a:lnTo>
                    <a:pt x="177" y="2"/>
                  </a:lnTo>
                  <a:lnTo>
                    <a:pt x="197" y="0"/>
                  </a:lnTo>
                  <a:lnTo>
                    <a:pt x="197" y="0"/>
                  </a:lnTo>
                  <a:lnTo>
                    <a:pt x="217" y="2"/>
                  </a:lnTo>
                  <a:lnTo>
                    <a:pt x="237" y="4"/>
                  </a:lnTo>
                  <a:lnTo>
                    <a:pt x="255" y="10"/>
                  </a:lnTo>
                  <a:lnTo>
                    <a:pt x="273"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1" name="Freeform 30"/>
            <p:cNvSpPr>
              <a:spLocks/>
            </p:cNvSpPr>
            <p:nvPr/>
          </p:nvSpPr>
          <p:spPr bwMode="auto">
            <a:xfrm>
              <a:off x="2279" y="1690"/>
              <a:ext cx="394" cy="394"/>
            </a:xfrm>
            <a:custGeom>
              <a:avLst/>
              <a:gdLst>
                <a:gd name="T0" fmla="*/ 394 w 394"/>
                <a:gd name="T1" fmla="*/ 197 h 394"/>
                <a:gd name="T2" fmla="*/ 390 w 394"/>
                <a:gd name="T3" fmla="*/ 237 h 394"/>
                <a:gd name="T4" fmla="*/ 379 w 394"/>
                <a:gd name="T5" fmla="*/ 273 h 394"/>
                <a:gd name="T6" fmla="*/ 361 w 394"/>
                <a:gd name="T7" fmla="*/ 306 h 394"/>
                <a:gd name="T8" fmla="*/ 335 w 394"/>
                <a:gd name="T9" fmla="*/ 335 h 394"/>
                <a:gd name="T10" fmla="*/ 306 w 394"/>
                <a:gd name="T11" fmla="*/ 361 h 394"/>
                <a:gd name="T12" fmla="*/ 273 w 394"/>
                <a:gd name="T13" fmla="*/ 379 h 394"/>
                <a:gd name="T14" fmla="*/ 237 w 394"/>
                <a:gd name="T15" fmla="*/ 390 h 394"/>
                <a:gd name="T16" fmla="*/ 197 w 394"/>
                <a:gd name="T17" fmla="*/ 394 h 394"/>
                <a:gd name="T18" fmla="*/ 177 w 394"/>
                <a:gd name="T19" fmla="*/ 392 h 394"/>
                <a:gd name="T20" fmla="*/ 138 w 394"/>
                <a:gd name="T21" fmla="*/ 385 h 394"/>
                <a:gd name="T22" fmla="*/ 104 w 394"/>
                <a:gd name="T23" fmla="*/ 370 h 394"/>
                <a:gd name="T24" fmla="*/ 71 w 394"/>
                <a:gd name="T25" fmla="*/ 348 h 394"/>
                <a:gd name="T26" fmla="*/ 45 w 394"/>
                <a:gd name="T27" fmla="*/ 323 h 394"/>
                <a:gd name="T28" fmla="*/ 23 w 394"/>
                <a:gd name="T29" fmla="*/ 290 h 394"/>
                <a:gd name="T30" fmla="*/ 9 w 394"/>
                <a:gd name="T31" fmla="*/ 255 h 394"/>
                <a:gd name="T32" fmla="*/ 1 w 394"/>
                <a:gd name="T33" fmla="*/ 217 h 394"/>
                <a:gd name="T34" fmla="*/ 0 w 394"/>
                <a:gd name="T35" fmla="*/ 197 h 394"/>
                <a:gd name="T36" fmla="*/ 3 w 394"/>
                <a:gd name="T37" fmla="*/ 157 h 394"/>
                <a:gd name="T38" fmla="*/ 14 w 394"/>
                <a:gd name="T39" fmla="*/ 120 h 394"/>
                <a:gd name="T40" fmla="*/ 32 w 394"/>
                <a:gd name="T41" fmla="*/ 87 h 394"/>
                <a:gd name="T42" fmla="*/ 58 w 394"/>
                <a:gd name="T43" fmla="*/ 58 h 394"/>
                <a:gd name="T44" fmla="*/ 87 w 394"/>
                <a:gd name="T45" fmla="*/ 33 h 394"/>
                <a:gd name="T46" fmla="*/ 120 w 394"/>
                <a:gd name="T47" fmla="*/ 14 h 394"/>
                <a:gd name="T48" fmla="*/ 156 w 394"/>
                <a:gd name="T49" fmla="*/ 3 h 394"/>
                <a:gd name="T50" fmla="*/ 197 w 394"/>
                <a:gd name="T51" fmla="*/ 0 h 394"/>
                <a:gd name="T52" fmla="*/ 217 w 394"/>
                <a:gd name="T53" fmla="*/ 2 h 394"/>
                <a:gd name="T54" fmla="*/ 255 w 394"/>
                <a:gd name="T55" fmla="*/ 9 h 394"/>
                <a:gd name="T56" fmla="*/ 290 w 394"/>
                <a:gd name="T57" fmla="*/ 23 h 394"/>
                <a:gd name="T58" fmla="*/ 323 w 394"/>
                <a:gd name="T59" fmla="*/ 45 h 394"/>
                <a:gd name="T60" fmla="*/ 348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5"/>
                  </a:lnTo>
                  <a:lnTo>
                    <a:pt x="379" y="273"/>
                  </a:lnTo>
                  <a:lnTo>
                    <a:pt x="370" y="290"/>
                  </a:lnTo>
                  <a:lnTo>
                    <a:pt x="361" y="306"/>
                  </a:lnTo>
                  <a:lnTo>
                    <a:pt x="348" y="323"/>
                  </a:lnTo>
                  <a:lnTo>
                    <a:pt x="335" y="335"/>
                  </a:lnTo>
                  <a:lnTo>
                    <a:pt x="323" y="348"/>
                  </a:lnTo>
                  <a:lnTo>
                    <a:pt x="306" y="361"/>
                  </a:lnTo>
                  <a:lnTo>
                    <a:pt x="290" y="370"/>
                  </a:lnTo>
                  <a:lnTo>
                    <a:pt x="273" y="379"/>
                  </a:lnTo>
                  <a:lnTo>
                    <a:pt x="255" y="385"/>
                  </a:lnTo>
                  <a:lnTo>
                    <a:pt x="237" y="390"/>
                  </a:lnTo>
                  <a:lnTo>
                    <a:pt x="217" y="392"/>
                  </a:lnTo>
                  <a:lnTo>
                    <a:pt x="197" y="394"/>
                  </a:lnTo>
                  <a:lnTo>
                    <a:pt x="197" y="394"/>
                  </a:lnTo>
                  <a:lnTo>
                    <a:pt x="177" y="392"/>
                  </a:lnTo>
                  <a:lnTo>
                    <a:pt x="156" y="390"/>
                  </a:lnTo>
                  <a:lnTo>
                    <a:pt x="138" y="385"/>
                  </a:lnTo>
                  <a:lnTo>
                    <a:pt x="120" y="379"/>
                  </a:lnTo>
                  <a:lnTo>
                    <a:pt x="104" y="370"/>
                  </a:lnTo>
                  <a:lnTo>
                    <a:pt x="87" y="361"/>
                  </a:lnTo>
                  <a:lnTo>
                    <a:pt x="71" y="348"/>
                  </a:lnTo>
                  <a:lnTo>
                    <a:pt x="58" y="335"/>
                  </a:lnTo>
                  <a:lnTo>
                    <a:pt x="45" y="323"/>
                  </a:lnTo>
                  <a:lnTo>
                    <a:pt x="32" y="306"/>
                  </a:lnTo>
                  <a:lnTo>
                    <a:pt x="23" y="290"/>
                  </a:lnTo>
                  <a:lnTo>
                    <a:pt x="14" y="273"/>
                  </a:lnTo>
                  <a:lnTo>
                    <a:pt x="9" y="255"/>
                  </a:lnTo>
                  <a:lnTo>
                    <a:pt x="3" y="237"/>
                  </a:lnTo>
                  <a:lnTo>
                    <a:pt x="1" y="217"/>
                  </a:lnTo>
                  <a:lnTo>
                    <a:pt x="0" y="197"/>
                  </a:lnTo>
                  <a:lnTo>
                    <a:pt x="0" y="197"/>
                  </a:lnTo>
                  <a:lnTo>
                    <a:pt x="1" y="177"/>
                  </a:lnTo>
                  <a:lnTo>
                    <a:pt x="3" y="157"/>
                  </a:lnTo>
                  <a:lnTo>
                    <a:pt x="9" y="138"/>
                  </a:lnTo>
                  <a:lnTo>
                    <a:pt x="14" y="120"/>
                  </a:lnTo>
                  <a:lnTo>
                    <a:pt x="23" y="104"/>
                  </a:lnTo>
                  <a:lnTo>
                    <a:pt x="32" y="87"/>
                  </a:lnTo>
                  <a:lnTo>
                    <a:pt x="45" y="71"/>
                  </a:lnTo>
                  <a:lnTo>
                    <a:pt x="58" y="58"/>
                  </a:lnTo>
                  <a:lnTo>
                    <a:pt x="71" y="45"/>
                  </a:lnTo>
                  <a:lnTo>
                    <a:pt x="87" y="33"/>
                  </a:lnTo>
                  <a:lnTo>
                    <a:pt x="104" y="23"/>
                  </a:lnTo>
                  <a:lnTo>
                    <a:pt x="120" y="14"/>
                  </a:lnTo>
                  <a:lnTo>
                    <a:pt x="138" y="9"/>
                  </a:lnTo>
                  <a:lnTo>
                    <a:pt x="156" y="3"/>
                  </a:lnTo>
                  <a:lnTo>
                    <a:pt x="177" y="2"/>
                  </a:lnTo>
                  <a:lnTo>
                    <a:pt x="197" y="0"/>
                  </a:lnTo>
                  <a:lnTo>
                    <a:pt x="197" y="0"/>
                  </a:lnTo>
                  <a:lnTo>
                    <a:pt x="217" y="2"/>
                  </a:lnTo>
                  <a:lnTo>
                    <a:pt x="237" y="3"/>
                  </a:lnTo>
                  <a:lnTo>
                    <a:pt x="255" y="9"/>
                  </a:lnTo>
                  <a:lnTo>
                    <a:pt x="273" y="14"/>
                  </a:lnTo>
                  <a:lnTo>
                    <a:pt x="290" y="23"/>
                  </a:lnTo>
                  <a:lnTo>
                    <a:pt x="306" y="33"/>
                  </a:lnTo>
                  <a:lnTo>
                    <a:pt x="323" y="45"/>
                  </a:lnTo>
                  <a:lnTo>
                    <a:pt x="335" y="58"/>
                  </a:lnTo>
                  <a:lnTo>
                    <a:pt x="348" y="71"/>
                  </a:lnTo>
                  <a:lnTo>
                    <a:pt x="361" y="87"/>
                  </a:lnTo>
                  <a:lnTo>
                    <a:pt x="370" y="104"/>
                  </a:lnTo>
                  <a:lnTo>
                    <a:pt x="379" y="120"/>
                  </a:lnTo>
                  <a:lnTo>
                    <a:pt x="385" y="138"/>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32" name="Freeform 31"/>
            <p:cNvSpPr>
              <a:spLocks/>
            </p:cNvSpPr>
            <p:nvPr/>
          </p:nvSpPr>
          <p:spPr bwMode="auto">
            <a:xfrm>
              <a:off x="2279" y="2609"/>
              <a:ext cx="394" cy="394"/>
            </a:xfrm>
            <a:custGeom>
              <a:avLst/>
              <a:gdLst>
                <a:gd name="T0" fmla="*/ 394 w 394"/>
                <a:gd name="T1" fmla="*/ 197 h 394"/>
                <a:gd name="T2" fmla="*/ 390 w 394"/>
                <a:gd name="T3" fmla="*/ 237 h 394"/>
                <a:gd name="T4" fmla="*/ 379 w 394"/>
                <a:gd name="T5" fmla="*/ 274 h 394"/>
                <a:gd name="T6" fmla="*/ 361 w 394"/>
                <a:gd name="T7" fmla="*/ 307 h 394"/>
                <a:gd name="T8" fmla="*/ 335 w 394"/>
                <a:gd name="T9" fmla="*/ 336 h 394"/>
                <a:gd name="T10" fmla="*/ 306 w 394"/>
                <a:gd name="T11" fmla="*/ 361 h 394"/>
                <a:gd name="T12" fmla="*/ 273 w 394"/>
                <a:gd name="T13" fmla="*/ 380 h 394"/>
                <a:gd name="T14" fmla="*/ 237 w 394"/>
                <a:gd name="T15" fmla="*/ 391 h 394"/>
                <a:gd name="T16" fmla="*/ 197 w 394"/>
                <a:gd name="T17" fmla="*/ 394 h 394"/>
                <a:gd name="T18" fmla="*/ 177 w 394"/>
                <a:gd name="T19" fmla="*/ 392 h 394"/>
                <a:gd name="T20" fmla="*/ 138 w 394"/>
                <a:gd name="T21" fmla="*/ 385 h 394"/>
                <a:gd name="T22" fmla="*/ 104 w 394"/>
                <a:gd name="T23" fmla="*/ 371 h 394"/>
                <a:gd name="T24" fmla="*/ 71 w 394"/>
                <a:gd name="T25" fmla="*/ 349 h 394"/>
                <a:gd name="T26" fmla="*/ 45 w 394"/>
                <a:gd name="T27" fmla="*/ 323 h 394"/>
                <a:gd name="T28" fmla="*/ 23 w 394"/>
                <a:gd name="T29" fmla="*/ 290 h 394"/>
                <a:gd name="T30" fmla="*/ 9 w 394"/>
                <a:gd name="T31" fmla="*/ 256 h 394"/>
                <a:gd name="T32" fmla="*/ 1 w 394"/>
                <a:gd name="T33" fmla="*/ 217 h 394"/>
                <a:gd name="T34" fmla="*/ 0 w 394"/>
                <a:gd name="T35" fmla="*/ 197 h 394"/>
                <a:gd name="T36" fmla="*/ 3 w 394"/>
                <a:gd name="T37" fmla="*/ 157 h 394"/>
                <a:gd name="T38" fmla="*/ 14 w 394"/>
                <a:gd name="T39" fmla="*/ 121 h 394"/>
                <a:gd name="T40" fmla="*/ 32 w 394"/>
                <a:gd name="T41" fmla="*/ 88 h 394"/>
                <a:gd name="T42" fmla="*/ 58 w 394"/>
                <a:gd name="T43" fmla="*/ 59 h 394"/>
                <a:gd name="T44" fmla="*/ 87 w 394"/>
                <a:gd name="T45" fmla="*/ 33 h 394"/>
                <a:gd name="T46" fmla="*/ 120 w 394"/>
                <a:gd name="T47" fmla="*/ 15 h 394"/>
                <a:gd name="T48" fmla="*/ 156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79" y="274"/>
                  </a:lnTo>
                  <a:lnTo>
                    <a:pt x="370" y="290"/>
                  </a:lnTo>
                  <a:lnTo>
                    <a:pt x="361" y="307"/>
                  </a:lnTo>
                  <a:lnTo>
                    <a:pt x="348" y="323"/>
                  </a:lnTo>
                  <a:lnTo>
                    <a:pt x="335" y="336"/>
                  </a:lnTo>
                  <a:lnTo>
                    <a:pt x="323" y="349"/>
                  </a:lnTo>
                  <a:lnTo>
                    <a:pt x="306" y="361"/>
                  </a:lnTo>
                  <a:lnTo>
                    <a:pt x="290" y="371"/>
                  </a:lnTo>
                  <a:lnTo>
                    <a:pt x="273" y="380"/>
                  </a:lnTo>
                  <a:lnTo>
                    <a:pt x="255" y="385"/>
                  </a:lnTo>
                  <a:lnTo>
                    <a:pt x="237" y="391"/>
                  </a:lnTo>
                  <a:lnTo>
                    <a:pt x="217" y="392"/>
                  </a:lnTo>
                  <a:lnTo>
                    <a:pt x="197" y="394"/>
                  </a:lnTo>
                  <a:lnTo>
                    <a:pt x="197" y="394"/>
                  </a:lnTo>
                  <a:lnTo>
                    <a:pt x="177" y="392"/>
                  </a:lnTo>
                  <a:lnTo>
                    <a:pt x="156" y="391"/>
                  </a:lnTo>
                  <a:lnTo>
                    <a:pt x="138" y="385"/>
                  </a:lnTo>
                  <a:lnTo>
                    <a:pt x="120" y="380"/>
                  </a:lnTo>
                  <a:lnTo>
                    <a:pt x="104" y="371"/>
                  </a:lnTo>
                  <a:lnTo>
                    <a:pt x="87" y="361"/>
                  </a:lnTo>
                  <a:lnTo>
                    <a:pt x="71" y="349"/>
                  </a:lnTo>
                  <a:lnTo>
                    <a:pt x="58" y="336"/>
                  </a:lnTo>
                  <a:lnTo>
                    <a:pt x="45" y="323"/>
                  </a:lnTo>
                  <a:lnTo>
                    <a:pt x="32" y="307"/>
                  </a:lnTo>
                  <a:lnTo>
                    <a:pt x="23" y="290"/>
                  </a:lnTo>
                  <a:lnTo>
                    <a:pt x="14" y="274"/>
                  </a:lnTo>
                  <a:lnTo>
                    <a:pt x="9" y="256"/>
                  </a:lnTo>
                  <a:lnTo>
                    <a:pt x="3" y="237"/>
                  </a:lnTo>
                  <a:lnTo>
                    <a:pt x="1" y="217"/>
                  </a:lnTo>
                  <a:lnTo>
                    <a:pt x="0" y="197"/>
                  </a:lnTo>
                  <a:lnTo>
                    <a:pt x="0" y="197"/>
                  </a:lnTo>
                  <a:lnTo>
                    <a:pt x="1" y="177"/>
                  </a:lnTo>
                  <a:lnTo>
                    <a:pt x="3" y="157"/>
                  </a:lnTo>
                  <a:lnTo>
                    <a:pt x="9" y="139"/>
                  </a:lnTo>
                  <a:lnTo>
                    <a:pt x="14" y="121"/>
                  </a:lnTo>
                  <a:lnTo>
                    <a:pt x="23" y="104"/>
                  </a:lnTo>
                  <a:lnTo>
                    <a:pt x="32" y="88"/>
                  </a:lnTo>
                  <a:lnTo>
                    <a:pt x="45" y="71"/>
                  </a:lnTo>
                  <a:lnTo>
                    <a:pt x="58" y="59"/>
                  </a:lnTo>
                  <a:lnTo>
                    <a:pt x="71" y="46"/>
                  </a:lnTo>
                  <a:lnTo>
                    <a:pt x="87" y="33"/>
                  </a:lnTo>
                  <a:lnTo>
                    <a:pt x="104" y="24"/>
                  </a:lnTo>
                  <a:lnTo>
                    <a:pt x="120" y="15"/>
                  </a:lnTo>
                  <a:lnTo>
                    <a:pt x="138" y="9"/>
                  </a:lnTo>
                  <a:lnTo>
                    <a:pt x="156" y="4"/>
                  </a:lnTo>
                  <a:lnTo>
                    <a:pt x="177" y="2"/>
                  </a:lnTo>
                  <a:lnTo>
                    <a:pt x="197" y="0"/>
                  </a:lnTo>
                  <a:lnTo>
                    <a:pt x="197" y="0"/>
                  </a:lnTo>
                  <a:lnTo>
                    <a:pt x="217" y="2"/>
                  </a:lnTo>
                  <a:lnTo>
                    <a:pt x="237" y="4"/>
                  </a:lnTo>
                  <a:lnTo>
                    <a:pt x="255" y="9"/>
                  </a:lnTo>
                  <a:lnTo>
                    <a:pt x="273" y="15"/>
                  </a:lnTo>
                  <a:lnTo>
                    <a:pt x="290" y="24"/>
                  </a:lnTo>
                  <a:lnTo>
                    <a:pt x="306" y="33"/>
                  </a:lnTo>
                  <a:lnTo>
                    <a:pt x="323" y="46"/>
                  </a:lnTo>
                  <a:lnTo>
                    <a:pt x="335" y="59"/>
                  </a:lnTo>
                  <a:lnTo>
                    <a:pt x="348" y="71"/>
                  </a:lnTo>
                  <a:lnTo>
                    <a:pt x="361" y="88"/>
                  </a:lnTo>
                  <a:lnTo>
                    <a:pt x="370" y="104"/>
                  </a:lnTo>
                  <a:lnTo>
                    <a:pt x="379"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33" name="Group 32"/>
            <p:cNvGrpSpPr>
              <a:grpSpLocks/>
            </p:cNvGrpSpPr>
            <p:nvPr/>
          </p:nvGrpSpPr>
          <p:grpSpPr bwMode="auto">
            <a:xfrm>
              <a:off x="2541" y="2052"/>
              <a:ext cx="1108" cy="588"/>
              <a:chOff x="2541" y="2052"/>
              <a:chExt cx="1108" cy="588"/>
            </a:xfrm>
            <a:grpFill/>
          </p:grpSpPr>
          <p:sp>
            <p:nvSpPr>
              <p:cNvPr id="39" name="Rectangle 33"/>
              <p:cNvSpPr>
                <a:spLocks noChangeArrowheads="1"/>
              </p:cNvSpPr>
              <p:nvPr/>
            </p:nvSpPr>
            <p:spPr bwMode="auto">
              <a:xfrm>
                <a:off x="2738" y="2274"/>
                <a:ext cx="526"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0" name="Freeform 34"/>
              <p:cNvSpPr>
                <a:spLocks/>
              </p:cNvSpPr>
              <p:nvPr/>
            </p:nvSpPr>
            <p:spPr bwMode="auto">
              <a:xfrm>
                <a:off x="254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2" name="Freeform 36"/>
              <p:cNvSpPr>
                <a:spLocks/>
              </p:cNvSpPr>
              <p:nvPr/>
            </p:nvSpPr>
            <p:spPr bwMode="auto">
              <a:xfrm>
                <a:off x="3061" y="2052"/>
                <a:ext cx="588" cy="588"/>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4 w 394"/>
                  <a:gd name="T13" fmla="*/ 380 h 395"/>
                  <a:gd name="T14" fmla="*/ 237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5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4" y="380"/>
                    </a:lnTo>
                    <a:lnTo>
                      <a:pt x="255" y="385"/>
                    </a:lnTo>
                    <a:lnTo>
                      <a:pt x="237" y="391"/>
                    </a:lnTo>
                    <a:lnTo>
                      <a:pt x="217" y="393"/>
                    </a:lnTo>
                    <a:lnTo>
                      <a:pt x="197" y="395"/>
                    </a:lnTo>
                    <a:lnTo>
                      <a:pt x="197" y="395"/>
                    </a:lnTo>
                    <a:lnTo>
                      <a:pt x="177" y="393"/>
                    </a:lnTo>
                    <a:lnTo>
                      <a:pt x="157" y="391"/>
                    </a:lnTo>
                    <a:lnTo>
                      <a:pt x="139" y="385"/>
                    </a:lnTo>
                    <a:lnTo>
                      <a:pt x="120" y="380"/>
                    </a:lnTo>
                    <a:lnTo>
                      <a:pt x="104" y="371"/>
                    </a:lnTo>
                    <a:lnTo>
                      <a:pt x="87" y="362"/>
                    </a:lnTo>
                    <a:lnTo>
                      <a:pt x="71" y="349"/>
                    </a:lnTo>
                    <a:lnTo>
                      <a:pt x="58" y="336"/>
                    </a:lnTo>
                    <a:lnTo>
                      <a:pt x="45" y="323"/>
                    </a:lnTo>
                    <a:lnTo>
                      <a:pt x="33" y="307"/>
                    </a:lnTo>
                    <a:lnTo>
                      <a:pt x="24" y="291"/>
                    </a:lnTo>
                    <a:lnTo>
                      <a:pt x="14" y="274"/>
                    </a:lnTo>
                    <a:lnTo>
                      <a:pt x="9" y="256"/>
                    </a:lnTo>
                    <a:lnTo>
                      <a:pt x="4" y="238"/>
                    </a:lnTo>
                    <a:lnTo>
                      <a:pt x="2" y="218"/>
                    </a:lnTo>
                    <a:lnTo>
                      <a:pt x="0" y="198"/>
                    </a:lnTo>
                    <a:lnTo>
                      <a:pt x="0" y="198"/>
                    </a:lnTo>
                    <a:lnTo>
                      <a:pt x="2" y="177"/>
                    </a:lnTo>
                    <a:lnTo>
                      <a:pt x="4" y="157"/>
                    </a:lnTo>
                    <a:lnTo>
                      <a:pt x="9" y="139"/>
                    </a:lnTo>
                    <a:lnTo>
                      <a:pt x="14" y="121"/>
                    </a:lnTo>
                    <a:lnTo>
                      <a:pt x="24" y="104"/>
                    </a:lnTo>
                    <a:lnTo>
                      <a:pt x="33" y="88"/>
                    </a:lnTo>
                    <a:lnTo>
                      <a:pt x="45" y="72"/>
                    </a:lnTo>
                    <a:lnTo>
                      <a:pt x="58" y="59"/>
                    </a:lnTo>
                    <a:lnTo>
                      <a:pt x="71" y="46"/>
                    </a:lnTo>
                    <a:lnTo>
                      <a:pt x="87" y="33"/>
                    </a:lnTo>
                    <a:lnTo>
                      <a:pt x="104" y="24"/>
                    </a:lnTo>
                    <a:lnTo>
                      <a:pt x="120" y="15"/>
                    </a:lnTo>
                    <a:lnTo>
                      <a:pt x="139" y="10"/>
                    </a:lnTo>
                    <a:lnTo>
                      <a:pt x="157" y="4"/>
                    </a:lnTo>
                    <a:lnTo>
                      <a:pt x="177" y="2"/>
                    </a:lnTo>
                    <a:lnTo>
                      <a:pt x="197" y="0"/>
                    </a:lnTo>
                    <a:lnTo>
                      <a:pt x="197" y="0"/>
                    </a:lnTo>
                    <a:lnTo>
                      <a:pt x="217" y="2"/>
                    </a:lnTo>
                    <a:lnTo>
                      <a:pt x="237" y="4"/>
                    </a:lnTo>
                    <a:lnTo>
                      <a:pt x="255" y="10"/>
                    </a:lnTo>
                    <a:lnTo>
                      <a:pt x="274"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nvGrpSpPr>
            <p:cNvPr id="34" name="Group 40"/>
            <p:cNvGrpSpPr>
              <a:grpSpLocks/>
            </p:cNvGrpSpPr>
            <p:nvPr/>
          </p:nvGrpSpPr>
          <p:grpSpPr bwMode="auto">
            <a:xfrm>
              <a:off x="1447" y="2106"/>
              <a:ext cx="480" cy="480"/>
              <a:chOff x="1581" y="2149"/>
              <a:chExt cx="394" cy="395"/>
            </a:xfrm>
            <a:grpFill/>
          </p:grpSpPr>
          <p:sp>
            <p:nvSpPr>
              <p:cNvPr id="35" name="Freeform 41"/>
              <p:cNvSpPr>
                <a:spLocks/>
              </p:cNvSpPr>
              <p:nvPr/>
            </p:nvSpPr>
            <p:spPr bwMode="auto">
              <a:xfrm>
                <a:off x="1581" y="2149"/>
                <a:ext cx="394" cy="395"/>
              </a:xfrm>
              <a:prstGeom prst="ellipse">
                <a:avLst/>
              </a:pr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wrap="none" anchor="ctr"/>
              <a:lstStyle/>
              <a:p>
                <a:pPr latinLnBrk="1"/>
                <a:endParaRPr kumimoji="1" lang="zh-CN" altLang="en-US">
                  <a:latin typeface="굴림" charset="-127"/>
                  <a:ea typeface="굴림" charset="-127"/>
                </a:endParaRPr>
              </a:p>
            </p:txBody>
          </p:sp>
          <p:sp>
            <p:nvSpPr>
              <p:cNvPr id="37" name="Freeform 43"/>
              <p:cNvSpPr>
                <a:spLocks/>
              </p:cNvSpPr>
              <p:nvPr/>
            </p:nvSpPr>
            <p:spPr bwMode="auto">
              <a:xfrm>
                <a:off x="1619" y="2169"/>
                <a:ext cx="317" cy="104"/>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nvGrpSpPr>
          <p:cNvPr id="46" name="Group 45"/>
          <p:cNvGrpSpPr>
            <a:grpSpLocks/>
          </p:cNvGrpSpPr>
          <p:nvPr/>
        </p:nvGrpSpPr>
        <p:grpSpPr bwMode="auto">
          <a:xfrm>
            <a:off x="4524125" y="1724159"/>
            <a:ext cx="751402" cy="834453"/>
            <a:chOff x="3963" y="1690"/>
            <a:chExt cx="1182" cy="1313"/>
          </a:xfrm>
          <a:solidFill>
            <a:schemeClr val="accent2"/>
          </a:solidFill>
        </p:grpSpPr>
        <p:sp>
          <p:nvSpPr>
            <p:cNvPr id="47" name="Rectangle 46"/>
            <p:cNvSpPr>
              <a:spLocks noChangeArrowheads="1"/>
            </p:cNvSpPr>
            <p:nvPr/>
          </p:nvSpPr>
          <p:spPr bwMode="auto">
            <a:xfrm rot="-3600000">
              <a:off x="4554" y="2055"/>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8" name="Rectangle 47"/>
            <p:cNvSpPr>
              <a:spLocks noChangeArrowheads="1"/>
            </p:cNvSpPr>
            <p:nvPr/>
          </p:nvSpPr>
          <p:spPr bwMode="auto">
            <a:xfrm rot="3600000">
              <a:off x="4554" y="2509"/>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49" name="Rectangle 48"/>
            <p:cNvSpPr>
              <a:spLocks noChangeArrowheads="1"/>
            </p:cNvSpPr>
            <p:nvPr/>
          </p:nvSpPr>
          <p:spPr bwMode="auto">
            <a:xfrm>
              <a:off x="4160" y="2274"/>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0" name="Freeform 49"/>
            <p:cNvSpPr>
              <a:spLocks/>
            </p:cNvSpPr>
            <p:nvPr/>
          </p:nvSpPr>
          <p:spPr bwMode="auto">
            <a:xfrm>
              <a:off x="4751" y="1690"/>
              <a:ext cx="394" cy="394"/>
            </a:xfrm>
            <a:custGeom>
              <a:avLst/>
              <a:gdLst>
                <a:gd name="T0" fmla="*/ 394 w 394"/>
                <a:gd name="T1" fmla="*/ 197 h 394"/>
                <a:gd name="T2" fmla="*/ 391 w 394"/>
                <a:gd name="T3" fmla="*/ 237 h 394"/>
                <a:gd name="T4" fmla="*/ 380 w 394"/>
                <a:gd name="T5" fmla="*/ 273 h 394"/>
                <a:gd name="T6" fmla="*/ 361 w 394"/>
                <a:gd name="T7" fmla="*/ 306 h 394"/>
                <a:gd name="T8" fmla="*/ 336 w 394"/>
                <a:gd name="T9" fmla="*/ 335 h 394"/>
                <a:gd name="T10" fmla="*/ 307 w 394"/>
                <a:gd name="T11" fmla="*/ 361 h 394"/>
                <a:gd name="T12" fmla="*/ 274 w 394"/>
                <a:gd name="T13" fmla="*/ 379 h 394"/>
                <a:gd name="T14" fmla="*/ 237 w 394"/>
                <a:gd name="T15" fmla="*/ 390 h 394"/>
                <a:gd name="T16" fmla="*/ 197 w 394"/>
                <a:gd name="T17" fmla="*/ 394 h 394"/>
                <a:gd name="T18" fmla="*/ 177 w 394"/>
                <a:gd name="T19" fmla="*/ 392 h 394"/>
                <a:gd name="T20" fmla="*/ 139 w 394"/>
                <a:gd name="T21" fmla="*/ 385 h 394"/>
                <a:gd name="T22" fmla="*/ 104 w 394"/>
                <a:gd name="T23" fmla="*/ 370 h 394"/>
                <a:gd name="T24" fmla="*/ 71 w 394"/>
                <a:gd name="T25" fmla="*/ 348 h 394"/>
                <a:gd name="T26" fmla="*/ 46 w 394"/>
                <a:gd name="T27" fmla="*/ 323 h 394"/>
                <a:gd name="T28" fmla="*/ 24 w 394"/>
                <a:gd name="T29" fmla="*/ 290 h 394"/>
                <a:gd name="T30" fmla="*/ 9 w 394"/>
                <a:gd name="T31" fmla="*/ 255 h 394"/>
                <a:gd name="T32" fmla="*/ 2 w 394"/>
                <a:gd name="T33" fmla="*/ 217 h 394"/>
                <a:gd name="T34" fmla="*/ 0 w 394"/>
                <a:gd name="T35" fmla="*/ 197 h 394"/>
                <a:gd name="T36" fmla="*/ 4 w 394"/>
                <a:gd name="T37" fmla="*/ 157 h 394"/>
                <a:gd name="T38" fmla="*/ 15 w 394"/>
                <a:gd name="T39" fmla="*/ 120 h 394"/>
                <a:gd name="T40" fmla="*/ 33 w 394"/>
                <a:gd name="T41" fmla="*/ 87 h 394"/>
                <a:gd name="T42" fmla="*/ 58 w 394"/>
                <a:gd name="T43" fmla="*/ 58 h 394"/>
                <a:gd name="T44" fmla="*/ 88 w 394"/>
                <a:gd name="T45" fmla="*/ 33 h 394"/>
                <a:gd name="T46" fmla="*/ 120 w 394"/>
                <a:gd name="T47" fmla="*/ 14 h 394"/>
                <a:gd name="T48" fmla="*/ 157 w 394"/>
                <a:gd name="T49" fmla="*/ 3 h 394"/>
                <a:gd name="T50" fmla="*/ 197 w 394"/>
                <a:gd name="T51" fmla="*/ 0 h 394"/>
                <a:gd name="T52" fmla="*/ 217 w 394"/>
                <a:gd name="T53" fmla="*/ 2 h 394"/>
                <a:gd name="T54" fmla="*/ 256 w 394"/>
                <a:gd name="T55" fmla="*/ 9 h 394"/>
                <a:gd name="T56" fmla="*/ 290 w 394"/>
                <a:gd name="T57" fmla="*/ 23 h 394"/>
                <a:gd name="T58" fmla="*/ 323 w 394"/>
                <a:gd name="T59" fmla="*/ 45 h 394"/>
                <a:gd name="T60" fmla="*/ 349 w 394"/>
                <a:gd name="T61" fmla="*/ 71 h 394"/>
                <a:gd name="T62" fmla="*/ 370 w 394"/>
                <a:gd name="T63" fmla="*/ 104 h 394"/>
                <a:gd name="T64" fmla="*/ 385 w 394"/>
                <a:gd name="T65" fmla="*/ 138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5"/>
                  </a:lnTo>
                  <a:lnTo>
                    <a:pt x="380" y="273"/>
                  </a:lnTo>
                  <a:lnTo>
                    <a:pt x="370" y="290"/>
                  </a:lnTo>
                  <a:lnTo>
                    <a:pt x="361" y="306"/>
                  </a:lnTo>
                  <a:lnTo>
                    <a:pt x="349" y="323"/>
                  </a:lnTo>
                  <a:lnTo>
                    <a:pt x="336" y="335"/>
                  </a:lnTo>
                  <a:lnTo>
                    <a:pt x="323" y="348"/>
                  </a:lnTo>
                  <a:lnTo>
                    <a:pt x="307" y="361"/>
                  </a:lnTo>
                  <a:lnTo>
                    <a:pt x="290" y="370"/>
                  </a:lnTo>
                  <a:lnTo>
                    <a:pt x="274" y="379"/>
                  </a:lnTo>
                  <a:lnTo>
                    <a:pt x="256" y="385"/>
                  </a:lnTo>
                  <a:lnTo>
                    <a:pt x="237" y="390"/>
                  </a:lnTo>
                  <a:lnTo>
                    <a:pt x="217" y="392"/>
                  </a:lnTo>
                  <a:lnTo>
                    <a:pt x="197" y="394"/>
                  </a:lnTo>
                  <a:lnTo>
                    <a:pt x="197" y="394"/>
                  </a:lnTo>
                  <a:lnTo>
                    <a:pt x="177" y="392"/>
                  </a:lnTo>
                  <a:lnTo>
                    <a:pt x="157" y="390"/>
                  </a:lnTo>
                  <a:lnTo>
                    <a:pt x="139" y="385"/>
                  </a:lnTo>
                  <a:lnTo>
                    <a:pt x="120" y="379"/>
                  </a:lnTo>
                  <a:lnTo>
                    <a:pt x="104" y="370"/>
                  </a:lnTo>
                  <a:lnTo>
                    <a:pt x="88" y="361"/>
                  </a:lnTo>
                  <a:lnTo>
                    <a:pt x="71" y="348"/>
                  </a:lnTo>
                  <a:lnTo>
                    <a:pt x="58" y="335"/>
                  </a:lnTo>
                  <a:lnTo>
                    <a:pt x="46" y="323"/>
                  </a:lnTo>
                  <a:lnTo>
                    <a:pt x="33" y="306"/>
                  </a:lnTo>
                  <a:lnTo>
                    <a:pt x="24" y="290"/>
                  </a:lnTo>
                  <a:lnTo>
                    <a:pt x="15" y="273"/>
                  </a:lnTo>
                  <a:lnTo>
                    <a:pt x="9" y="255"/>
                  </a:lnTo>
                  <a:lnTo>
                    <a:pt x="4" y="237"/>
                  </a:lnTo>
                  <a:lnTo>
                    <a:pt x="2" y="217"/>
                  </a:lnTo>
                  <a:lnTo>
                    <a:pt x="0" y="197"/>
                  </a:lnTo>
                  <a:lnTo>
                    <a:pt x="0" y="197"/>
                  </a:lnTo>
                  <a:lnTo>
                    <a:pt x="2" y="177"/>
                  </a:lnTo>
                  <a:lnTo>
                    <a:pt x="4" y="157"/>
                  </a:lnTo>
                  <a:lnTo>
                    <a:pt x="9" y="138"/>
                  </a:lnTo>
                  <a:lnTo>
                    <a:pt x="15" y="120"/>
                  </a:lnTo>
                  <a:lnTo>
                    <a:pt x="24" y="104"/>
                  </a:lnTo>
                  <a:lnTo>
                    <a:pt x="33" y="87"/>
                  </a:lnTo>
                  <a:lnTo>
                    <a:pt x="46" y="71"/>
                  </a:lnTo>
                  <a:lnTo>
                    <a:pt x="58" y="58"/>
                  </a:lnTo>
                  <a:lnTo>
                    <a:pt x="71" y="45"/>
                  </a:lnTo>
                  <a:lnTo>
                    <a:pt x="88" y="33"/>
                  </a:lnTo>
                  <a:lnTo>
                    <a:pt x="104" y="23"/>
                  </a:lnTo>
                  <a:lnTo>
                    <a:pt x="120" y="14"/>
                  </a:lnTo>
                  <a:lnTo>
                    <a:pt x="139" y="9"/>
                  </a:lnTo>
                  <a:lnTo>
                    <a:pt x="157" y="3"/>
                  </a:lnTo>
                  <a:lnTo>
                    <a:pt x="177" y="2"/>
                  </a:lnTo>
                  <a:lnTo>
                    <a:pt x="197" y="0"/>
                  </a:lnTo>
                  <a:lnTo>
                    <a:pt x="197" y="0"/>
                  </a:lnTo>
                  <a:lnTo>
                    <a:pt x="217" y="2"/>
                  </a:lnTo>
                  <a:lnTo>
                    <a:pt x="237" y="3"/>
                  </a:lnTo>
                  <a:lnTo>
                    <a:pt x="256" y="9"/>
                  </a:lnTo>
                  <a:lnTo>
                    <a:pt x="274" y="14"/>
                  </a:lnTo>
                  <a:lnTo>
                    <a:pt x="290" y="23"/>
                  </a:lnTo>
                  <a:lnTo>
                    <a:pt x="307" y="33"/>
                  </a:lnTo>
                  <a:lnTo>
                    <a:pt x="323" y="45"/>
                  </a:lnTo>
                  <a:lnTo>
                    <a:pt x="336" y="58"/>
                  </a:lnTo>
                  <a:lnTo>
                    <a:pt x="349" y="71"/>
                  </a:lnTo>
                  <a:lnTo>
                    <a:pt x="361" y="87"/>
                  </a:lnTo>
                  <a:lnTo>
                    <a:pt x="370" y="104"/>
                  </a:lnTo>
                  <a:lnTo>
                    <a:pt x="380" y="120"/>
                  </a:lnTo>
                  <a:lnTo>
                    <a:pt x="385" y="138"/>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1" name="Freeform 50"/>
            <p:cNvSpPr>
              <a:spLocks/>
            </p:cNvSpPr>
            <p:nvPr/>
          </p:nvSpPr>
          <p:spPr bwMode="auto">
            <a:xfrm>
              <a:off x="4751" y="2609"/>
              <a:ext cx="394" cy="394"/>
            </a:xfrm>
            <a:custGeom>
              <a:avLst/>
              <a:gdLst>
                <a:gd name="T0" fmla="*/ 394 w 394"/>
                <a:gd name="T1" fmla="*/ 197 h 394"/>
                <a:gd name="T2" fmla="*/ 391 w 394"/>
                <a:gd name="T3" fmla="*/ 237 h 394"/>
                <a:gd name="T4" fmla="*/ 380 w 394"/>
                <a:gd name="T5" fmla="*/ 274 h 394"/>
                <a:gd name="T6" fmla="*/ 361 w 394"/>
                <a:gd name="T7" fmla="*/ 307 h 394"/>
                <a:gd name="T8" fmla="*/ 336 w 394"/>
                <a:gd name="T9" fmla="*/ 336 h 394"/>
                <a:gd name="T10" fmla="*/ 307 w 394"/>
                <a:gd name="T11" fmla="*/ 361 h 394"/>
                <a:gd name="T12" fmla="*/ 274 w 394"/>
                <a:gd name="T13" fmla="*/ 380 h 394"/>
                <a:gd name="T14" fmla="*/ 237 w 394"/>
                <a:gd name="T15" fmla="*/ 391 h 394"/>
                <a:gd name="T16" fmla="*/ 197 w 394"/>
                <a:gd name="T17" fmla="*/ 394 h 394"/>
                <a:gd name="T18" fmla="*/ 177 w 394"/>
                <a:gd name="T19" fmla="*/ 392 h 394"/>
                <a:gd name="T20" fmla="*/ 139 w 394"/>
                <a:gd name="T21" fmla="*/ 385 h 394"/>
                <a:gd name="T22" fmla="*/ 104 w 394"/>
                <a:gd name="T23" fmla="*/ 371 h 394"/>
                <a:gd name="T24" fmla="*/ 71 w 394"/>
                <a:gd name="T25" fmla="*/ 349 h 394"/>
                <a:gd name="T26" fmla="*/ 46 w 394"/>
                <a:gd name="T27" fmla="*/ 323 h 394"/>
                <a:gd name="T28" fmla="*/ 24 w 394"/>
                <a:gd name="T29" fmla="*/ 290 h 394"/>
                <a:gd name="T30" fmla="*/ 9 w 394"/>
                <a:gd name="T31" fmla="*/ 256 h 394"/>
                <a:gd name="T32" fmla="*/ 2 w 394"/>
                <a:gd name="T33" fmla="*/ 217 h 394"/>
                <a:gd name="T34" fmla="*/ 0 w 394"/>
                <a:gd name="T35" fmla="*/ 197 h 394"/>
                <a:gd name="T36" fmla="*/ 4 w 394"/>
                <a:gd name="T37" fmla="*/ 157 h 394"/>
                <a:gd name="T38" fmla="*/ 15 w 394"/>
                <a:gd name="T39" fmla="*/ 121 h 394"/>
                <a:gd name="T40" fmla="*/ 33 w 394"/>
                <a:gd name="T41" fmla="*/ 88 h 394"/>
                <a:gd name="T42" fmla="*/ 58 w 394"/>
                <a:gd name="T43" fmla="*/ 59 h 394"/>
                <a:gd name="T44" fmla="*/ 88 w 394"/>
                <a:gd name="T45" fmla="*/ 33 h 394"/>
                <a:gd name="T46" fmla="*/ 120 w 394"/>
                <a:gd name="T47" fmla="*/ 15 h 394"/>
                <a:gd name="T48" fmla="*/ 157 w 394"/>
                <a:gd name="T49" fmla="*/ 4 h 394"/>
                <a:gd name="T50" fmla="*/ 197 w 394"/>
                <a:gd name="T51" fmla="*/ 0 h 394"/>
                <a:gd name="T52" fmla="*/ 217 w 394"/>
                <a:gd name="T53" fmla="*/ 2 h 394"/>
                <a:gd name="T54" fmla="*/ 256 w 394"/>
                <a:gd name="T55" fmla="*/ 9 h 394"/>
                <a:gd name="T56" fmla="*/ 290 w 394"/>
                <a:gd name="T57" fmla="*/ 24 h 394"/>
                <a:gd name="T58" fmla="*/ 323 w 394"/>
                <a:gd name="T59" fmla="*/ 46 h 394"/>
                <a:gd name="T60" fmla="*/ 349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1" y="237"/>
                  </a:lnTo>
                  <a:lnTo>
                    <a:pt x="385" y="256"/>
                  </a:lnTo>
                  <a:lnTo>
                    <a:pt x="380" y="274"/>
                  </a:lnTo>
                  <a:lnTo>
                    <a:pt x="370" y="290"/>
                  </a:lnTo>
                  <a:lnTo>
                    <a:pt x="361" y="307"/>
                  </a:lnTo>
                  <a:lnTo>
                    <a:pt x="349" y="323"/>
                  </a:lnTo>
                  <a:lnTo>
                    <a:pt x="336" y="336"/>
                  </a:lnTo>
                  <a:lnTo>
                    <a:pt x="323" y="349"/>
                  </a:lnTo>
                  <a:lnTo>
                    <a:pt x="307" y="361"/>
                  </a:lnTo>
                  <a:lnTo>
                    <a:pt x="290" y="371"/>
                  </a:lnTo>
                  <a:lnTo>
                    <a:pt x="274" y="380"/>
                  </a:lnTo>
                  <a:lnTo>
                    <a:pt x="256" y="385"/>
                  </a:lnTo>
                  <a:lnTo>
                    <a:pt x="237" y="391"/>
                  </a:lnTo>
                  <a:lnTo>
                    <a:pt x="217" y="392"/>
                  </a:lnTo>
                  <a:lnTo>
                    <a:pt x="197" y="394"/>
                  </a:lnTo>
                  <a:lnTo>
                    <a:pt x="197" y="394"/>
                  </a:lnTo>
                  <a:lnTo>
                    <a:pt x="177" y="392"/>
                  </a:lnTo>
                  <a:lnTo>
                    <a:pt x="157" y="391"/>
                  </a:lnTo>
                  <a:lnTo>
                    <a:pt x="139" y="385"/>
                  </a:lnTo>
                  <a:lnTo>
                    <a:pt x="120" y="380"/>
                  </a:lnTo>
                  <a:lnTo>
                    <a:pt x="104" y="371"/>
                  </a:lnTo>
                  <a:lnTo>
                    <a:pt x="88" y="361"/>
                  </a:lnTo>
                  <a:lnTo>
                    <a:pt x="71" y="349"/>
                  </a:lnTo>
                  <a:lnTo>
                    <a:pt x="58" y="336"/>
                  </a:lnTo>
                  <a:lnTo>
                    <a:pt x="46" y="323"/>
                  </a:lnTo>
                  <a:lnTo>
                    <a:pt x="33" y="307"/>
                  </a:lnTo>
                  <a:lnTo>
                    <a:pt x="24" y="290"/>
                  </a:lnTo>
                  <a:lnTo>
                    <a:pt x="15" y="274"/>
                  </a:lnTo>
                  <a:lnTo>
                    <a:pt x="9" y="256"/>
                  </a:lnTo>
                  <a:lnTo>
                    <a:pt x="4" y="237"/>
                  </a:lnTo>
                  <a:lnTo>
                    <a:pt x="2" y="217"/>
                  </a:lnTo>
                  <a:lnTo>
                    <a:pt x="0" y="197"/>
                  </a:lnTo>
                  <a:lnTo>
                    <a:pt x="0" y="197"/>
                  </a:lnTo>
                  <a:lnTo>
                    <a:pt x="2" y="177"/>
                  </a:lnTo>
                  <a:lnTo>
                    <a:pt x="4" y="157"/>
                  </a:lnTo>
                  <a:lnTo>
                    <a:pt x="9" y="139"/>
                  </a:lnTo>
                  <a:lnTo>
                    <a:pt x="15" y="121"/>
                  </a:lnTo>
                  <a:lnTo>
                    <a:pt x="24" y="104"/>
                  </a:lnTo>
                  <a:lnTo>
                    <a:pt x="33" y="88"/>
                  </a:lnTo>
                  <a:lnTo>
                    <a:pt x="46" y="71"/>
                  </a:lnTo>
                  <a:lnTo>
                    <a:pt x="58" y="59"/>
                  </a:lnTo>
                  <a:lnTo>
                    <a:pt x="71" y="46"/>
                  </a:lnTo>
                  <a:lnTo>
                    <a:pt x="88" y="33"/>
                  </a:lnTo>
                  <a:lnTo>
                    <a:pt x="104" y="24"/>
                  </a:lnTo>
                  <a:lnTo>
                    <a:pt x="120" y="15"/>
                  </a:lnTo>
                  <a:lnTo>
                    <a:pt x="139" y="9"/>
                  </a:lnTo>
                  <a:lnTo>
                    <a:pt x="157" y="4"/>
                  </a:lnTo>
                  <a:lnTo>
                    <a:pt x="177" y="2"/>
                  </a:lnTo>
                  <a:lnTo>
                    <a:pt x="197" y="0"/>
                  </a:lnTo>
                  <a:lnTo>
                    <a:pt x="197" y="0"/>
                  </a:lnTo>
                  <a:lnTo>
                    <a:pt x="217" y="2"/>
                  </a:lnTo>
                  <a:lnTo>
                    <a:pt x="237" y="4"/>
                  </a:lnTo>
                  <a:lnTo>
                    <a:pt x="256" y="9"/>
                  </a:lnTo>
                  <a:lnTo>
                    <a:pt x="274" y="15"/>
                  </a:lnTo>
                  <a:lnTo>
                    <a:pt x="290" y="24"/>
                  </a:lnTo>
                  <a:lnTo>
                    <a:pt x="307" y="33"/>
                  </a:lnTo>
                  <a:lnTo>
                    <a:pt x="323" y="46"/>
                  </a:lnTo>
                  <a:lnTo>
                    <a:pt x="336" y="59"/>
                  </a:lnTo>
                  <a:lnTo>
                    <a:pt x="349" y="71"/>
                  </a:lnTo>
                  <a:lnTo>
                    <a:pt x="361" y="88"/>
                  </a:lnTo>
                  <a:lnTo>
                    <a:pt x="370" y="104"/>
                  </a:lnTo>
                  <a:lnTo>
                    <a:pt x="380" y="121"/>
                  </a:lnTo>
                  <a:lnTo>
                    <a:pt x="385" y="139"/>
                  </a:lnTo>
                  <a:lnTo>
                    <a:pt x="391"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2" name="Freeform 51"/>
            <p:cNvSpPr>
              <a:spLocks/>
            </p:cNvSpPr>
            <p:nvPr/>
          </p:nvSpPr>
          <p:spPr bwMode="auto">
            <a:xfrm>
              <a:off x="3963"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3 w 394"/>
                <a:gd name="T13" fmla="*/ 380 h 395"/>
                <a:gd name="T14" fmla="*/ 237 w 394"/>
                <a:gd name="T15" fmla="*/ 391 h 395"/>
                <a:gd name="T16" fmla="*/ 197 w 394"/>
                <a:gd name="T17" fmla="*/ 395 h 395"/>
                <a:gd name="T18" fmla="*/ 177 w 394"/>
                <a:gd name="T19" fmla="*/ 393 h 395"/>
                <a:gd name="T20" fmla="*/ 138 w 394"/>
                <a:gd name="T21" fmla="*/ 385 h 395"/>
                <a:gd name="T22" fmla="*/ 104 w 394"/>
                <a:gd name="T23" fmla="*/ 371 h 395"/>
                <a:gd name="T24" fmla="*/ 71 w 394"/>
                <a:gd name="T25" fmla="*/ 349 h 395"/>
                <a:gd name="T26" fmla="*/ 45 w 394"/>
                <a:gd name="T27" fmla="*/ 323 h 395"/>
                <a:gd name="T28" fmla="*/ 23 w 394"/>
                <a:gd name="T29" fmla="*/ 291 h 395"/>
                <a:gd name="T30" fmla="*/ 9 w 394"/>
                <a:gd name="T31" fmla="*/ 256 h 395"/>
                <a:gd name="T32" fmla="*/ 2 w 394"/>
                <a:gd name="T33" fmla="*/ 218 h 395"/>
                <a:gd name="T34" fmla="*/ 0 w 394"/>
                <a:gd name="T35" fmla="*/ 198 h 395"/>
                <a:gd name="T36" fmla="*/ 3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3" y="380"/>
                  </a:lnTo>
                  <a:lnTo>
                    <a:pt x="255" y="385"/>
                  </a:lnTo>
                  <a:lnTo>
                    <a:pt x="237" y="391"/>
                  </a:lnTo>
                  <a:lnTo>
                    <a:pt x="217" y="393"/>
                  </a:lnTo>
                  <a:lnTo>
                    <a:pt x="197" y="395"/>
                  </a:lnTo>
                  <a:lnTo>
                    <a:pt x="197" y="395"/>
                  </a:lnTo>
                  <a:lnTo>
                    <a:pt x="177" y="393"/>
                  </a:lnTo>
                  <a:lnTo>
                    <a:pt x="157" y="391"/>
                  </a:lnTo>
                  <a:lnTo>
                    <a:pt x="138" y="385"/>
                  </a:lnTo>
                  <a:lnTo>
                    <a:pt x="120" y="380"/>
                  </a:lnTo>
                  <a:lnTo>
                    <a:pt x="104" y="371"/>
                  </a:lnTo>
                  <a:lnTo>
                    <a:pt x="87" y="362"/>
                  </a:lnTo>
                  <a:lnTo>
                    <a:pt x="71" y="349"/>
                  </a:lnTo>
                  <a:lnTo>
                    <a:pt x="58" y="336"/>
                  </a:lnTo>
                  <a:lnTo>
                    <a:pt x="45" y="323"/>
                  </a:lnTo>
                  <a:lnTo>
                    <a:pt x="33" y="307"/>
                  </a:lnTo>
                  <a:lnTo>
                    <a:pt x="23" y="291"/>
                  </a:lnTo>
                  <a:lnTo>
                    <a:pt x="14" y="274"/>
                  </a:lnTo>
                  <a:lnTo>
                    <a:pt x="9" y="256"/>
                  </a:lnTo>
                  <a:lnTo>
                    <a:pt x="3" y="238"/>
                  </a:lnTo>
                  <a:lnTo>
                    <a:pt x="2" y="218"/>
                  </a:lnTo>
                  <a:lnTo>
                    <a:pt x="0" y="198"/>
                  </a:lnTo>
                  <a:lnTo>
                    <a:pt x="0" y="198"/>
                  </a:lnTo>
                  <a:lnTo>
                    <a:pt x="2" y="177"/>
                  </a:lnTo>
                  <a:lnTo>
                    <a:pt x="3" y="157"/>
                  </a:lnTo>
                  <a:lnTo>
                    <a:pt x="9" y="139"/>
                  </a:lnTo>
                  <a:lnTo>
                    <a:pt x="14" y="121"/>
                  </a:lnTo>
                  <a:lnTo>
                    <a:pt x="23" y="104"/>
                  </a:lnTo>
                  <a:lnTo>
                    <a:pt x="33" y="88"/>
                  </a:lnTo>
                  <a:lnTo>
                    <a:pt x="45" y="72"/>
                  </a:lnTo>
                  <a:lnTo>
                    <a:pt x="58" y="59"/>
                  </a:lnTo>
                  <a:lnTo>
                    <a:pt x="71" y="46"/>
                  </a:lnTo>
                  <a:lnTo>
                    <a:pt x="87" y="33"/>
                  </a:lnTo>
                  <a:lnTo>
                    <a:pt x="104" y="24"/>
                  </a:lnTo>
                  <a:lnTo>
                    <a:pt x="120" y="15"/>
                  </a:lnTo>
                  <a:lnTo>
                    <a:pt x="138" y="10"/>
                  </a:lnTo>
                  <a:lnTo>
                    <a:pt x="157" y="4"/>
                  </a:lnTo>
                  <a:lnTo>
                    <a:pt x="177" y="2"/>
                  </a:lnTo>
                  <a:lnTo>
                    <a:pt x="197" y="0"/>
                  </a:lnTo>
                  <a:lnTo>
                    <a:pt x="197" y="0"/>
                  </a:lnTo>
                  <a:lnTo>
                    <a:pt x="217" y="2"/>
                  </a:lnTo>
                  <a:lnTo>
                    <a:pt x="237" y="4"/>
                  </a:lnTo>
                  <a:lnTo>
                    <a:pt x="255" y="10"/>
                  </a:lnTo>
                  <a:lnTo>
                    <a:pt x="273"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53" name="Group 52"/>
            <p:cNvGrpSpPr>
              <a:grpSpLocks/>
            </p:cNvGrpSpPr>
            <p:nvPr/>
          </p:nvGrpSpPr>
          <p:grpSpPr bwMode="auto">
            <a:xfrm>
              <a:off x="4445" y="2106"/>
              <a:ext cx="480" cy="480"/>
              <a:chOff x="1581" y="2149"/>
              <a:chExt cx="394" cy="395"/>
            </a:xfrm>
            <a:grpFill/>
          </p:grpSpPr>
          <p:sp>
            <p:nvSpPr>
              <p:cNvPr id="54" name="Freeform 53"/>
              <p:cNvSpPr>
                <a:spLocks/>
              </p:cNvSpPr>
              <p:nvPr/>
            </p:nvSpPr>
            <p:spPr bwMode="auto">
              <a:xfrm>
                <a:off x="158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tx1">
                          <a:alpha val="50000"/>
                        </a:schemeClr>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55" name="Group 54"/>
              <p:cNvGrpSpPr>
                <a:grpSpLocks/>
              </p:cNvGrpSpPr>
              <p:nvPr/>
            </p:nvGrpSpPr>
            <p:grpSpPr bwMode="auto">
              <a:xfrm>
                <a:off x="1600" y="2167"/>
                <a:ext cx="356" cy="154"/>
                <a:chOff x="1377" y="1843"/>
                <a:chExt cx="1019" cy="438"/>
              </a:xfrm>
              <a:grpFill/>
            </p:grpSpPr>
            <p:sp>
              <p:nvSpPr>
                <p:cNvPr id="56" name="Freeform 55"/>
                <p:cNvSpPr>
                  <a:spLocks/>
                </p:cNvSpPr>
                <p:nvPr/>
              </p:nvSpPr>
              <p:spPr bwMode="auto">
                <a:xfrm>
                  <a:off x="1377" y="1843"/>
                  <a:ext cx="1019" cy="438"/>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57" name="Oval 56"/>
                <p:cNvSpPr>
                  <a:spLocks noChangeArrowheads="1"/>
                </p:cNvSpPr>
                <p:nvPr/>
              </p:nvSpPr>
              <p:spPr bwMode="auto">
                <a:xfrm>
                  <a:off x="1771" y="1843"/>
                  <a:ext cx="227" cy="20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grpSp>
        <p:nvGrpSpPr>
          <p:cNvPr id="58" name="Group 57"/>
          <p:cNvGrpSpPr>
            <a:grpSpLocks/>
          </p:cNvGrpSpPr>
          <p:nvPr/>
        </p:nvGrpSpPr>
        <p:grpSpPr bwMode="auto">
          <a:xfrm>
            <a:off x="4459303" y="3712738"/>
            <a:ext cx="870240" cy="604173"/>
            <a:chOff x="3593" y="2636"/>
            <a:chExt cx="1370" cy="951"/>
          </a:xfrm>
          <a:solidFill>
            <a:schemeClr val="accent1"/>
          </a:solidFill>
        </p:grpSpPr>
        <p:sp>
          <p:nvSpPr>
            <p:cNvPr id="59" name="Rectangle 58"/>
            <p:cNvSpPr>
              <a:spLocks noChangeArrowheads="1"/>
            </p:cNvSpPr>
            <p:nvPr/>
          </p:nvSpPr>
          <p:spPr bwMode="auto">
            <a:xfrm rot="-3600000">
              <a:off x="3664" y="3093"/>
              <a:ext cx="525"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0" name="Freeform 59"/>
            <p:cNvSpPr>
              <a:spLocks/>
            </p:cNvSpPr>
            <p:nvPr/>
          </p:nvSpPr>
          <p:spPr bwMode="auto">
            <a:xfrm>
              <a:off x="3593" y="3193"/>
              <a:ext cx="394" cy="394"/>
            </a:xfrm>
            <a:custGeom>
              <a:avLst/>
              <a:gdLst>
                <a:gd name="T0" fmla="*/ 394 w 394"/>
                <a:gd name="T1" fmla="*/ 197 h 394"/>
                <a:gd name="T2" fmla="*/ 390 w 394"/>
                <a:gd name="T3" fmla="*/ 237 h 394"/>
                <a:gd name="T4" fmla="*/ 379 w 394"/>
                <a:gd name="T5" fmla="*/ 274 h 394"/>
                <a:gd name="T6" fmla="*/ 361 w 394"/>
                <a:gd name="T7" fmla="*/ 307 h 394"/>
                <a:gd name="T8" fmla="*/ 335 w 394"/>
                <a:gd name="T9" fmla="*/ 336 h 394"/>
                <a:gd name="T10" fmla="*/ 306 w 394"/>
                <a:gd name="T11" fmla="*/ 361 h 394"/>
                <a:gd name="T12" fmla="*/ 273 w 394"/>
                <a:gd name="T13" fmla="*/ 380 h 394"/>
                <a:gd name="T14" fmla="*/ 237 w 394"/>
                <a:gd name="T15" fmla="*/ 391 h 394"/>
                <a:gd name="T16" fmla="*/ 197 w 394"/>
                <a:gd name="T17" fmla="*/ 394 h 394"/>
                <a:gd name="T18" fmla="*/ 177 w 394"/>
                <a:gd name="T19" fmla="*/ 392 h 394"/>
                <a:gd name="T20" fmla="*/ 138 w 394"/>
                <a:gd name="T21" fmla="*/ 385 h 394"/>
                <a:gd name="T22" fmla="*/ 104 w 394"/>
                <a:gd name="T23" fmla="*/ 371 h 394"/>
                <a:gd name="T24" fmla="*/ 71 w 394"/>
                <a:gd name="T25" fmla="*/ 349 h 394"/>
                <a:gd name="T26" fmla="*/ 45 w 394"/>
                <a:gd name="T27" fmla="*/ 323 h 394"/>
                <a:gd name="T28" fmla="*/ 23 w 394"/>
                <a:gd name="T29" fmla="*/ 290 h 394"/>
                <a:gd name="T30" fmla="*/ 9 w 394"/>
                <a:gd name="T31" fmla="*/ 256 h 394"/>
                <a:gd name="T32" fmla="*/ 1 w 394"/>
                <a:gd name="T33" fmla="*/ 217 h 394"/>
                <a:gd name="T34" fmla="*/ 0 w 394"/>
                <a:gd name="T35" fmla="*/ 197 h 394"/>
                <a:gd name="T36" fmla="*/ 3 w 394"/>
                <a:gd name="T37" fmla="*/ 157 h 394"/>
                <a:gd name="T38" fmla="*/ 14 w 394"/>
                <a:gd name="T39" fmla="*/ 121 h 394"/>
                <a:gd name="T40" fmla="*/ 32 w 394"/>
                <a:gd name="T41" fmla="*/ 88 h 394"/>
                <a:gd name="T42" fmla="*/ 58 w 394"/>
                <a:gd name="T43" fmla="*/ 59 h 394"/>
                <a:gd name="T44" fmla="*/ 87 w 394"/>
                <a:gd name="T45" fmla="*/ 33 h 394"/>
                <a:gd name="T46" fmla="*/ 120 w 394"/>
                <a:gd name="T47" fmla="*/ 15 h 394"/>
                <a:gd name="T48" fmla="*/ 156 w 394"/>
                <a:gd name="T49" fmla="*/ 4 h 394"/>
                <a:gd name="T50" fmla="*/ 197 w 394"/>
                <a:gd name="T51" fmla="*/ 0 h 394"/>
                <a:gd name="T52" fmla="*/ 217 w 394"/>
                <a:gd name="T53" fmla="*/ 2 h 394"/>
                <a:gd name="T54" fmla="*/ 255 w 394"/>
                <a:gd name="T55" fmla="*/ 9 h 394"/>
                <a:gd name="T56" fmla="*/ 290 w 394"/>
                <a:gd name="T57" fmla="*/ 24 h 394"/>
                <a:gd name="T58" fmla="*/ 323 w 394"/>
                <a:gd name="T59" fmla="*/ 46 h 394"/>
                <a:gd name="T60" fmla="*/ 348 w 394"/>
                <a:gd name="T61" fmla="*/ 71 h 394"/>
                <a:gd name="T62" fmla="*/ 370 w 394"/>
                <a:gd name="T63" fmla="*/ 104 h 394"/>
                <a:gd name="T64" fmla="*/ 385 w 394"/>
                <a:gd name="T65" fmla="*/ 139 h 394"/>
                <a:gd name="T66" fmla="*/ 392 w 394"/>
                <a:gd name="T67" fmla="*/ 177 h 394"/>
                <a:gd name="T68" fmla="*/ 394 w 394"/>
                <a:gd name="T69" fmla="*/ 19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4">
                  <a:moveTo>
                    <a:pt x="394" y="197"/>
                  </a:moveTo>
                  <a:lnTo>
                    <a:pt x="394" y="197"/>
                  </a:lnTo>
                  <a:lnTo>
                    <a:pt x="392" y="217"/>
                  </a:lnTo>
                  <a:lnTo>
                    <a:pt x="390" y="237"/>
                  </a:lnTo>
                  <a:lnTo>
                    <a:pt x="385" y="256"/>
                  </a:lnTo>
                  <a:lnTo>
                    <a:pt x="379" y="274"/>
                  </a:lnTo>
                  <a:lnTo>
                    <a:pt x="370" y="290"/>
                  </a:lnTo>
                  <a:lnTo>
                    <a:pt x="361" y="307"/>
                  </a:lnTo>
                  <a:lnTo>
                    <a:pt x="348" y="323"/>
                  </a:lnTo>
                  <a:lnTo>
                    <a:pt x="335" y="336"/>
                  </a:lnTo>
                  <a:lnTo>
                    <a:pt x="323" y="349"/>
                  </a:lnTo>
                  <a:lnTo>
                    <a:pt x="306" y="361"/>
                  </a:lnTo>
                  <a:lnTo>
                    <a:pt x="290" y="371"/>
                  </a:lnTo>
                  <a:lnTo>
                    <a:pt x="273" y="380"/>
                  </a:lnTo>
                  <a:lnTo>
                    <a:pt x="255" y="385"/>
                  </a:lnTo>
                  <a:lnTo>
                    <a:pt x="237" y="391"/>
                  </a:lnTo>
                  <a:lnTo>
                    <a:pt x="217" y="392"/>
                  </a:lnTo>
                  <a:lnTo>
                    <a:pt x="197" y="394"/>
                  </a:lnTo>
                  <a:lnTo>
                    <a:pt x="197" y="394"/>
                  </a:lnTo>
                  <a:lnTo>
                    <a:pt x="177" y="392"/>
                  </a:lnTo>
                  <a:lnTo>
                    <a:pt x="156" y="391"/>
                  </a:lnTo>
                  <a:lnTo>
                    <a:pt x="138" y="385"/>
                  </a:lnTo>
                  <a:lnTo>
                    <a:pt x="120" y="380"/>
                  </a:lnTo>
                  <a:lnTo>
                    <a:pt x="104" y="371"/>
                  </a:lnTo>
                  <a:lnTo>
                    <a:pt x="87" y="361"/>
                  </a:lnTo>
                  <a:lnTo>
                    <a:pt x="71" y="349"/>
                  </a:lnTo>
                  <a:lnTo>
                    <a:pt x="58" y="336"/>
                  </a:lnTo>
                  <a:lnTo>
                    <a:pt x="45" y="323"/>
                  </a:lnTo>
                  <a:lnTo>
                    <a:pt x="32" y="307"/>
                  </a:lnTo>
                  <a:lnTo>
                    <a:pt x="23" y="290"/>
                  </a:lnTo>
                  <a:lnTo>
                    <a:pt x="14" y="274"/>
                  </a:lnTo>
                  <a:lnTo>
                    <a:pt x="9" y="256"/>
                  </a:lnTo>
                  <a:lnTo>
                    <a:pt x="3" y="237"/>
                  </a:lnTo>
                  <a:lnTo>
                    <a:pt x="1" y="217"/>
                  </a:lnTo>
                  <a:lnTo>
                    <a:pt x="0" y="197"/>
                  </a:lnTo>
                  <a:lnTo>
                    <a:pt x="0" y="197"/>
                  </a:lnTo>
                  <a:lnTo>
                    <a:pt x="1" y="177"/>
                  </a:lnTo>
                  <a:lnTo>
                    <a:pt x="3" y="157"/>
                  </a:lnTo>
                  <a:lnTo>
                    <a:pt x="9" y="139"/>
                  </a:lnTo>
                  <a:lnTo>
                    <a:pt x="14" y="121"/>
                  </a:lnTo>
                  <a:lnTo>
                    <a:pt x="23" y="104"/>
                  </a:lnTo>
                  <a:lnTo>
                    <a:pt x="32" y="88"/>
                  </a:lnTo>
                  <a:lnTo>
                    <a:pt x="45" y="71"/>
                  </a:lnTo>
                  <a:lnTo>
                    <a:pt x="58" y="59"/>
                  </a:lnTo>
                  <a:lnTo>
                    <a:pt x="71" y="46"/>
                  </a:lnTo>
                  <a:lnTo>
                    <a:pt x="87" y="33"/>
                  </a:lnTo>
                  <a:lnTo>
                    <a:pt x="104" y="24"/>
                  </a:lnTo>
                  <a:lnTo>
                    <a:pt x="120" y="15"/>
                  </a:lnTo>
                  <a:lnTo>
                    <a:pt x="138" y="9"/>
                  </a:lnTo>
                  <a:lnTo>
                    <a:pt x="156" y="4"/>
                  </a:lnTo>
                  <a:lnTo>
                    <a:pt x="177" y="2"/>
                  </a:lnTo>
                  <a:lnTo>
                    <a:pt x="197" y="0"/>
                  </a:lnTo>
                  <a:lnTo>
                    <a:pt x="197" y="0"/>
                  </a:lnTo>
                  <a:lnTo>
                    <a:pt x="217" y="2"/>
                  </a:lnTo>
                  <a:lnTo>
                    <a:pt x="237" y="4"/>
                  </a:lnTo>
                  <a:lnTo>
                    <a:pt x="255" y="9"/>
                  </a:lnTo>
                  <a:lnTo>
                    <a:pt x="273" y="15"/>
                  </a:lnTo>
                  <a:lnTo>
                    <a:pt x="290" y="24"/>
                  </a:lnTo>
                  <a:lnTo>
                    <a:pt x="306" y="33"/>
                  </a:lnTo>
                  <a:lnTo>
                    <a:pt x="323" y="46"/>
                  </a:lnTo>
                  <a:lnTo>
                    <a:pt x="335" y="59"/>
                  </a:lnTo>
                  <a:lnTo>
                    <a:pt x="348" y="71"/>
                  </a:lnTo>
                  <a:lnTo>
                    <a:pt x="361" y="88"/>
                  </a:lnTo>
                  <a:lnTo>
                    <a:pt x="370" y="104"/>
                  </a:lnTo>
                  <a:lnTo>
                    <a:pt x="379" y="121"/>
                  </a:lnTo>
                  <a:lnTo>
                    <a:pt x="385" y="139"/>
                  </a:lnTo>
                  <a:lnTo>
                    <a:pt x="390" y="157"/>
                  </a:lnTo>
                  <a:lnTo>
                    <a:pt x="392" y="177"/>
                  </a:lnTo>
                  <a:lnTo>
                    <a:pt x="394" y="197"/>
                  </a:lnTo>
                  <a:lnTo>
                    <a:pt x="394" y="197"/>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1" name="Group 60"/>
            <p:cNvGrpSpPr>
              <a:grpSpLocks/>
            </p:cNvGrpSpPr>
            <p:nvPr/>
          </p:nvGrpSpPr>
          <p:grpSpPr bwMode="auto">
            <a:xfrm>
              <a:off x="3855" y="2636"/>
              <a:ext cx="1108" cy="588"/>
              <a:chOff x="2541" y="2052"/>
              <a:chExt cx="1108" cy="588"/>
            </a:xfrm>
            <a:grpFill/>
          </p:grpSpPr>
          <p:sp>
            <p:nvSpPr>
              <p:cNvPr id="62" name="Rectangle 61"/>
              <p:cNvSpPr>
                <a:spLocks noChangeArrowheads="1"/>
              </p:cNvSpPr>
              <p:nvPr/>
            </p:nvSpPr>
            <p:spPr bwMode="auto">
              <a:xfrm>
                <a:off x="2738" y="2274"/>
                <a:ext cx="526" cy="145"/>
              </a:xfrm>
              <a:prstGeom prst="rect">
                <a:avLst/>
              </a:prstGeom>
              <a:gr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3" name="Freeform 62"/>
              <p:cNvSpPr>
                <a:spLocks/>
              </p:cNvSpPr>
              <p:nvPr/>
            </p:nvSpPr>
            <p:spPr bwMode="auto">
              <a:xfrm>
                <a:off x="2541" y="2149"/>
                <a:ext cx="394" cy="395"/>
              </a:xfrm>
              <a:custGeom>
                <a:avLst/>
                <a:gdLst>
                  <a:gd name="T0" fmla="*/ 394 w 394"/>
                  <a:gd name="T1" fmla="*/ 198 h 395"/>
                  <a:gd name="T2" fmla="*/ 391 w 394"/>
                  <a:gd name="T3" fmla="*/ 238 h 395"/>
                  <a:gd name="T4" fmla="*/ 380 w 394"/>
                  <a:gd name="T5" fmla="*/ 274 h 395"/>
                  <a:gd name="T6" fmla="*/ 362 w 394"/>
                  <a:gd name="T7" fmla="*/ 307 h 395"/>
                  <a:gd name="T8" fmla="*/ 336 w 394"/>
                  <a:gd name="T9" fmla="*/ 336 h 395"/>
                  <a:gd name="T10" fmla="*/ 307 w 394"/>
                  <a:gd name="T11" fmla="*/ 362 h 395"/>
                  <a:gd name="T12" fmla="*/ 274 w 394"/>
                  <a:gd name="T13" fmla="*/ 380 h 395"/>
                  <a:gd name="T14" fmla="*/ 238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6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5 w 394"/>
                  <a:gd name="T39" fmla="*/ 121 h 395"/>
                  <a:gd name="T40" fmla="*/ 33 w 394"/>
                  <a:gd name="T41" fmla="*/ 88 h 395"/>
                  <a:gd name="T42" fmla="*/ 59 w 394"/>
                  <a:gd name="T43" fmla="*/ 59 h 395"/>
                  <a:gd name="T44" fmla="*/ 88 w 394"/>
                  <a:gd name="T45" fmla="*/ 33 h 395"/>
                  <a:gd name="T46" fmla="*/ 121 w 394"/>
                  <a:gd name="T47" fmla="*/ 15 h 395"/>
                  <a:gd name="T48" fmla="*/ 157 w 394"/>
                  <a:gd name="T49" fmla="*/ 4 h 395"/>
                  <a:gd name="T50" fmla="*/ 197 w 394"/>
                  <a:gd name="T51" fmla="*/ 0 h 395"/>
                  <a:gd name="T52" fmla="*/ 217 w 394"/>
                  <a:gd name="T53" fmla="*/ 2 h 395"/>
                  <a:gd name="T54" fmla="*/ 256 w 394"/>
                  <a:gd name="T55" fmla="*/ 10 h 395"/>
                  <a:gd name="T56" fmla="*/ 290 w 394"/>
                  <a:gd name="T57" fmla="*/ 24 h 395"/>
                  <a:gd name="T58" fmla="*/ 323 w 394"/>
                  <a:gd name="T59" fmla="*/ 46 h 395"/>
                  <a:gd name="T60" fmla="*/ 349 w 394"/>
                  <a:gd name="T61" fmla="*/ 72 h 395"/>
                  <a:gd name="T62" fmla="*/ 371 w 394"/>
                  <a:gd name="T63" fmla="*/ 104 h 395"/>
                  <a:gd name="T64" fmla="*/ 385 w 394"/>
                  <a:gd name="T65" fmla="*/ 139 h 395"/>
                  <a:gd name="T66" fmla="*/ 393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3" y="218"/>
                    </a:lnTo>
                    <a:lnTo>
                      <a:pt x="391" y="238"/>
                    </a:lnTo>
                    <a:lnTo>
                      <a:pt x="385" y="256"/>
                    </a:lnTo>
                    <a:lnTo>
                      <a:pt x="380" y="274"/>
                    </a:lnTo>
                    <a:lnTo>
                      <a:pt x="371" y="291"/>
                    </a:lnTo>
                    <a:lnTo>
                      <a:pt x="362" y="307"/>
                    </a:lnTo>
                    <a:lnTo>
                      <a:pt x="349" y="323"/>
                    </a:lnTo>
                    <a:lnTo>
                      <a:pt x="336" y="336"/>
                    </a:lnTo>
                    <a:lnTo>
                      <a:pt x="323" y="349"/>
                    </a:lnTo>
                    <a:lnTo>
                      <a:pt x="307" y="362"/>
                    </a:lnTo>
                    <a:lnTo>
                      <a:pt x="290" y="371"/>
                    </a:lnTo>
                    <a:lnTo>
                      <a:pt x="274" y="380"/>
                    </a:lnTo>
                    <a:lnTo>
                      <a:pt x="256" y="385"/>
                    </a:lnTo>
                    <a:lnTo>
                      <a:pt x="238" y="391"/>
                    </a:lnTo>
                    <a:lnTo>
                      <a:pt x="217" y="393"/>
                    </a:lnTo>
                    <a:lnTo>
                      <a:pt x="197" y="395"/>
                    </a:lnTo>
                    <a:lnTo>
                      <a:pt x="197" y="395"/>
                    </a:lnTo>
                    <a:lnTo>
                      <a:pt x="177" y="393"/>
                    </a:lnTo>
                    <a:lnTo>
                      <a:pt x="157" y="391"/>
                    </a:lnTo>
                    <a:lnTo>
                      <a:pt x="139" y="385"/>
                    </a:lnTo>
                    <a:lnTo>
                      <a:pt x="121" y="380"/>
                    </a:lnTo>
                    <a:lnTo>
                      <a:pt x="104" y="371"/>
                    </a:lnTo>
                    <a:lnTo>
                      <a:pt x="88" y="362"/>
                    </a:lnTo>
                    <a:lnTo>
                      <a:pt x="71" y="349"/>
                    </a:lnTo>
                    <a:lnTo>
                      <a:pt x="59" y="336"/>
                    </a:lnTo>
                    <a:lnTo>
                      <a:pt x="46" y="323"/>
                    </a:lnTo>
                    <a:lnTo>
                      <a:pt x="33" y="307"/>
                    </a:lnTo>
                    <a:lnTo>
                      <a:pt x="24" y="291"/>
                    </a:lnTo>
                    <a:lnTo>
                      <a:pt x="15" y="274"/>
                    </a:lnTo>
                    <a:lnTo>
                      <a:pt x="9" y="256"/>
                    </a:lnTo>
                    <a:lnTo>
                      <a:pt x="4" y="238"/>
                    </a:lnTo>
                    <a:lnTo>
                      <a:pt x="2" y="218"/>
                    </a:lnTo>
                    <a:lnTo>
                      <a:pt x="0" y="198"/>
                    </a:lnTo>
                    <a:lnTo>
                      <a:pt x="0" y="198"/>
                    </a:lnTo>
                    <a:lnTo>
                      <a:pt x="2" y="177"/>
                    </a:lnTo>
                    <a:lnTo>
                      <a:pt x="4" y="157"/>
                    </a:lnTo>
                    <a:lnTo>
                      <a:pt x="9" y="139"/>
                    </a:lnTo>
                    <a:lnTo>
                      <a:pt x="15" y="121"/>
                    </a:lnTo>
                    <a:lnTo>
                      <a:pt x="24" y="104"/>
                    </a:lnTo>
                    <a:lnTo>
                      <a:pt x="33" y="88"/>
                    </a:lnTo>
                    <a:lnTo>
                      <a:pt x="46" y="72"/>
                    </a:lnTo>
                    <a:lnTo>
                      <a:pt x="59" y="59"/>
                    </a:lnTo>
                    <a:lnTo>
                      <a:pt x="71" y="46"/>
                    </a:lnTo>
                    <a:lnTo>
                      <a:pt x="88" y="33"/>
                    </a:lnTo>
                    <a:lnTo>
                      <a:pt x="104" y="24"/>
                    </a:lnTo>
                    <a:lnTo>
                      <a:pt x="121" y="15"/>
                    </a:lnTo>
                    <a:lnTo>
                      <a:pt x="139" y="10"/>
                    </a:lnTo>
                    <a:lnTo>
                      <a:pt x="157" y="4"/>
                    </a:lnTo>
                    <a:lnTo>
                      <a:pt x="177" y="2"/>
                    </a:lnTo>
                    <a:lnTo>
                      <a:pt x="197" y="0"/>
                    </a:lnTo>
                    <a:lnTo>
                      <a:pt x="197" y="0"/>
                    </a:lnTo>
                    <a:lnTo>
                      <a:pt x="217" y="2"/>
                    </a:lnTo>
                    <a:lnTo>
                      <a:pt x="238" y="4"/>
                    </a:lnTo>
                    <a:lnTo>
                      <a:pt x="256" y="10"/>
                    </a:lnTo>
                    <a:lnTo>
                      <a:pt x="274" y="15"/>
                    </a:lnTo>
                    <a:lnTo>
                      <a:pt x="290" y="24"/>
                    </a:lnTo>
                    <a:lnTo>
                      <a:pt x="307" y="33"/>
                    </a:lnTo>
                    <a:lnTo>
                      <a:pt x="323" y="46"/>
                    </a:lnTo>
                    <a:lnTo>
                      <a:pt x="336" y="59"/>
                    </a:lnTo>
                    <a:lnTo>
                      <a:pt x="349" y="72"/>
                    </a:lnTo>
                    <a:lnTo>
                      <a:pt x="362" y="88"/>
                    </a:lnTo>
                    <a:lnTo>
                      <a:pt x="371" y="104"/>
                    </a:lnTo>
                    <a:lnTo>
                      <a:pt x="380" y="121"/>
                    </a:lnTo>
                    <a:lnTo>
                      <a:pt x="385" y="139"/>
                    </a:lnTo>
                    <a:lnTo>
                      <a:pt x="391" y="157"/>
                    </a:lnTo>
                    <a:lnTo>
                      <a:pt x="393"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4" name="Group 63"/>
              <p:cNvGrpSpPr>
                <a:grpSpLocks/>
              </p:cNvGrpSpPr>
              <p:nvPr/>
            </p:nvGrpSpPr>
            <p:grpSpPr bwMode="auto">
              <a:xfrm>
                <a:off x="3061" y="2052"/>
                <a:ext cx="588" cy="588"/>
                <a:chOff x="3158" y="2149"/>
                <a:chExt cx="394" cy="395"/>
              </a:xfrm>
              <a:grpFill/>
            </p:grpSpPr>
            <p:sp>
              <p:nvSpPr>
                <p:cNvPr id="65" name="Freeform 64"/>
                <p:cNvSpPr>
                  <a:spLocks/>
                </p:cNvSpPr>
                <p:nvPr/>
              </p:nvSpPr>
              <p:spPr bwMode="auto">
                <a:xfrm>
                  <a:off x="3158" y="2149"/>
                  <a:ext cx="394" cy="395"/>
                </a:xfrm>
                <a:custGeom>
                  <a:avLst/>
                  <a:gdLst>
                    <a:gd name="T0" fmla="*/ 394 w 394"/>
                    <a:gd name="T1" fmla="*/ 198 h 395"/>
                    <a:gd name="T2" fmla="*/ 390 w 394"/>
                    <a:gd name="T3" fmla="*/ 238 h 395"/>
                    <a:gd name="T4" fmla="*/ 379 w 394"/>
                    <a:gd name="T5" fmla="*/ 274 h 395"/>
                    <a:gd name="T6" fmla="*/ 361 w 394"/>
                    <a:gd name="T7" fmla="*/ 307 h 395"/>
                    <a:gd name="T8" fmla="*/ 336 w 394"/>
                    <a:gd name="T9" fmla="*/ 336 h 395"/>
                    <a:gd name="T10" fmla="*/ 306 w 394"/>
                    <a:gd name="T11" fmla="*/ 362 h 395"/>
                    <a:gd name="T12" fmla="*/ 274 w 394"/>
                    <a:gd name="T13" fmla="*/ 380 h 395"/>
                    <a:gd name="T14" fmla="*/ 237 w 394"/>
                    <a:gd name="T15" fmla="*/ 391 h 395"/>
                    <a:gd name="T16" fmla="*/ 197 w 394"/>
                    <a:gd name="T17" fmla="*/ 395 h 395"/>
                    <a:gd name="T18" fmla="*/ 177 w 394"/>
                    <a:gd name="T19" fmla="*/ 393 h 395"/>
                    <a:gd name="T20" fmla="*/ 139 w 394"/>
                    <a:gd name="T21" fmla="*/ 385 h 395"/>
                    <a:gd name="T22" fmla="*/ 104 w 394"/>
                    <a:gd name="T23" fmla="*/ 371 h 395"/>
                    <a:gd name="T24" fmla="*/ 71 w 394"/>
                    <a:gd name="T25" fmla="*/ 349 h 395"/>
                    <a:gd name="T26" fmla="*/ 45 w 394"/>
                    <a:gd name="T27" fmla="*/ 323 h 395"/>
                    <a:gd name="T28" fmla="*/ 24 w 394"/>
                    <a:gd name="T29" fmla="*/ 291 h 395"/>
                    <a:gd name="T30" fmla="*/ 9 w 394"/>
                    <a:gd name="T31" fmla="*/ 256 h 395"/>
                    <a:gd name="T32" fmla="*/ 2 w 394"/>
                    <a:gd name="T33" fmla="*/ 218 h 395"/>
                    <a:gd name="T34" fmla="*/ 0 w 394"/>
                    <a:gd name="T35" fmla="*/ 198 h 395"/>
                    <a:gd name="T36" fmla="*/ 4 w 394"/>
                    <a:gd name="T37" fmla="*/ 157 h 395"/>
                    <a:gd name="T38" fmla="*/ 14 w 394"/>
                    <a:gd name="T39" fmla="*/ 121 h 395"/>
                    <a:gd name="T40" fmla="*/ 33 w 394"/>
                    <a:gd name="T41" fmla="*/ 88 h 395"/>
                    <a:gd name="T42" fmla="*/ 58 w 394"/>
                    <a:gd name="T43" fmla="*/ 59 h 395"/>
                    <a:gd name="T44" fmla="*/ 87 w 394"/>
                    <a:gd name="T45" fmla="*/ 33 h 395"/>
                    <a:gd name="T46" fmla="*/ 120 w 394"/>
                    <a:gd name="T47" fmla="*/ 15 h 395"/>
                    <a:gd name="T48" fmla="*/ 157 w 394"/>
                    <a:gd name="T49" fmla="*/ 4 h 395"/>
                    <a:gd name="T50" fmla="*/ 197 w 394"/>
                    <a:gd name="T51" fmla="*/ 0 h 395"/>
                    <a:gd name="T52" fmla="*/ 217 w 394"/>
                    <a:gd name="T53" fmla="*/ 2 h 395"/>
                    <a:gd name="T54" fmla="*/ 255 w 394"/>
                    <a:gd name="T55" fmla="*/ 10 h 395"/>
                    <a:gd name="T56" fmla="*/ 290 w 394"/>
                    <a:gd name="T57" fmla="*/ 24 h 395"/>
                    <a:gd name="T58" fmla="*/ 323 w 394"/>
                    <a:gd name="T59" fmla="*/ 46 h 395"/>
                    <a:gd name="T60" fmla="*/ 348 w 394"/>
                    <a:gd name="T61" fmla="*/ 72 h 395"/>
                    <a:gd name="T62" fmla="*/ 370 w 394"/>
                    <a:gd name="T63" fmla="*/ 104 h 395"/>
                    <a:gd name="T64" fmla="*/ 385 w 394"/>
                    <a:gd name="T65" fmla="*/ 139 h 395"/>
                    <a:gd name="T66" fmla="*/ 392 w 394"/>
                    <a:gd name="T67" fmla="*/ 177 h 395"/>
                    <a:gd name="T68" fmla="*/ 394 w 394"/>
                    <a:gd name="T69" fmla="*/ 198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94" h="395">
                      <a:moveTo>
                        <a:pt x="394" y="198"/>
                      </a:moveTo>
                      <a:lnTo>
                        <a:pt x="394" y="198"/>
                      </a:lnTo>
                      <a:lnTo>
                        <a:pt x="392" y="218"/>
                      </a:lnTo>
                      <a:lnTo>
                        <a:pt x="390" y="238"/>
                      </a:lnTo>
                      <a:lnTo>
                        <a:pt x="385" y="256"/>
                      </a:lnTo>
                      <a:lnTo>
                        <a:pt x="379" y="274"/>
                      </a:lnTo>
                      <a:lnTo>
                        <a:pt x="370" y="291"/>
                      </a:lnTo>
                      <a:lnTo>
                        <a:pt x="361" y="307"/>
                      </a:lnTo>
                      <a:lnTo>
                        <a:pt x="348" y="323"/>
                      </a:lnTo>
                      <a:lnTo>
                        <a:pt x="336" y="336"/>
                      </a:lnTo>
                      <a:lnTo>
                        <a:pt x="323" y="349"/>
                      </a:lnTo>
                      <a:lnTo>
                        <a:pt x="306" y="362"/>
                      </a:lnTo>
                      <a:lnTo>
                        <a:pt x="290" y="371"/>
                      </a:lnTo>
                      <a:lnTo>
                        <a:pt x="274" y="380"/>
                      </a:lnTo>
                      <a:lnTo>
                        <a:pt x="255" y="385"/>
                      </a:lnTo>
                      <a:lnTo>
                        <a:pt x="237" y="391"/>
                      </a:lnTo>
                      <a:lnTo>
                        <a:pt x="217" y="393"/>
                      </a:lnTo>
                      <a:lnTo>
                        <a:pt x="197" y="395"/>
                      </a:lnTo>
                      <a:lnTo>
                        <a:pt x="197" y="395"/>
                      </a:lnTo>
                      <a:lnTo>
                        <a:pt x="177" y="393"/>
                      </a:lnTo>
                      <a:lnTo>
                        <a:pt x="157" y="391"/>
                      </a:lnTo>
                      <a:lnTo>
                        <a:pt x="139" y="385"/>
                      </a:lnTo>
                      <a:lnTo>
                        <a:pt x="120" y="380"/>
                      </a:lnTo>
                      <a:lnTo>
                        <a:pt x="104" y="371"/>
                      </a:lnTo>
                      <a:lnTo>
                        <a:pt x="87" y="362"/>
                      </a:lnTo>
                      <a:lnTo>
                        <a:pt x="71" y="349"/>
                      </a:lnTo>
                      <a:lnTo>
                        <a:pt x="58" y="336"/>
                      </a:lnTo>
                      <a:lnTo>
                        <a:pt x="45" y="323"/>
                      </a:lnTo>
                      <a:lnTo>
                        <a:pt x="33" y="307"/>
                      </a:lnTo>
                      <a:lnTo>
                        <a:pt x="24" y="291"/>
                      </a:lnTo>
                      <a:lnTo>
                        <a:pt x="14" y="274"/>
                      </a:lnTo>
                      <a:lnTo>
                        <a:pt x="9" y="256"/>
                      </a:lnTo>
                      <a:lnTo>
                        <a:pt x="4" y="238"/>
                      </a:lnTo>
                      <a:lnTo>
                        <a:pt x="2" y="218"/>
                      </a:lnTo>
                      <a:lnTo>
                        <a:pt x="0" y="198"/>
                      </a:lnTo>
                      <a:lnTo>
                        <a:pt x="0" y="198"/>
                      </a:lnTo>
                      <a:lnTo>
                        <a:pt x="2" y="177"/>
                      </a:lnTo>
                      <a:lnTo>
                        <a:pt x="4" y="157"/>
                      </a:lnTo>
                      <a:lnTo>
                        <a:pt x="9" y="139"/>
                      </a:lnTo>
                      <a:lnTo>
                        <a:pt x="14" y="121"/>
                      </a:lnTo>
                      <a:lnTo>
                        <a:pt x="24" y="104"/>
                      </a:lnTo>
                      <a:lnTo>
                        <a:pt x="33" y="88"/>
                      </a:lnTo>
                      <a:lnTo>
                        <a:pt x="45" y="72"/>
                      </a:lnTo>
                      <a:lnTo>
                        <a:pt x="58" y="59"/>
                      </a:lnTo>
                      <a:lnTo>
                        <a:pt x="71" y="46"/>
                      </a:lnTo>
                      <a:lnTo>
                        <a:pt x="87" y="33"/>
                      </a:lnTo>
                      <a:lnTo>
                        <a:pt x="104" y="24"/>
                      </a:lnTo>
                      <a:lnTo>
                        <a:pt x="120" y="15"/>
                      </a:lnTo>
                      <a:lnTo>
                        <a:pt x="139" y="10"/>
                      </a:lnTo>
                      <a:lnTo>
                        <a:pt x="157" y="4"/>
                      </a:lnTo>
                      <a:lnTo>
                        <a:pt x="177" y="2"/>
                      </a:lnTo>
                      <a:lnTo>
                        <a:pt x="197" y="0"/>
                      </a:lnTo>
                      <a:lnTo>
                        <a:pt x="197" y="0"/>
                      </a:lnTo>
                      <a:lnTo>
                        <a:pt x="217" y="2"/>
                      </a:lnTo>
                      <a:lnTo>
                        <a:pt x="237" y="4"/>
                      </a:lnTo>
                      <a:lnTo>
                        <a:pt x="255" y="10"/>
                      </a:lnTo>
                      <a:lnTo>
                        <a:pt x="274" y="15"/>
                      </a:lnTo>
                      <a:lnTo>
                        <a:pt x="290" y="24"/>
                      </a:lnTo>
                      <a:lnTo>
                        <a:pt x="306" y="33"/>
                      </a:lnTo>
                      <a:lnTo>
                        <a:pt x="323" y="46"/>
                      </a:lnTo>
                      <a:lnTo>
                        <a:pt x="336" y="59"/>
                      </a:lnTo>
                      <a:lnTo>
                        <a:pt x="348" y="72"/>
                      </a:lnTo>
                      <a:lnTo>
                        <a:pt x="361" y="88"/>
                      </a:lnTo>
                      <a:lnTo>
                        <a:pt x="370" y="104"/>
                      </a:lnTo>
                      <a:lnTo>
                        <a:pt x="379" y="121"/>
                      </a:lnTo>
                      <a:lnTo>
                        <a:pt x="385" y="139"/>
                      </a:lnTo>
                      <a:lnTo>
                        <a:pt x="390" y="157"/>
                      </a:lnTo>
                      <a:lnTo>
                        <a:pt x="392" y="177"/>
                      </a:lnTo>
                      <a:lnTo>
                        <a:pt x="394" y="198"/>
                      </a:lnTo>
                      <a:lnTo>
                        <a:pt x="394" y="198"/>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nvGrpSpPr>
                <p:cNvPr id="66" name="Group 65"/>
                <p:cNvGrpSpPr>
                  <a:grpSpLocks/>
                </p:cNvGrpSpPr>
                <p:nvPr/>
              </p:nvGrpSpPr>
              <p:grpSpPr bwMode="auto">
                <a:xfrm>
                  <a:off x="3198" y="2169"/>
                  <a:ext cx="317" cy="104"/>
                  <a:chOff x="1431" y="1843"/>
                  <a:chExt cx="907" cy="295"/>
                </a:xfrm>
                <a:grpFill/>
              </p:grpSpPr>
              <p:sp>
                <p:nvSpPr>
                  <p:cNvPr id="67" name="Freeform 66"/>
                  <p:cNvSpPr>
                    <a:spLocks/>
                  </p:cNvSpPr>
                  <p:nvPr/>
                </p:nvSpPr>
                <p:spPr bwMode="auto">
                  <a:xfrm>
                    <a:off x="1431" y="1843"/>
                    <a:ext cx="907" cy="295"/>
                  </a:xfrm>
                  <a:custGeom>
                    <a:avLst/>
                    <a:gdLst>
                      <a:gd name="T0" fmla="*/ 0 w 4756"/>
                      <a:gd name="T1" fmla="*/ 1576 h 1576"/>
                      <a:gd name="T2" fmla="*/ 50 w 4756"/>
                      <a:gd name="T3" fmla="*/ 1462 h 1576"/>
                      <a:gd name="T4" fmla="*/ 108 w 4756"/>
                      <a:gd name="T5" fmla="*/ 1350 h 1576"/>
                      <a:gd name="T6" fmla="*/ 170 w 4756"/>
                      <a:gd name="T7" fmla="*/ 1242 h 1576"/>
                      <a:gd name="T8" fmla="*/ 238 w 4756"/>
                      <a:gd name="T9" fmla="*/ 1138 h 1576"/>
                      <a:gd name="T10" fmla="*/ 310 w 4756"/>
                      <a:gd name="T11" fmla="*/ 1036 h 1576"/>
                      <a:gd name="T12" fmla="*/ 386 w 4756"/>
                      <a:gd name="T13" fmla="*/ 940 h 1576"/>
                      <a:gd name="T14" fmla="*/ 468 w 4756"/>
                      <a:gd name="T15" fmla="*/ 846 h 1576"/>
                      <a:gd name="T16" fmla="*/ 552 w 4756"/>
                      <a:gd name="T17" fmla="*/ 756 h 1576"/>
                      <a:gd name="T18" fmla="*/ 596 w 4756"/>
                      <a:gd name="T19" fmla="*/ 712 h 1576"/>
                      <a:gd name="T20" fmla="*/ 688 w 4756"/>
                      <a:gd name="T21" fmla="*/ 630 h 1576"/>
                      <a:gd name="T22" fmla="*/ 784 w 4756"/>
                      <a:gd name="T23" fmla="*/ 550 h 1576"/>
                      <a:gd name="T24" fmla="*/ 884 w 4756"/>
                      <a:gd name="T25" fmla="*/ 476 h 1576"/>
                      <a:gd name="T26" fmla="*/ 986 w 4756"/>
                      <a:gd name="T27" fmla="*/ 406 h 1576"/>
                      <a:gd name="T28" fmla="*/ 1092 w 4756"/>
                      <a:gd name="T29" fmla="*/ 342 h 1576"/>
                      <a:gd name="T30" fmla="*/ 1202 w 4756"/>
                      <a:gd name="T31" fmla="*/ 282 h 1576"/>
                      <a:gd name="T32" fmla="*/ 1316 w 4756"/>
                      <a:gd name="T33" fmla="*/ 228 h 1576"/>
                      <a:gd name="T34" fmla="*/ 1374 w 4756"/>
                      <a:gd name="T35" fmla="*/ 202 h 1576"/>
                      <a:gd name="T36" fmla="*/ 1490 w 4756"/>
                      <a:gd name="T37" fmla="*/ 156 h 1576"/>
                      <a:gd name="T38" fmla="*/ 1610 w 4756"/>
                      <a:gd name="T39" fmla="*/ 116 h 1576"/>
                      <a:gd name="T40" fmla="*/ 1732 w 4756"/>
                      <a:gd name="T41" fmla="*/ 80 h 1576"/>
                      <a:gd name="T42" fmla="*/ 1858 w 4756"/>
                      <a:gd name="T43" fmla="*/ 52 h 1576"/>
                      <a:gd name="T44" fmla="*/ 1984 w 4756"/>
                      <a:gd name="T45" fmla="*/ 30 h 1576"/>
                      <a:gd name="T46" fmla="*/ 2114 w 4756"/>
                      <a:gd name="T47" fmla="*/ 12 h 1576"/>
                      <a:gd name="T48" fmla="*/ 2246 w 4756"/>
                      <a:gd name="T49" fmla="*/ 2 h 1576"/>
                      <a:gd name="T50" fmla="*/ 2378 w 4756"/>
                      <a:gd name="T51" fmla="*/ 0 h 1576"/>
                      <a:gd name="T52" fmla="*/ 2444 w 4756"/>
                      <a:gd name="T53" fmla="*/ 0 h 1576"/>
                      <a:gd name="T54" fmla="*/ 2576 w 4756"/>
                      <a:gd name="T55" fmla="*/ 8 h 1576"/>
                      <a:gd name="T56" fmla="*/ 2706 w 4756"/>
                      <a:gd name="T57" fmla="*/ 20 h 1576"/>
                      <a:gd name="T58" fmla="*/ 2834 w 4756"/>
                      <a:gd name="T59" fmla="*/ 40 h 1576"/>
                      <a:gd name="T60" fmla="*/ 2962 w 4756"/>
                      <a:gd name="T61" fmla="*/ 66 h 1576"/>
                      <a:gd name="T62" fmla="*/ 3084 w 4756"/>
                      <a:gd name="T63" fmla="*/ 98 h 1576"/>
                      <a:gd name="T64" fmla="*/ 3206 w 4756"/>
                      <a:gd name="T65" fmla="*/ 136 h 1576"/>
                      <a:gd name="T66" fmla="*/ 3324 w 4756"/>
                      <a:gd name="T67" fmla="*/ 178 h 1576"/>
                      <a:gd name="T68" fmla="*/ 3382 w 4756"/>
                      <a:gd name="T69" fmla="*/ 202 h 1576"/>
                      <a:gd name="T70" fmla="*/ 3498 w 4756"/>
                      <a:gd name="T71" fmla="*/ 254 h 1576"/>
                      <a:gd name="T72" fmla="*/ 3608 w 4756"/>
                      <a:gd name="T73" fmla="*/ 312 h 1576"/>
                      <a:gd name="T74" fmla="*/ 3716 w 4756"/>
                      <a:gd name="T75" fmla="*/ 374 h 1576"/>
                      <a:gd name="T76" fmla="*/ 3822 w 4756"/>
                      <a:gd name="T77" fmla="*/ 440 h 1576"/>
                      <a:gd name="T78" fmla="*/ 3922 w 4756"/>
                      <a:gd name="T79" fmla="*/ 512 h 1576"/>
                      <a:gd name="T80" fmla="*/ 4020 w 4756"/>
                      <a:gd name="T81" fmla="*/ 590 h 1576"/>
                      <a:gd name="T82" fmla="*/ 4114 w 4756"/>
                      <a:gd name="T83" fmla="*/ 670 h 1576"/>
                      <a:gd name="T84" fmla="*/ 4204 w 4756"/>
                      <a:gd name="T85" fmla="*/ 756 h 1576"/>
                      <a:gd name="T86" fmla="*/ 4246 w 4756"/>
                      <a:gd name="T87" fmla="*/ 800 h 1576"/>
                      <a:gd name="T88" fmla="*/ 4330 w 4756"/>
                      <a:gd name="T89" fmla="*/ 892 h 1576"/>
                      <a:gd name="T90" fmla="*/ 4410 w 4756"/>
                      <a:gd name="T91" fmla="*/ 988 h 1576"/>
                      <a:gd name="T92" fmla="*/ 4484 w 4756"/>
                      <a:gd name="T93" fmla="*/ 1086 h 1576"/>
                      <a:gd name="T94" fmla="*/ 4552 w 4756"/>
                      <a:gd name="T95" fmla="*/ 1190 h 1576"/>
                      <a:gd name="T96" fmla="*/ 4618 w 4756"/>
                      <a:gd name="T97" fmla="*/ 1296 h 1576"/>
                      <a:gd name="T98" fmla="*/ 4678 w 4756"/>
                      <a:gd name="T99" fmla="*/ 1406 h 1576"/>
                      <a:gd name="T100" fmla="*/ 4732 w 4756"/>
                      <a:gd name="T101" fmla="*/ 1518 h 1576"/>
                      <a:gd name="T102" fmla="*/ 0 w 4756"/>
                      <a:gd name="T103"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p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sp>
                <p:nvSpPr>
                  <p:cNvPr id="68" name="Oval 67"/>
                  <p:cNvSpPr>
                    <a:spLocks noChangeArrowheads="1"/>
                  </p:cNvSpPr>
                  <p:nvPr/>
                </p:nvSpPr>
                <p:spPr bwMode="auto">
                  <a:xfrm>
                    <a:off x="1771" y="1843"/>
                    <a:ext cx="227" cy="204"/>
                  </a:xfrm>
                  <a:prstGeom prst="ellipse">
                    <a:avLst/>
                  </a:pr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latinLnBrk="1"/>
                    <a:endParaRPr kumimoji="1" lang="zh-CN" altLang="en-US">
                      <a:latin typeface="굴림" charset="-127"/>
                      <a:ea typeface="굴림" charset="-127"/>
                    </a:endParaRPr>
                  </a:p>
                </p:txBody>
              </p:sp>
            </p:grpSp>
          </p:grpSp>
        </p:grpSp>
      </p:grpSp>
      <p:sp>
        <p:nvSpPr>
          <p:cNvPr id="69" name="TextBox 59"/>
          <p:cNvSpPr txBox="1">
            <a:spLocks noChangeArrowheads="1"/>
          </p:cNvSpPr>
          <p:nvPr/>
        </p:nvSpPr>
        <p:spPr bwMode="auto">
          <a:xfrm flipH="1">
            <a:off x="5329543" y="3324288"/>
            <a:ext cx="1993925" cy="253920"/>
          </a:xfrm>
          <a:prstGeom prst="rect">
            <a:avLst/>
          </a:prstGeom>
          <a:noFill/>
          <a:ln>
            <a:noFill/>
          </a:ln>
        </p:spPr>
        <p:txBody>
          <a:bodyPr wrap="square" lIns="68585" tIns="34292" rIns="68585" bIns="34292">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defRPr/>
            </a:pPr>
            <a:r>
              <a:rPr lang="zh-CN" altLang="en-US" sz="1200" dirty="0">
                <a:solidFill>
                  <a:schemeClr val="tx1">
                    <a:lumMod val="75000"/>
                    <a:lumOff val="25000"/>
                  </a:schemeClr>
                </a:solidFill>
                <a:latin typeface="微软雅黑" pitchFamily="34" charset="-122"/>
                <a:ea typeface="微软雅黑" pitchFamily="34" charset="-122"/>
              </a:rPr>
              <a:t>点击此处输入内容</a:t>
            </a:r>
            <a:endParaRPr lang="en-US" altLang="ko-KR" sz="1200" kern="0" dirty="0">
              <a:solidFill>
                <a:schemeClr val="tx1">
                  <a:lumMod val="75000"/>
                  <a:lumOff val="25000"/>
                </a:schemeClr>
              </a:solidFill>
              <a:latin typeface="微软雅黑" pitchFamily="34" charset="-122"/>
              <a:ea typeface="微软雅黑" pitchFamily="34" charset="-122"/>
            </a:endParaRPr>
          </a:p>
        </p:txBody>
      </p:sp>
      <p:sp>
        <p:nvSpPr>
          <p:cNvPr id="70" name="矩形 17"/>
          <p:cNvSpPr>
            <a:spLocks noChangeArrowheads="1"/>
          </p:cNvSpPr>
          <p:nvPr/>
        </p:nvSpPr>
        <p:spPr bwMode="auto">
          <a:xfrm>
            <a:off x="5422207" y="3657266"/>
            <a:ext cx="2412803" cy="56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2" rIns="68585" bIns="34292">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sym typeface="微软雅黑" pitchFamily="34" charset="-122"/>
              </a:rPr>
              <a:t>在此录入上述图片的综合描述说明，在此录入图片的综合描述说明，在此录入上述图片的综合描述说明。</a:t>
            </a:r>
            <a:endParaRPr lang="zh-CN" altLang="en-US" sz="900" dirty="0">
              <a:solidFill>
                <a:schemeClr val="tx1">
                  <a:lumMod val="50000"/>
                  <a:lumOff val="50000"/>
                </a:schemeClr>
              </a:solidFill>
              <a:ea typeface="微软雅黑" pitchFamily="34" charset="-122"/>
            </a:endParaRPr>
          </a:p>
        </p:txBody>
      </p:sp>
      <p:sp>
        <p:nvSpPr>
          <p:cNvPr id="71" name="TextBox 68"/>
          <p:cNvSpPr txBox="1"/>
          <p:nvPr/>
        </p:nvSpPr>
        <p:spPr>
          <a:xfrm>
            <a:off x="4281300" y="2802262"/>
            <a:ext cx="468585" cy="438586"/>
          </a:xfrm>
          <a:prstGeom prst="rect">
            <a:avLst/>
          </a:prstGeom>
          <a:noFill/>
        </p:spPr>
        <p:txBody>
          <a:bodyPr wrap="square" lIns="68585" tIns="34292" rIns="68585" bIns="34292" rtlCol="0">
            <a:spAutoFit/>
          </a:bodyPr>
          <a:lstStyle/>
          <a:p>
            <a:r>
              <a:rPr lang="zh-CN" altLang="en-US" sz="1200" dirty="0">
                <a:solidFill>
                  <a:schemeClr val="tx1">
                    <a:lumMod val="75000"/>
                    <a:lumOff val="25000"/>
                  </a:schemeClr>
                </a:solidFill>
                <a:latin typeface="微软雅黑" pitchFamily="34" charset="-122"/>
                <a:ea typeface="微软雅黑" pitchFamily="34" charset="-122"/>
              </a:rPr>
              <a:t>标签文字</a:t>
            </a:r>
          </a:p>
        </p:txBody>
      </p:sp>
      <p:sp>
        <p:nvSpPr>
          <p:cNvPr id="72" name="TextBox 69"/>
          <p:cNvSpPr txBox="1"/>
          <p:nvPr/>
        </p:nvSpPr>
        <p:spPr>
          <a:xfrm>
            <a:off x="2159732" y="2788568"/>
            <a:ext cx="468585" cy="438586"/>
          </a:xfrm>
          <a:prstGeom prst="rect">
            <a:avLst/>
          </a:prstGeom>
          <a:noFill/>
        </p:spPr>
        <p:txBody>
          <a:bodyPr wrap="square" lIns="68585" tIns="34292" rIns="68585" bIns="34292" rtlCol="0">
            <a:spAutoFit/>
          </a:bodyPr>
          <a:lstStyle/>
          <a:p>
            <a:pPr algn="ctr"/>
            <a:r>
              <a:rPr lang="zh-CN" altLang="en-US" sz="1200" dirty="0">
                <a:solidFill>
                  <a:schemeClr val="tx1">
                    <a:lumMod val="75000"/>
                    <a:lumOff val="25000"/>
                  </a:schemeClr>
                </a:solidFill>
                <a:latin typeface="微软雅黑" pitchFamily="34" charset="-122"/>
                <a:ea typeface="微软雅黑" pitchFamily="34" charset="-122"/>
              </a:rPr>
              <a:t>标签文字</a:t>
            </a:r>
          </a:p>
        </p:txBody>
      </p:sp>
      <p:sp>
        <p:nvSpPr>
          <p:cNvPr id="73" name="TextBox 59"/>
          <p:cNvSpPr txBox="1">
            <a:spLocks noChangeArrowheads="1"/>
          </p:cNvSpPr>
          <p:nvPr/>
        </p:nvSpPr>
        <p:spPr bwMode="auto">
          <a:xfrm flipH="1">
            <a:off x="5329543" y="1696585"/>
            <a:ext cx="1993925" cy="253920"/>
          </a:xfrm>
          <a:prstGeom prst="rect">
            <a:avLst/>
          </a:prstGeom>
          <a:noFill/>
          <a:ln>
            <a:noFill/>
          </a:ln>
        </p:spPr>
        <p:txBody>
          <a:bodyPr wrap="square" lIns="68585" tIns="34292" rIns="68585" bIns="34292">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defRPr/>
            </a:pPr>
            <a:r>
              <a:rPr lang="zh-CN" altLang="en-US" sz="1200" dirty="0">
                <a:solidFill>
                  <a:schemeClr val="tx1">
                    <a:lumMod val="75000"/>
                    <a:lumOff val="25000"/>
                  </a:schemeClr>
                </a:solidFill>
                <a:latin typeface="微软雅黑" pitchFamily="34" charset="-122"/>
                <a:ea typeface="微软雅黑" pitchFamily="34" charset="-122"/>
              </a:rPr>
              <a:t>点击此处输入内容</a:t>
            </a:r>
            <a:endParaRPr lang="en-US" altLang="ko-KR" sz="1200" kern="0" dirty="0">
              <a:solidFill>
                <a:schemeClr val="tx1">
                  <a:lumMod val="75000"/>
                  <a:lumOff val="25000"/>
                </a:schemeClr>
              </a:solidFill>
              <a:latin typeface="微软雅黑" pitchFamily="34" charset="-122"/>
              <a:ea typeface="微软雅黑" pitchFamily="34" charset="-122"/>
            </a:endParaRPr>
          </a:p>
        </p:txBody>
      </p:sp>
      <p:sp>
        <p:nvSpPr>
          <p:cNvPr id="74" name="矩形 17"/>
          <p:cNvSpPr>
            <a:spLocks noChangeArrowheads="1"/>
          </p:cNvSpPr>
          <p:nvPr/>
        </p:nvSpPr>
        <p:spPr bwMode="auto">
          <a:xfrm>
            <a:off x="5422207" y="2031092"/>
            <a:ext cx="2412803" cy="734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5" tIns="34292" rIns="68585" bIns="34292">
            <a:spAutoFit/>
          </a:bodyPr>
          <a:lstStyle/>
          <a:p>
            <a:pPr>
              <a:lnSpc>
                <a:spcPct val="120000"/>
              </a:lnSpc>
            </a:pPr>
            <a:r>
              <a:rPr lang="zh-CN" altLang="en-US" sz="900" dirty="0">
                <a:solidFill>
                  <a:schemeClr val="tx1">
                    <a:lumMod val="50000"/>
                    <a:lumOff val="50000"/>
                  </a:schemeClr>
                </a:solidFill>
                <a:latin typeface="微软雅黑" pitchFamily="34" charset="-122"/>
                <a:ea typeface="微软雅黑" pitchFamily="34" charset="-122"/>
                <a:sym typeface="微软雅黑" pitchFamily="34" charset="-122"/>
              </a:rPr>
              <a:t>在此录入上述图片的综合描述说明，在此录入上述图片的综合描述说明，在此录入上述图片的综合描述说明，在此录入上述图片的综合描述说明。</a:t>
            </a:r>
            <a:endParaRPr lang="zh-CN" altLang="en-US" sz="900" dirty="0">
              <a:solidFill>
                <a:schemeClr val="tx1">
                  <a:lumMod val="50000"/>
                  <a:lumOff val="50000"/>
                </a:schemeClr>
              </a:solidFill>
              <a:ea typeface="微软雅黑" pitchFamily="34" charset="-122"/>
            </a:endParaRPr>
          </a:p>
        </p:txBody>
      </p:sp>
    </p:spTree>
    <p:extLst>
      <p:ext uri="{BB962C8B-B14F-4D97-AF65-F5344CB8AC3E}">
        <p14:creationId xmlns:p14="http://schemas.microsoft.com/office/powerpoint/2010/main" val="663425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250"/>
                                        <p:tgtEl>
                                          <p:spTgt spid="6"/>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childTnLst>
                          </p:cTn>
                        </p:par>
                        <p:par>
                          <p:cTn id="11" fill="hold">
                            <p:stCondLst>
                              <p:cond delay="1500"/>
                            </p:stCondLst>
                            <p:childTnLst>
                              <p:par>
                                <p:cTn id="12" presetID="10" presetClass="entr" presetSubtype="0" fill="hold" grpId="0" nodeType="afterEffect">
                                  <p:stCondLst>
                                    <p:cond delay="0"/>
                                  </p:stCondLst>
                                  <p:childTnLst>
                                    <p:set>
                                      <p:cBhvr>
                                        <p:cTn id="13" dur="1" fill="hold">
                                          <p:stCondLst>
                                            <p:cond delay="0"/>
                                          </p:stCondLst>
                                        </p:cTn>
                                        <p:tgtEl>
                                          <p:spTgt spid="71"/>
                                        </p:tgtEl>
                                        <p:attrNameLst>
                                          <p:attrName>style.visibility</p:attrName>
                                        </p:attrNameLst>
                                      </p:cBhvr>
                                      <p:to>
                                        <p:strVal val="visible"/>
                                      </p:to>
                                    </p:set>
                                    <p:animEffect transition="in" filter="fade">
                                      <p:cBhvr>
                                        <p:cTn id="14" dur="500"/>
                                        <p:tgtEl>
                                          <p:spTgt spid="71"/>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wipe(left)">
                                      <p:cBhvr>
                                        <p:cTn id="22" dur="500"/>
                                        <p:tgtEl>
                                          <p:spTgt spid="73"/>
                                        </p:tgtEl>
                                      </p:cBhvr>
                                    </p:animEffect>
                                  </p:childTnLst>
                                </p:cTn>
                              </p:par>
                            </p:childTnLst>
                          </p:cTn>
                        </p:par>
                        <p:par>
                          <p:cTn id="23" fill="hold">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wipe(left)">
                                      <p:cBhvr>
                                        <p:cTn id="26" dur="500"/>
                                        <p:tgtEl>
                                          <p:spTgt spid="74"/>
                                        </p:tgtEl>
                                      </p:cBhvr>
                                    </p:animEffect>
                                  </p:childTnLst>
                                </p:cTn>
                              </p:par>
                            </p:childTnLst>
                          </p:cTn>
                        </p:par>
                        <p:par>
                          <p:cTn id="27" fill="hold">
                            <p:stCondLst>
                              <p:cond delay="3500"/>
                            </p:stCondLst>
                            <p:childTnLst>
                              <p:par>
                                <p:cTn id="28" presetID="10" presetClass="entr" presetSubtype="0" fill="hold" nodeType="after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childTnLst>
                          </p:cTn>
                        </p:par>
                        <p:par>
                          <p:cTn id="31" fill="hold">
                            <p:stCondLst>
                              <p:cond delay="4000"/>
                            </p:stCondLst>
                            <p:childTnLst>
                              <p:par>
                                <p:cTn id="32" presetID="22" presetClass="entr" presetSubtype="8" fill="hold" grpId="0" nodeType="after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wipe(left)">
                                      <p:cBhvr>
                                        <p:cTn id="34" dur="500"/>
                                        <p:tgtEl>
                                          <p:spTgt spid="69"/>
                                        </p:tgtEl>
                                      </p:cBhvr>
                                    </p:animEffect>
                                  </p:childTnLst>
                                </p:cTn>
                              </p:par>
                            </p:childTnLst>
                          </p:cTn>
                        </p:par>
                        <p:par>
                          <p:cTn id="35" fill="hold">
                            <p:stCondLst>
                              <p:cond delay="4500"/>
                            </p:stCondLst>
                            <p:childTnLst>
                              <p:par>
                                <p:cTn id="36" presetID="22" presetClass="entr" presetSubtype="8" fill="hold" grpId="0"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wipe(left)">
                                      <p:cBhvr>
                                        <p:cTn id="38" dur="500"/>
                                        <p:tgtEl>
                                          <p:spTgt spid="70"/>
                                        </p:tgtEl>
                                      </p:cBhvr>
                                    </p:animEffect>
                                  </p:childTnLst>
                                </p:cTn>
                              </p:par>
                              <p:par>
                                <p:cTn id="39" presetID="8" presetClass="emph" presetSubtype="0" fill="hold" nodeType="withEffect">
                                  <p:stCondLst>
                                    <p:cond delay="250"/>
                                  </p:stCondLst>
                                  <p:childTnLst>
                                    <p:animRot by="21600000">
                                      <p:cBhvr>
                                        <p:cTn id="40" dur="2250" fill="hold"/>
                                        <p:tgtEl>
                                          <p:spTgt spid="46"/>
                                        </p:tgtEl>
                                        <p:attrNameLst>
                                          <p:attrName>r</p:attrName>
                                        </p:attrNameLst>
                                      </p:cBhvr>
                                    </p:animRot>
                                  </p:childTnLst>
                                </p:cTn>
                              </p:par>
                              <p:par>
                                <p:cTn id="41" presetID="8" presetClass="emph" presetSubtype="0" fill="hold" nodeType="withEffect">
                                  <p:stCondLst>
                                    <p:cond delay="250"/>
                                  </p:stCondLst>
                                  <p:childTnLst>
                                    <p:animRot by="21600000">
                                      <p:cBhvr>
                                        <p:cTn id="42" dur="2250" fill="hold"/>
                                        <p:tgtEl>
                                          <p:spTgt spid="5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P spid="7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24"/>
          <p:cNvSpPr txBox="1"/>
          <p:nvPr/>
        </p:nvSpPr>
        <p:spPr>
          <a:xfrm>
            <a:off x="521494" y="865565"/>
            <a:ext cx="8109590" cy="512961"/>
          </a:xfrm>
          <a:prstGeom prst="rect">
            <a:avLst/>
          </a:prstGeom>
          <a:noFill/>
        </p:spPr>
        <p:txBody>
          <a:bodyPr wrap="square" lIns="0" tIns="0" rIns="0" bIns="0" rtlCol="0">
            <a:spAutoFit/>
          </a:bodyPr>
          <a:lstStyle/>
          <a:p>
            <a:pPr algn="just">
              <a:lnSpc>
                <a:spcPts val="1950"/>
              </a:lnSpc>
            </a:pPr>
            <a:r>
              <a:rPr lang="zh-CN" altLang="en-US" sz="853" dirty="0">
                <a:solidFill>
                  <a:schemeClr val="bg1">
                    <a:lumMod val="50000"/>
                  </a:schemeClr>
                </a:solidFill>
                <a:latin typeface="微软雅黑 Light" pitchFamily="34" charset="-122"/>
                <a:ea typeface="微软雅黑 Light" pitchFamily="34" charset="-122"/>
              </a:rPr>
              <a:t>点击输入简要文字内容，文字内容需概括精炼，不用多余的文字修饰，言简意赅的说明分项内容。点击输入简要文字内容，文字内容需概括精炼，言简意赅的说明分项内容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Light" pitchFamily="34" charset="-122"/>
                <a:ea typeface="微软雅黑 Light" pitchFamily="34" charset="-122"/>
              </a:rPr>
              <a:t>……</a:t>
            </a:r>
          </a:p>
        </p:txBody>
      </p:sp>
      <p:sp>
        <p:nvSpPr>
          <p:cNvPr id="6" name="椭圆 5"/>
          <p:cNvSpPr/>
          <p:nvPr/>
        </p:nvSpPr>
        <p:spPr>
          <a:xfrm>
            <a:off x="3769826" y="2437382"/>
            <a:ext cx="1600200" cy="16001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37" name="TextBox 19"/>
          <p:cNvSpPr txBox="1"/>
          <p:nvPr/>
        </p:nvSpPr>
        <p:spPr>
          <a:xfrm>
            <a:off x="4136133" y="2775798"/>
            <a:ext cx="867586" cy="919354"/>
          </a:xfrm>
          <a:prstGeom prst="rect">
            <a:avLst/>
          </a:prstGeom>
          <a:noFill/>
        </p:spPr>
        <p:txBody>
          <a:bodyPr wrap="square" lIns="0" tIns="0" rIns="0" bIns="0" rtlCol="0">
            <a:spAutoFit/>
          </a:bodyPr>
          <a:lstStyle/>
          <a:p>
            <a:pPr algn="ctr"/>
            <a:r>
              <a:rPr lang="zh-CN" altLang="en-US" sz="2987" b="1" dirty="0">
                <a:solidFill>
                  <a:schemeClr val="bg1"/>
                </a:solidFill>
                <a:latin typeface="微软雅黑" panose="020B0503020204020204" pitchFamily="34" charset="-122"/>
                <a:ea typeface="微软雅黑" panose="020B0503020204020204" pitchFamily="34" charset="-122"/>
              </a:rPr>
              <a:t>四点建议 </a:t>
            </a:r>
          </a:p>
        </p:txBody>
      </p:sp>
      <p:sp>
        <p:nvSpPr>
          <p:cNvPr id="45" name="任意多边形 44"/>
          <p:cNvSpPr/>
          <p:nvPr/>
        </p:nvSpPr>
        <p:spPr>
          <a:xfrm>
            <a:off x="521496" y="1654494"/>
            <a:ext cx="3919271" cy="1464183"/>
          </a:xfrm>
          <a:custGeom>
            <a:avLst/>
            <a:gdLst>
              <a:gd name="connsiteX0" fmla="*/ 206207 w 5225694"/>
              <a:gd name="connsiteY0" fmla="*/ 0 h 1952352"/>
              <a:gd name="connsiteX1" fmla="*/ 5019487 w 5225694"/>
              <a:gd name="connsiteY1" fmla="*/ 0 h 1952352"/>
              <a:gd name="connsiteX2" fmla="*/ 5225694 w 5225694"/>
              <a:gd name="connsiteY2" fmla="*/ 206207 h 1952352"/>
              <a:gd name="connsiteX3" fmla="*/ 5225694 w 5225694"/>
              <a:gd name="connsiteY3" fmla="*/ 825272 h 1952352"/>
              <a:gd name="connsiteX4" fmla="*/ 5136284 w 5225694"/>
              <a:gd name="connsiteY4" fmla="*/ 838917 h 1952352"/>
              <a:gd name="connsiteX5" fmla="*/ 4126117 w 5225694"/>
              <a:gd name="connsiteY5" fmla="*/ 1849083 h 1952352"/>
              <a:gd name="connsiteX6" fmla="*/ 4115707 w 5225694"/>
              <a:gd name="connsiteY6" fmla="*/ 1952352 h 1952352"/>
              <a:gd name="connsiteX7" fmla="*/ 206207 w 5225694"/>
              <a:gd name="connsiteY7" fmla="*/ 1952352 h 1952352"/>
              <a:gd name="connsiteX8" fmla="*/ 0 w 5225694"/>
              <a:gd name="connsiteY8" fmla="*/ 1746145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5019487" y="0"/>
                </a:lnTo>
                <a:cubicBezTo>
                  <a:pt x="5133372" y="0"/>
                  <a:pt x="5225694" y="92322"/>
                  <a:pt x="5225694" y="206207"/>
                </a:cubicBezTo>
                <a:lnTo>
                  <a:pt x="5225694" y="825272"/>
                </a:lnTo>
                <a:lnTo>
                  <a:pt x="5136284" y="838917"/>
                </a:lnTo>
                <a:cubicBezTo>
                  <a:pt x="4629239" y="942674"/>
                  <a:pt x="4229874" y="1342039"/>
                  <a:pt x="4126117" y="1849083"/>
                </a:cubicBezTo>
                <a:lnTo>
                  <a:pt x="4115707" y="1952352"/>
                </a:lnTo>
                <a:lnTo>
                  <a:pt x="206207" y="1952352"/>
                </a:lnTo>
                <a:cubicBezTo>
                  <a:pt x="92322" y="1952352"/>
                  <a:pt x="0" y="1860030"/>
                  <a:pt x="0" y="1746145"/>
                </a:cubicBez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6" name="任意多边形 45"/>
          <p:cNvSpPr/>
          <p:nvPr/>
        </p:nvSpPr>
        <p:spPr>
          <a:xfrm>
            <a:off x="4699089" y="1654494"/>
            <a:ext cx="3919271" cy="1464183"/>
          </a:xfrm>
          <a:custGeom>
            <a:avLst/>
            <a:gdLst>
              <a:gd name="connsiteX0" fmla="*/ 206207 w 5225694"/>
              <a:gd name="connsiteY0" fmla="*/ 0 h 1952352"/>
              <a:gd name="connsiteX1" fmla="*/ 5019487 w 5225694"/>
              <a:gd name="connsiteY1" fmla="*/ 0 h 1952352"/>
              <a:gd name="connsiteX2" fmla="*/ 5225694 w 5225694"/>
              <a:gd name="connsiteY2" fmla="*/ 206207 h 1952352"/>
              <a:gd name="connsiteX3" fmla="*/ 5225694 w 5225694"/>
              <a:gd name="connsiteY3" fmla="*/ 1746145 h 1952352"/>
              <a:gd name="connsiteX4" fmla="*/ 5019487 w 5225694"/>
              <a:gd name="connsiteY4" fmla="*/ 1952352 h 1952352"/>
              <a:gd name="connsiteX5" fmla="*/ 1109988 w 5225694"/>
              <a:gd name="connsiteY5" fmla="*/ 1952352 h 1952352"/>
              <a:gd name="connsiteX6" fmla="*/ 1099577 w 5225694"/>
              <a:gd name="connsiteY6" fmla="*/ 1849083 h 1952352"/>
              <a:gd name="connsiteX7" fmla="*/ 89411 w 5225694"/>
              <a:gd name="connsiteY7" fmla="*/ 838917 h 1952352"/>
              <a:gd name="connsiteX8" fmla="*/ 0 w 5225694"/>
              <a:gd name="connsiteY8" fmla="*/ 825272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5019487" y="0"/>
                </a:lnTo>
                <a:cubicBezTo>
                  <a:pt x="5133372" y="0"/>
                  <a:pt x="5225694" y="92322"/>
                  <a:pt x="5225694" y="206207"/>
                </a:cubicBezTo>
                <a:lnTo>
                  <a:pt x="5225694" y="1746145"/>
                </a:lnTo>
                <a:cubicBezTo>
                  <a:pt x="5225694" y="1860030"/>
                  <a:pt x="5133372" y="1952352"/>
                  <a:pt x="5019487" y="1952352"/>
                </a:cubicBezTo>
                <a:lnTo>
                  <a:pt x="1109988" y="1952352"/>
                </a:lnTo>
                <a:lnTo>
                  <a:pt x="1099577" y="1849083"/>
                </a:lnTo>
                <a:cubicBezTo>
                  <a:pt x="995821" y="1342039"/>
                  <a:pt x="596456" y="942674"/>
                  <a:pt x="89411" y="838917"/>
                </a:cubicBezTo>
                <a:lnTo>
                  <a:pt x="0" y="825272"/>
                </a:ln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8" name="任意多边形 47"/>
          <p:cNvSpPr/>
          <p:nvPr/>
        </p:nvSpPr>
        <p:spPr>
          <a:xfrm>
            <a:off x="521496" y="3356200"/>
            <a:ext cx="3919271" cy="1464183"/>
          </a:xfrm>
          <a:custGeom>
            <a:avLst/>
            <a:gdLst>
              <a:gd name="connsiteX0" fmla="*/ 206207 w 5225694"/>
              <a:gd name="connsiteY0" fmla="*/ 0 h 1952352"/>
              <a:gd name="connsiteX1" fmla="*/ 4115707 w 5225694"/>
              <a:gd name="connsiteY1" fmla="*/ 0 h 1952352"/>
              <a:gd name="connsiteX2" fmla="*/ 4126117 w 5225694"/>
              <a:gd name="connsiteY2" fmla="*/ 103268 h 1952352"/>
              <a:gd name="connsiteX3" fmla="*/ 5136284 w 5225694"/>
              <a:gd name="connsiteY3" fmla="*/ 1113434 h 1952352"/>
              <a:gd name="connsiteX4" fmla="*/ 5225694 w 5225694"/>
              <a:gd name="connsiteY4" fmla="*/ 1127080 h 1952352"/>
              <a:gd name="connsiteX5" fmla="*/ 5225694 w 5225694"/>
              <a:gd name="connsiteY5" fmla="*/ 1746145 h 1952352"/>
              <a:gd name="connsiteX6" fmla="*/ 5019487 w 5225694"/>
              <a:gd name="connsiteY6" fmla="*/ 1952352 h 1952352"/>
              <a:gd name="connsiteX7" fmla="*/ 206207 w 5225694"/>
              <a:gd name="connsiteY7" fmla="*/ 1952352 h 1952352"/>
              <a:gd name="connsiteX8" fmla="*/ 0 w 5225694"/>
              <a:gd name="connsiteY8" fmla="*/ 1746145 h 1952352"/>
              <a:gd name="connsiteX9" fmla="*/ 0 w 5225694"/>
              <a:gd name="connsiteY9" fmla="*/ 206207 h 1952352"/>
              <a:gd name="connsiteX10" fmla="*/ 206207 w 5225694"/>
              <a:gd name="connsiteY10" fmla="*/ 0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5694" h="1952352">
                <a:moveTo>
                  <a:pt x="206207" y="0"/>
                </a:moveTo>
                <a:lnTo>
                  <a:pt x="4115707" y="0"/>
                </a:lnTo>
                <a:lnTo>
                  <a:pt x="4126117" y="103268"/>
                </a:lnTo>
                <a:cubicBezTo>
                  <a:pt x="4229874" y="610313"/>
                  <a:pt x="4629239" y="1009678"/>
                  <a:pt x="5136284" y="1113434"/>
                </a:cubicBezTo>
                <a:lnTo>
                  <a:pt x="5225694" y="1127080"/>
                </a:lnTo>
                <a:lnTo>
                  <a:pt x="5225694" y="1746145"/>
                </a:lnTo>
                <a:cubicBezTo>
                  <a:pt x="5225694" y="1860030"/>
                  <a:pt x="5133372" y="1952352"/>
                  <a:pt x="5019487" y="1952352"/>
                </a:cubicBezTo>
                <a:lnTo>
                  <a:pt x="206207" y="1952352"/>
                </a:lnTo>
                <a:cubicBezTo>
                  <a:pt x="92322" y="1952352"/>
                  <a:pt x="0" y="1860030"/>
                  <a:pt x="0" y="1746145"/>
                </a:cubicBezTo>
                <a:lnTo>
                  <a:pt x="0" y="206207"/>
                </a:lnTo>
                <a:cubicBezTo>
                  <a:pt x="0" y="92322"/>
                  <a:pt x="92322" y="0"/>
                  <a:pt x="206207" y="0"/>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7" name="任意多边形 46"/>
          <p:cNvSpPr/>
          <p:nvPr/>
        </p:nvSpPr>
        <p:spPr>
          <a:xfrm>
            <a:off x="4699089" y="3356200"/>
            <a:ext cx="3919271" cy="1464183"/>
          </a:xfrm>
          <a:custGeom>
            <a:avLst/>
            <a:gdLst>
              <a:gd name="connsiteX0" fmla="*/ 1109987 w 5225694"/>
              <a:gd name="connsiteY0" fmla="*/ 0 h 1952352"/>
              <a:gd name="connsiteX1" fmla="*/ 5019487 w 5225694"/>
              <a:gd name="connsiteY1" fmla="*/ 0 h 1952352"/>
              <a:gd name="connsiteX2" fmla="*/ 5225694 w 5225694"/>
              <a:gd name="connsiteY2" fmla="*/ 206207 h 1952352"/>
              <a:gd name="connsiteX3" fmla="*/ 5225694 w 5225694"/>
              <a:gd name="connsiteY3" fmla="*/ 1746145 h 1952352"/>
              <a:gd name="connsiteX4" fmla="*/ 5019487 w 5225694"/>
              <a:gd name="connsiteY4" fmla="*/ 1952352 h 1952352"/>
              <a:gd name="connsiteX5" fmla="*/ 206207 w 5225694"/>
              <a:gd name="connsiteY5" fmla="*/ 1952352 h 1952352"/>
              <a:gd name="connsiteX6" fmla="*/ 0 w 5225694"/>
              <a:gd name="connsiteY6" fmla="*/ 1746145 h 1952352"/>
              <a:gd name="connsiteX7" fmla="*/ 0 w 5225694"/>
              <a:gd name="connsiteY7" fmla="*/ 1127080 h 1952352"/>
              <a:gd name="connsiteX8" fmla="*/ 89411 w 5225694"/>
              <a:gd name="connsiteY8" fmla="*/ 1113434 h 1952352"/>
              <a:gd name="connsiteX9" fmla="*/ 1099577 w 5225694"/>
              <a:gd name="connsiteY9" fmla="*/ 103268 h 195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25694" h="1952352">
                <a:moveTo>
                  <a:pt x="1109987" y="0"/>
                </a:moveTo>
                <a:lnTo>
                  <a:pt x="5019487" y="0"/>
                </a:lnTo>
                <a:cubicBezTo>
                  <a:pt x="5133372" y="0"/>
                  <a:pt x="5225694" y="92322"/>
                  <a:pt x="5225694" y="206207"/>
                </a:cubicBezTo>
                <a:lnTo>
                  <a:pt x="5225694" y="1746145"/>
                </a:lnTo>
                <a:cubicBezTo>
                  <a:pt x="5225694" y="1860030"/>
                  <a:pt x="5133372" y="1952352"/>
                  <a:pt x="5019487" y="1952352"/>
                </a:cubicBezTo>
                <a:lnTo>
                  <a:pt x="206207" y="1952352"/>
                </a:lnTo>
                <a:cubicBezTo>
                  <a:pt x="92322" y="1952352"/>
                  <a:pt x="0" y="1860030"/>
                  <a:pt x="0" y="1746145"/>
                </a:cubicBezTo>
                <a:lnTo>
                  <a:pt x="0" y="1127080"/>
                </a:lnTo>
                <a:lnTo>
                  <a:pt x="89411" y="1113434"/>
                </a:lnTo>
                <a:cubicBezTo>
                  <a:pt x="596456" y="1009678"/>
                  <a:pt x="995821" y="610313"/>
                  <a:pt x="1099577" y="103268"/>
                </a:cubicBezTo>
                <a:close/>
              </a:path>
            </a:pathLst>
          </a:cu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a:endParaRPr lang="zh-CN" altLang="en-US" sz="1280"/>
          </a:p>
        </p:txBody>
      </p:sp>
      <p:sp>
        <p:nvSpPr>
          <p:cNvPr id="49" name="TextBox 29"/>
          <p:cNvSpPr txBox="1"/>
          <p:nvPr/>
        </p:nvSpPr>
        <p:spPr>
          <a:xfrm>
            <a:off x="845586" y="2319942"/>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0" name="TextBox 30"/>
          <p:cNvSpPr txBox="1"/>
          <p:nvPr/>
        </p:nvSpPr>
        <p:spPr>
          <a:xfrm>
            <a:off x="845586" y="1850122"/>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建议之一</a:t>
            </a:r>
          </a:p>
        </p:txBody>
      </p:sp>
      <p:sp>
        <p:nvSpPr>
          <p:cNvPr id="51" name="TextBox 29"/>
          <p:cNvSpPr txBox="1"/>
          <p:nvPr/>
        </p:nvSpPr>
        <p:spPr>
          <a:xfrm>
            <a:off x="5803181" y="2319942"/>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2" name="TextBox 30"/>
          <p:cNvSpPr txBox="1"/>
          <p:nvPr/>
        </p:nvSpPr>
        <p:spPr>
          <a:xfrm>
            <a:off x="5803180" y="1850122"/>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建议之二</a:t>
            </a:r>
          </a:p>
        </p:txBody>
      </p:sp>
      <p:sp>
        <p:nvSpPr>
          <p:cNvPr id="53" name="TextBox 29"/>
          <p:cNvSpPr txBox="1"/>
          <p:nvPr/>
        </p:nvSpPr>
        <p:spPr>
          <a:xfrm>
            <a:off x="845586" y="4048635"/>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4" name="TextBox 30"/>
          <p:cNvSpPr txBox="1"/>
          <p:nvPr/>
        </p:nvSpPr>
        <p:spPr>
          <a:xfrm>
            <a:off x="845586" y="3578817"/>
            <a:ext cx="1397126" cy="328231"/>
          </a:xfrm>
          <a:prstGeom prst="rect">
            <a:avLst/>
          </a:prstGeom>
          <a:noFill/>
        </p:spPr>
        <p:txBody>
          <a:bodyPr wrap="square" lIns="0" tIns="0" rIns="0" bIns="0" rtlCol="0">
            <a:spAutoFit/>
          </a:bodyPr>
          <a:lstStyle/>
          <a:p>
            <a:r>
              <a:rPr lang="zh-CN" altLang="en-US" sz="2133" b="1" dirty="0">
                <a:solidFill>
                  <a:schemeClr val="accent1"/>
                </a:solidFill>
                <a:latin typeface="微软雅黑" pitchFamily="34" charset="-122"/>
                <a:ea typeface="微软雅黑" pitchFamily="34" charset="-122"/>
              </a:rPr>
              <a:t>建议之三</a:t>
            </a:r>
          </a:p>
        </p:txBody>
      </p:sp>
      <p:sp>
        <p:nvSpPr>
          <p:cNvPr id="55" name="TextBox 29"/>
          <p:cNvSpPr txBox="1"/>
          <p:nvPr/>
        </p:nvSpPr>
        <p:spPr>
          <a:xfrm>
            <a:off x="5803181" y="4048635"/>
            <a:ext cx="2484276" cy="384721"/>
          </a:xfrm>
          <a:prstGeom prst="rect">
            <a:avLst/>
          </a:prstGeom>
          <a:noFill/>
        </p:spPr>
        <p:txBody>
          <a:bodyPr wrap="square" lIns="0" tIns="0" rIns="0" bIns="0" rtlCol="0">
            <a:spAutoFit/>
          </a:bodyPr>
          <a:lstStyle/>
          <a:p>
            <a:pPr algn="just">
              <a:lnSpc>
                <a:spcPts val="1500"/>
              </a:lnSpc>
            </a:pPr>
            <a:r>
              <a:rPr lang="zh-CN" altLang="en-US" sz="853" dirty="0">
                <a:solidFill>
                  <a:schemeClr val="bg1">
                    <a:lumMod val="50000"/>
                  </a:schemeClr>
                </a:solidFill>
                <a:latin typeface="微软雅黑" pitchFamily="34" charset="-122"/>
                <a:ea typeface="微软雅黑" pitchFamily="34" charset="-122"/>
              </a:rPr>
              <a:t>点击输入简要文字内容，文字内容需概括精炼，言简意赅的说明分项内容</a:t>
            </a:r>
            <a:r>
              <a:rPr lang="en-US" altLang="zh-CN" sz="853" dirty="0">
                <a:solidFill>
                  <a:schemeClr val="bg1">
                    <a:lumMod val="50000"/>
                  </a:schemeClr>
                </a:solidFill>
                <a:latin typeface="微软雅黑" pitchFamily="34" charset="-122"/>
                <a:ea typeface="微软雅黑" pitchFamily="34" charset="-122"/>
              </a:rPr>
              <a:t>COOLLA</a:t>
            </a:r>
            <a:r>
              <a:rPr lang="zh-CN" altLang="en-US" sz="853" dirty="0">
                <a:solidFill>
                  <a:schemeClr val="bg1">
                    <a:lumMod val="50000"/>
                  </a:schemeClr>
                </a:solidFill>
                <a:latin typeface="微软雅黑" pitchFamily="34" charset="-122"/>
                <a:ea typeface="微软雅黑" pitchFamily="34" charset="-122"/>
              </a:rPr>
              <a:t>专业设计</a:t>
            </a:r>
            <a:r>
              <a:rPr lang="en-US" altLang="zh-CN" sz="853" dirty="0">
                <a:solidFill>
                  <a:schemeClr val="bg1">
                    <a:lumMod val="50000"/>
                  </a:schemeClr>
                </a:solidFill>
                <a:latin typeface="微软雅黑" pitchFamily="34" charset="-122"/>
                <a:ea typeface="微软雅黑" pitchFamily="34" charset="-122"/>
              </a:rPr>
              <a:t>……</a:t>
            </a:r>
          </a:p>
        </p:txBody>
      </p:sp>
      <p:sp>
        <p:nvSpPr>
          <p:cNvPr id="56" name="TextBox 30"/>
          <p:cNvSpPr txBox="1"/>
          <p:nvPr/>
        </p:nvSpPr>
        <p:spPr>
          <a:xfrm>
            <a:off x="5803180" y="3578815"/>
            <a:ext cx="1397126" cy="218842"/>
          </a:xfrm>
          <a:prstGeom prst="rect">
            <a:avLst/>
          </a:prstGeom>
          <a:noFill/>
        </p:spPr>
        <p:txBody>
          <a:bodyPr wrap="square" lIns="0" tIns="0" rIns="0" bIns="0" rtlCol="0">
            <a:spAutoFit/>
          </a:bodyPr>
          <a:lstStyle/>
          <a:p>
            <a:r>
              <a:rPr lang="zh-CN" altLang="en-US" sz="1422" b="1" dirty="0">
                <a:solidFill>
                  <a:schemeClr val="accent1"/>
                </a:solidFill>
                <a:latin typeface="微软雅黑" pitchFamily="34" charset="-122"/>
                <a:ea typeface="微软雅黑" pitchFamily="34" charset="-122"/>
              </a:rPr>
              <a:t>建议之四</a:t>
            </a:r>
          </a:p>
        </p:txBody>
      </p:sp>
    </p:spTree>
    <p:extLst>
      <p:ext uri="{BB962C8B-B14F-4D97-AF65-F5344CB8AC3E}">
        <p14:creationId xmlns:p14="http://schemas.microsoft.com/office/powerpoint/2010/main" val="883489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advTm="2000">
        <p15:prstTrans prst="win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p:cTn id="11" dur="500" fill="hold"/>
                                        <p:tgtEl>
                                          <p:spTgt spid="37"/>
                                        </p:tgtEl>
                                        <p:attrNameLst>
                                          <p:attrName>ppt_w</p:attrName>
                                        </p:attrNameLst>
                                      </p:cBhvr>
                                      <p:tavLst>
                                        <p:tav tm="0">
                                          <p:val>
                                            <p:fltVal val="0"/>
                                          </p:val>
                                        </p:tav>
                                        <p:tav tm="100000">
                                          <p:val>
                                            <p:strVal val="#ppt_w"/>
                                          </p:val>
                                        </p:tav>
                                      </p:tavLst>
                                    </p:anim>
                                    <p:anim calcmode="lin" valueType="num">
                                      <p:cBhvr>
                                        <p:cTn id="12" dur="500" fill="hold"/>
                                        <p:tgtEl>
                                          <p:spTgt spid="37"/>
                                        </p:tgtEl>
                                        <p:attrNameLst>
                                          <p:attrName>ppt_h</p:attrName>
                                        </p:attrNameLst>
                                      </p:cBhvr>
                                      <p:tavLst>
                                        <p:tav tm="0">
                                          <p:val>
                                            <p:fltVal val="0"/>
                                          </p:val>
                                        </p:tav>
                                        <p:tav tm="100000">
                                          <p:val>
                                            <p:strVal val="#ppt_h"/>
                                          </p:val>
                                        </p:tav>
                                      </p:tavLst>
                                    </p:anim>
                                    <p:animEffect transition="in" filter="fade">
                                      <p:cBhvr>
                                        <p:cTn id="13" dur="500"/>
                                        <p:tgtEl>
                                          <p:spTgt spid="37"/>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par>
                          <p:cTn id="19" fill="hold">
                            <p:stCondLst>
                              <p:cond delay="1000"/>
                            </p:stCondLst>
                            <p:childTnLst>
                              <p:par>
                                <p:cTn id="20" presetID="52" presetClass="entr" presetSubtype="0" fill="hold" grpId="0" nodeType="afterEffect">
                                  <p:stCondLst>
                                    <p:cond delay="0"/>
                                  </p:stCondLst>
                                  <p:childTnLst>
                                    <p:set>
                                      <p:cBhvr>
                                        <p:cTn id="21" dur="1" fill="hold">
                                          <p:stCondLst>
                                            <p:cond delay="0"/>
                                          </p:stCondLst>
                                        </p:cTn>
                                        <p:tgtEl>
                                          <p:spTgt spid="50"/>
                                        </p:tgtEl>
                                        <p:attrNameLst>
                                          <p:attrName>style.visibility</p:attrName>
                                        </p:attrNameLst>
                                      </p:cBhvr>
                                      <p:to>
                                        <p:strVal val="visible"/>
                                      </p:to>
                                    </p:set>
                                    <p:animScale>
                                      <p:cBhvr>
                                        <p:cTn id="22" dur="1000" decel="50000" fill="hold">
                                          <p:stCondLst>
                                            <p:cond delay="0"/>
                                          </p:stCondLst>
                                        </p:cTn>
                                        <p:tgtEl>
                                          <p:spTgt spid="5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50"/>
                                        </p:tgtEl>
                                        <p:attrNameLst>
                                          <p:attrName>ppt_x</p:attrName>
                                          <p:attrName>ppt_y</p:attrName>
                                        </p:attrNameLst>
                                      </p:cBhvr>
                                    </p:animMotion>
                                    <p:animEffect transition="in" filter="fade">
                                      <p:cBhvr>
                                        <p:cTn id="24" dur="1000"/>
                                        <p:tgtEl>
                                          <p:spTgt spid="50"/>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Scale>
                                      <p:cBhvr>
                                        <p:cTn id="27" dur="1000" decel="50000" fill="hold">
                                          <p:stCondLst>
                                            <p:cond delay="0"/>
                                          </p:stCondLst>
                                        </p:cTn>
                                        <p:tgtEl>
                                          <p:spTgt spid="4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49"/>
                                        </p:tgtEl>
                                        <p:attrNameLst>
                                          <p:attrName>ppt_x</p:attrName>
                                          <p:attrName>ppt_y</p:attrName>
                                        </p:attrNameLst>
                                      </p:cBhvr>
                                    </p:animMotion>
                                    <p:animEffect transition="in" filter="fade">
                                      <p:cBhvr>
                                        <p:cTn id="29" dur="1000"/>
                                        <p:tgtEl>
                                          <p:spTgt spid="49"/>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Scale>
                                      <p:cBhvr>
                                        <p:cTn id="32"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45"/>
                                        </p:tgtEl>
                                        <p:attrNameLst>
                                          <p:attrName>ppt_x</p:attrName>
                                          <p:attrName>ppt_y</p:attrName>
                                        </p:attrNameLst>
                                      </p:cBhvr>
                                    </p:animMotion>
                                    <p:animEffect transition="in" filter="fade">
                                      <p:cBhvr>
                                        <p:cTn id="34" dur="1000"/>
                                        <p:tgtEl>
                                          <p:spTgt spid="45"/>
                                        </p:tgtEl>
                                      </p:cBhvr>
                                    </p:animEffect>
                                  </p:childTnLst>
                                </p:cTn>
                              </p:par>
                              <p:par>
                                <p:cTn id="35" presetID="52" presetClass="entr" presetSubtype="0" fill="hold" grpId="0" nodeType="withEffect">
                                  <p:stCondLst>
                                    <p:cond delay="800"/>
                                  </p:stCondLst>
                                  <p:childTnLst>
                                    <p:set>
                                      <p:cBhvr>
                                        <p:cTn id="36" dur="1" fill="hold">
                                          <p:stCondLst>
                                            <p:cond delay="0"/>
                                          </p:stCondLst>
                                        </p:cTn>
                                        <p:tgtEl>
                                          <p:spTgt spid="52"/>
                                        </p:tgtEl>
                                        <p:attrNameLst>
                                          <p:attrName>style.visibility</p:attrName>
                                        </p:attrNameLst>
                                      </p:cBhvr>
                                      <p:to>
                                        <p:strVal val="visible"/>
                                      </p:to>
                                    </p:set>
                                    <p:animScale>
                                      <p:cBhvr>
                                        <p:cTn id="37" dur="1000" decel="50000" fill="hold">
                                          <p:stCondLst>
                                            <p:cond delay="0"/>
                                          </p:stCondLst>
                                        </p:cTn>
                                        <p:tgtEl>
                                          <p:spTgt spid="5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52"/>
                                        </p:tgtEl>
                                        <p:attrNameLst>
                                          <p:attrName>ppt_x</p:attrName>
                                          <p:attrName>ppt_y</p:attrName>
                                        </p:attrNameLst>
                                      </p:cBhvr>
                                    </p:animMotion>
                                    <p:animEffect transition="in" filter="fade">
                                      <p:cBhvr>
                                        <p:cTn id="39" dur="1000"/>
                                        <p:tgtEl>
                                          <p:spTgt spid="52"/>
                                        </p:tgtEl>
                                      </p:cBhvr>
                                    </p:animEffect>
                                  </p:childTnLst>
                                </p:cTn>
                              </p:par>
                              <p:par>
                                <p:cTn id="40" presetID="52" presetClass="entr" presetSubtype="0" fill="hold" grpId="0" nodeType="withEffect">
                                  <p:stCondLst>
                                    <p:cond delay="800"/>
                                  </p:stCondLst>
                                  <p:childTnLst>
                                    <p:set>
                                      <p:cBhvr>
                                        <p:cTn id="41" dur="1" fill="hold">
                                          <p:stCondLst>
                                            <p:cond delay="0"/>
                                          </p:stCondLst>
                                        </p:cTn>
                                        <p:tgtEl>
                                          <p:spTgt spid="51"/>
                                        </p:tgtEl>
                                        <p:attrNameLst>
                                          <p:attrName>style.visibility</p:attrName>
                                        </p:attrNameLst>
                                      </p:cBhvr>
                                      <p:to>
                                        <p:strVal val="visible"/>
                                      </p:to>
                                    </p:set>
                                    <p:animScale>
                                      <p:cBhvr>
                                        <p:cTn id="42" dur="1000" decel="50000" fill="hold">
                                          <p:stCondLst>
                                            <p:cond delay="0"/>
                                          </p:stCondLst>
                                        </p:cTn>
                                        <p:tgtEl>
                                          <p:spTgt spid="5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51"/>
                                        </p:tgtEl>
                                        <p:attrNameLst>
                                          <p:attrName>ppt_x</p:attrName>
                                          <p:attrName>ppt_y</p:attrName>
                                        </p:attrNameLst>
                                      </p:cBhvr>
                                    </p:animMotion>
                                    <p:animEffect transition="in" filter="fade">
                                      <p:cBhvr>
                                        <p:cTn id="44" dur="1000"/>
                                        <p:tgtEl>
                                          <p:spTgt spid="51"/>
                                        </p:tgtEl>
                                      </p:cBhvr>
                                    </p:animEffect>
                                  </p:childTnLst>
                                </p:cTn>
                              </p:par>
                              <p:par>
                                <p:cTn id="45" presetID="52" presetClass="entr" presetSubtype="0" fill="hold" grpId="0" nodeType="withEffect">
                                  <p:stCondLst>
                                    <p:cond delay="800"/>
                                  </p:stCondLst>
                                  <p:childTnLst>
                                    <p:set>
                                      <p:cBhvr>
                                        <p:cTn id="46" dur="1" fill="hold">
                                          <p:stCondLst>
                                            <p:cond delay="0"/>
                                          </p:stCondLst>
                                        </p:cTn>
                                        <p:tgtEl>
                                          <p:spTgt spid="46"/>
                                        </p:tgtEl>
                                        <p:attrNameLst>
                                          <p:attrName>style.visibility</p:attrName>
                                        </p:attrNameLst>
                                      </p:cBhvr>
                                      <p:to>
                                        <p:strVal val="visible"/>
                                      </p:to>
                                    </p:set>
                                    <p:animScale>
                                      <p:cBhvr>
                                        <p:cTn id="47" dur="1000" decel="50000" fill="hold">
                                          <p:stCondLst>
                                            <p:cond delay="0"/>
                                          </p:stCondLst>
                                        </p:cTn>
                                        <p:tgtEl>
                                          <p:spTgt spid="4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46"/>
                                        </p:tgtEl>
                                        <p:attrNameLst>
                                          <p:attrName>ppt_x</p:attrName>
                                          <p:attrName>ppt_y</p:attrName>
                                        </p:attrNameLst>
                                      </p:cBhvr>
                                    </p:animMotion>
                                    <p:animEffect transition="in" filter="fade">
                                      <p:cBhvr>
                                        <p:cTn id="49" dur="1000"/>
                                        <p:tgtEl>
                                          <p:spTgt spid="46"/>
                                        </p:tgtEl>
                                      </p:cBhvr>
                                    </p:animEffect>
                                  </p:childTnLst>
                                </p:cTn>
                              </p:par>
                              <p:par>
                                <p:cTn id="50" presetID="52" presetClass="entr" presetSubtype="0" fill="hold" grpId="0" nodeType="withEffect">
                                  <p:stCondLst>
                                    <p:cond delay="400"/>
                                  </p:stCondLst>
                                  <p:childTnLst>
                                    <p:set>
                                      <p:cBhvr>
                                        <p:cTn id="51" dur="1" fill="hold">
                                          <p:stCondLst>
                                            <p:cond delay="0"/>
                                          </p:stCondLst>
                                        </p:cTn>
                                        <p:tgtEl>
                                          <p:spTgt spid="54"/>
                                        </p:tgtEl>
                                        <p:attrNameLst>
                                          <p:attrName>style.visibility</p:attrName>
                                        </p:attrNameLst>
                                      </p:cBhvr>
                                      <p:to>
                                        <p:strVal val="visible"/>
                                      </p:to>
                                    </p:set>
                                    <p:animScale>
                                      <p:cBhvr>
                                        <p:cTn id="52" dur="1000" decel="50000" fill="hold">
                                          <p:stCondLst>
                                            <p:cond delay="0"/>
                                          </p:stCondLst>
                                        </p:cTn>
                                        <p:tgtEl>
                                          <p:spTgt spid="5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3" dur="1000" decel="50000" fill="hold">
                                          <p:stCondLst>
                                            <p:cond delay="0"/>
                                          </p:stCondLst>
                                        </p:cTn>
                                        <p:tgtEl>
                                          <p:spTgt spid="54"/>
                                        </p:tgtEl>
                                        <p:attrNameLst>
                                          <p:attrName>ppt_x</p:attrName>
                                          <p:attrName>ppt_y</p:attrName>
                                        </p:attrNameLst>
                                      </p:cBhvr>
                                    </p:animMotion>
                                    <p:animEffect transition="in" filter="fade">
                                      <p:cBhvr>
                                        <p:cTn id="54" dur="1000"/>
                                        <p:tgtEl>
                                          <p:spTgt spid="54"/>
                                        </p:tgtEl>
                                      </p:cBhvr>
                                    </p:animEffect>
                                  </p:childTnLst>
                                </p:cTn>
                              </p:par>
                              <p:par>
                                <p:cTn id="55" presetID="52" presetClass="entr" presetSubtype="0" fill="hold" grpId="0" nodeType="withEffect">
                                  <p:stCondLst>
                                    <p:cond delay="400"/>
                                  </p:stCondLst>
                                  <p:childTnLst>
                                    <p:set>
                                      <p:cBhvr>
                                        <p:cTn id="56" dur="1" fill="hold">
                                          <p:stCondLst>
                                            <p:cond delay="0"/>
                                          </p:stCondLst>
                                        </p:cTn>
                                        <p:tgtEl>
                                          <p:spTgt spid="53"/>
                                        </p:tgtEl>
                                        <p:attrNameLst>
                                          <p:attrName>style.visibility</p:attrName>
                                        </p:attrNameLst>
                                      </p:cBhvr>
                                      <p:to>
                                        <p:strVal val="visible"/>
                                      </p:to>
                                    </p:set>
                                    <p:animScale>
                                      <p:cBhvr>
                                        <p:cTn id="57" dur="1000" decel="50000" fill="hold">
                                          <p:stCondLst>
                                            <p:cond delay="0"/>
                                          </p:stCondLst>
                                        </p:cTn>
                                        <p:tgtEl>
                                          <p:spTgt spid="5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8" dur="1000" decel="50000" fill="hold">
                                          <p:stCondLst>
                                            <p:cond delay="0"/>
                                          </p:stCondLst>
                                        </p:cTn>
                                        <p:tgtEl>
                                          <p:spTgt spid="53"/>
                                        </p:tgtEl>
                                        <p:attrNameLst>
                                          <p:attrName>ppt_x</p:attrName>
                                          <p:attrName>ppt_y</p:attrName>
                                        </p:attrNameLst>
                                      </p:cBhvr>
                                    </p:animMotion>
                                    <p:animEffect transition="in" filter="fade">
                                      <p:cBhvr>
                                        <p:cTn id="59" dur="1000"/>
                                        <p:tgtEl>
                                          <p:spTgt spid="53"/>
                                        </p:tgtEl>
                                      </p:cBhvr>
                                    </p:animEffect>
                                  </p:childTnLst>
                                </p:cTn>
                              </p:par>
                              <p:par>
                                <p:cTn id="60" presetID="52" presetClass="entr" presetSubtype="0" fill="hold" grpId="0" nodeType="withEffect">
                                  <p:stCondLst>
                                    <p:cond delay="400"/>
                                  </p:stCondLst>
                                  <p:childTnLst>
                                    <p:set>
                                      <p:cBhvr>
                                        <p:cTn id="61" dur="1" fill="hold">
                                          <p:stCondLst>
                                            <p:cond delay="0"/>
                                          </p:stCondLst>
                                        </p:cTn>
                                        <p:tgtEl>
                                          <p:spTgt spid="48"/>
                                        </p:tgtEl>
                                        <p:attrNameLst>
                                          <p:attrName>style.visibility</p:attrName>
                                        </p:attrNameLst>
                                      </p:cBhvr>
                                      <p:to>
                                        <p:strVal val="visible"/>
                                      </p:to>
                                    </p:set>
                                    <p:animScale>
                                      <p:cBhvr>
                                        <p:cTn id="62"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3" dur="1000" decel="50000" fill="hold">
                                          <p:stCondLst>
                                            <p:cond delay="0"/>
                                          </p:stCondLst>
                                        </p:cTn>
                                        <p:tgtEl>
                                          <p:spTgt spid="48"/>
                                        </p:tgtEl>
                                        <p:attrNameLst>
                                          <p:attrName>ppt_x</p:attrName>
                                          <p:attrName>ppt_y</p:attrName>
                                        </p:attrNameLst>
                                      </p:cBhvr>
                                    </p:animMotion>
                                    <p:animEffect transition="in" filter="fade">
                                      <p:cBhvr>
                                        <p:cTn id="64" dur="1000"/>
                                        <p:tgtEl>
                                          <p:spTgt spid="48"/>
                                        </p:tgtEl>
                                      </p:cBhvr>
                                    </p:animEffect>
                                  </p:childTnLst>
                                </p:cTn>
                              </p:par>
                              <p:par>
                                <p:cTn id="65" presetID="52" presetClass="entr" presetSubtype="0" fill="hold" grpId="0" nodeType="withEffect">
                                  <p:stCondLst>
                                    <p:cond delay="1200"/>
                                  </p:stCondLst>
                                  <p:childTnLst>
                                    <p:set>
                                      <p:cBhvr>
                                        <p:cTn id="66" dur="1" fill="hold">
                                          <p:stCondLst>
                                            <p:cond delay="0"/>
                                          </p:stCondLst>
                                        </p:cTn>
                                        <p:tgtEl>
                                          <p:spTgt spid="56"/>
                                        </p:tgtEl>
                                        <p:attrNameLst>
                                          <p:attrName>style.visibility</p:attrName>
                                        </p:attrNameLst>
                                      </p:cBhvr>
                                      <p:to>
                                        <p:strVal val="visible"/>
                                      </p:to>
                                    </p:set>
                                    <p:animScale>
                                      <p:cBhvr>
                                        <p:cTn id="67" dur="1000" decel="50000" fill="hold">
                                          <p:stCondLst>
                                            <p:cond delay="0"/>
                                          </p:stCondLst>
                                        </p:cTn>
                                        <p:tgtEl>
                                          <p:spTgt spid="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56"/>
                                        </p:tgtEl>
                                        <p:attrNameLst>
                                          <p:attrName>ppt_x</p:attrName>
                                          <p:attrName>ppt_y</p:attrName>
                                        </p:attrNameLst>
                                      </p:cBhvr>
                                    </p:animMotion>
                                    <p:animEffect transition="in" filter="fade">
                                      <p:cBhvr>
                                        <p:cTn id="69" dur="1000"/>
                                        <p:tgtEl>
                                          <p:spTgt spid="56"/>
                                        </p:tgtEl>
                                      </p:cBhvr>
                                    </p:animEffect>
                                  </p:childTnLst>
                                </p:cTn>
                              </p:par>
                              <p:par>
                                <p:cTn id="70" presetID="52" presetClass="entr" presetSubtype="0" fill="hold" grpId="0" nodeType="withEffect">
                                  <p:stCondLst>
                                    <p:cond delay="1200"/>
                                  </p:stCondLst>
                                  <p:childTnLst>
                                    <p:set>
                                      <p:cBhvr>
                                        <p:cTn id="71" dur="1" fill="hold">
                                          <p:stCondLst>
                                            <p:cond delay="0"/>
                                          </p:stCondLst>
                                        </p:cTn>
                                        <p:tgtEl>
                                          <p:spTgt spid="55"/>
                                        </p:tgtEl>
                                        <p:attrNameLst>
                                          <p:attrName>style.visibility</p:attrName>
                                        </p:attrNameLst>
                                      </p:cBhvr>
                                      <p:to>
                                        <p:strVal val="visible"/>
                                      </p:to>
                                    </p:set>
                                    <p:animScale>
                                      <p:cBhvr>
                                        <p:cTn id="72" dur="1000" decel="50000" fill="hold">
                                          <p:stCondLst>
                                            <p:cond delay="0"/>
                                          </p:stCondLst>
                                        </p:cTn>
                                        <p:tgtEl>
                                          <p:spTgt spid="5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3" dur="1000" decel="50000" fill="hold">
                                          <p:stCondLst>
                                            <p:cond delay="0"/>
                                          </p:stCondLst>
                                        </p:cTn>
                                        <p:tgtEl>
                                          <p:spTgt spid="55"/>
                                        </p:tgtEl>
                                        <p:attrNameLst>
                                          <p:attrName>ppt_x</p:attrName>
                                          <p:attrName>ppt_y</p:attrName>
                                        </p:attrNameLst>
                                      </p:cBhvr>
                                    </p:animMotion>
                                    <p:animEffect transition="in" filter="fade">
                                      <p:cBhvr>
                                        <p:cTn id="74" dur="1000"/>
                                        <p:tgtEl>
                                          <p:spTgt spid="55"/>
                                        </p:tgtEl>
                                      </p:cBhvr>
                                    </p:animEffect>
                                  </p:childTnLst>
                                </p:cTn>
                              </p:par>
                              <p:par>
                                <p:cTn id="75" presetID="52" presetClass="entr" presetSubtype="0" fill="hold" grpId="0" nodeType="withEffect">
                                  <p:stCondLst>
                                    <p:cond delay="1200"/>
                                  </p:stCondLst>
                                  <p:childTnLst>
                                    <p:set>
                                      <p:cBhvr>
                                        <p:cTn id="76" dur="1" fill="hold">
                                          <p:stCondLst>
                                            <p:cond delay="0"/>
                                          </p:stCondLst>
                                        </p:cTn>
                                        <p:tgtEl>
                                          <p:spTgt spid="47"/>
                                        </p:tgtEl>
                                        <p:attrNameLst>
                                          <p:attrName>style.visibility</p:attrName>
                                        </p:attrNameLst>
                                      </p:cBhvr>
                                      <p:to>
                                        <p:strVal val="visible"/>
                                      </p:to>
                                    </p:set>
                                    <p:animScale>
                                      <p:cBhvr>
                                        <p:cTn id="77" dur="1000" decel="50000" fill="hold">
                                          <p:stCondLst>
                                            <p:cond delay="0"/>
                                          </p:stCondLst>
                                        </p:cTn>
                                        <p:tgtEl>
                                          <p:spTgt spid="4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8" dur="1000" decel="50000" fill="hold">
                                          <p:stCondLst>
                                            <p:cond delay="0"/>
                                          </p:stCondLst>
                                        </p:cTn>
                                        <p:tgtEl>
                                          <p:spTgt spid="47"/>
                                        </p:tgtEl>
                                        <p:attrNameLst>
                                          <p:attrName>ppt_x</p:attrName>
                                          <p:attrName>ppt_y</p:attrName>
                                        </p:attrNameLst>
                                      </p:cBhvr>
                                    </p:animMotion>
                                    <p:animEffect transition="in" filter="fade">
                                      <p:cBhvr>
                                        <p:cTn id="79"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6" grpId="0" animBg="1"/>
      <p:bldP spid="37" grpId="0"/>
      <p:bldP spid="45" grpId="0" animBg="1"/>
      <p:bldP spid="46" grpId="0" animBg="1"/>
      <p:bldP spid="48" grpId="0" animBg="1"/>
      <p:bldP spid="47" grpId="0" animBg="1"/>
      <p:bldP spid="49" grpId="0"/>
      <p:bldP spid="50" grpId="0"/>
      <p:bldP spid="51" grpId="0"/>
      <p:bldP spid="52" grpId="0"/>
      <p:bldP spid="53" grpId="0"/>
      <p:bldP spid="54" grpId="0"/>
      <p:bldP spid="55" grpId="0"/>
      <p:bldP spid="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文本框 75"/>
          <p:cNvSpPr txBox="1"/>
          <p:nvPr/>
        </p:nvSpPr>
        <p:spPr>
          <a:xfrm>
            <a:off x="2693958" y="2809183"/>
            <a:ext cx="2562225" cy="284693"/>
          </a:xfrm>
          <a:prstGeom prst="rect">
            <a:avLst/>
          </a:prstGeom>
          <a:noFill/>
        </p:spPr>
        <p:txBody>
          <a:bodyPr lIns="68580" tIns="34290" rIns="68580" bIns="34290">
            <a:spAutoFit/>
          </a:bodyPr>
          <a:lstStyle/>
          <a:p>
            <a:pPr lvl="0" algn="r"/>
            <a:r>
              <a:rPr lang="zh-CN" altLang="en-US" sz="700" dirty="0">
                <a:solidFill>
                  <a:schemeClr val="bg1">
                    <a:lumMod val="65000"/>
                  </a:schemeClr>
                </a:solidFill>
                <a:latin typeface="微软雅黑" panose="020B0503020204020204" pitchFamily="34" charset="-122"/>
                <a:ea typeface="微软雅黑" panose="020B0503020204020204" pitchFamily="34" charset="-122"/>
                <a:cs typeface="+mn-ea"/>
              </a:rPr>
              <a:t>单击此处添加文字阐述，添加简短问题说明文字，具体说明文字在此处。单击此处添加文字阐述，添加简短问题</a:t>
            </a:r>
            <a:endParaRPr lang="en-US" altLang="zh-CN" sz="500" dirty="0">
              <a:solidFill>
                <a:schemeClr val="bg1">
                  <a:lumMod val="65000"/>
                </a:schemeClr>
              </a:solidFill>
              <a:latin typeface="微软雅黑" panose="020B0503020204020204" pitchFamily="34" charset="-122"/>
              <a:ea typeface="微软雅黑" panose="020B0503020204020204" pitchFamily="34" charset="-122"/>
              <a:cs typeface="+mn-ea"/>
            </a:endParaRPr>
          </a:p>
        </p:txBody>
      </p:sp>
      <p:sp>
        <p:nvSpPr>
          <p:cNvPr id="10" name="MH_Entry_1">
            <a:extLst>
              <a:ext uri="{FF2B5EF4-FFF2-40B4-BE49-F238E27FC236}">
                <a16:creationId xmlns:a16="http://schemas.microsoft.com/office/drawing/2014/main" id="{CA64761B-8EE9-4BDF-BF49-238357D80A02}"/>
              </a:ext>
            </a:extLst>
          </p:cNvPr>
          <p:cNvSpPr/>
          <p:nvPr>
            <p:custDataLst>
              <p:tags r:id="rId1"/>
            </p:custDataLst>
          </p:nvPr>
        </p:nvSpPr>
        <p:spPr>
          <a:xfrm>
            <a:off x="3257268" y="2157772"/>
            <a:ext cx="1856312" cy="46568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lvl="0" algn="ctr"/>
            <a:r>
              <a:rPr lang="zh-CN" altLang="en-US" sz="1400" b="1" dirty="0">
                <a:solidFill>
                  <a:schemeClr val="bg1"/>
                </a:solidFill>
                <a:latin typeface="微软雅黑" pitchFamily="34" charset="-122"/>
                <a:ea typeface="微软雅黑" pitchFamily="34" charset="-122"/>
                <a:sym typeface="Arial" panose="020B0604020202020204" pitchFamily="34" charset="0"/>
              </a:rPr>
              <a:t>明年工作计划</a:t>
            </a:r>
            <a:endParaRPr lang="en-US" altLang="zh-CN" sz="1400" b="1" dirty="0">
              <a:solidFill>
                <a:schemeClr val="bg1"/>
              </a:solidFill>
              <a:latin typeface="微软雅黑" pitchFamily="34" charset="-122"/>
              <a:ea typeface="微软雅黑" pitchFamily="34" charset="-122"/>
              <a:sym typeface="Arial" panose="020B0604020202020204" pitchFamily="34" charset="0"/>
            </a:endParaRPr>
          </a:p>
        </p:txBody>
      </p:sp>
      <p:sp>
        <p:nvSpPr>
          <p:cNvPr id="12" name="MH_Number_1">
            <a:extLst>
              <a:ext uri="{FF2B5EF4-FFF2-40B4-BE49-F238E27FC236}">
                <a16:creationId xmlns:a16="http://schemas.microsoft.com/office/drawing/2014/main" id="{CBC49A0D-6EFE-4261-B5D2-BC59B39304B6}"/>
              </a:ext>
            </a:extLst>
          </p:cNvPr>
          <p:cNvSpPr txBox="1">
            <a:spLocks noChangeArrowheads="1"/>
          </p:cNvSpPr>
          <p:nvPr>
            <p:custDataLst>
              <p:tags r:id="rId2"/>
            </p:custDataLst>
          </p:nvPr>
        </p:nvSpPr>
        <p:spPr bwMode="auto">
          <a:xfrm>
            <a:off x="5113581" y="2157773"/>
            <a:ext cx="442031" cy="4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1" tIns="32510" rIns="65021" bIns="32510" anchor="ctr" anchorCtr="1">
            <a:noAutofit/>
          </a:bodyPr>
          <a:lstStyle>
            <a:defPPr>
              <a:defRPr lang="zh-CN"/>
            </a:defPPr>
            <a:lvl1pPr algn="ctr">
              <a:lnSpc>
                <a:spcPct val="100000"/>
              </a:lnSpc>
              <a:spcBef>
                <a:spcPct val="0"/>
              </a:spcBef>
              <a:buFontTx/>
              <a:buNone/>
              <a:defRPr sz="2400" b="1">
                <a:solidFill>
                  <a:srgbClr val="00B0F0"/>
                </a:solidFill>
                <a:latin typeface="幼圆" panose="02010509060101010101" pitchFamily="49" charset="-122"/>
                <a:ea typeface="幼圆" panose="02010509060101010101" pitchFamily="49" charset="-122"/>
                <a:cs typeface="Verdana" panose="020B0604030504040204" pitchFamily="34" charset="0"/>
              </a:defRPr>
            </a:lvl1pPr>
            <a:lvl2pPr marL="742950" indent="-285750">
              <a:lnSpc>
                <a:spcPct val="90000"/>
              </a:lnSpc>
              <a:spcBef>
                <a:spcPts val="375"/>
              </a:spcBef>
              <a:buFont typeface="Arial" panose="020B0604020202020204" pitchFamily="34" charset="0"/>
              <a:buChar char="•"/>
              <a:defRPr>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latin typeface="Calibri" panose="020F0502020204030204" pitchFamily="34" charset="0"/>
                <a:ea typeface="宋体" panose="02010600030101010101" pitchFamily="2" charset="-122"/>
              </a:defRPr>
            </a:lvl9pPr>
          </a:lstStyle>
          <a:p>
            <a:r>
              <a:rPr lang="en-US" altLang="zh-CN" sz="2000" dirty="0">
                <a:solidFill>
                  <a:schemeClr val="accent1"/>
                </a:solidFill>
                <a:latin typeface="Arial" panose="020B0604020202020204" pitchFamily="34" charset="0"/>
                <a:ea typeface="微软雅黑" panose="020B0503020204020204" pitchFamily="34" charset="-122"/>
                <a:sym typeface="Arial" panose="020B0604020202020204" pitchFamily="34" charset="0"/>
              </a:rPr>
              <a:t>04</a:t>
            </a:r>
            <a:endParaRPr lang="zh-CN" altLang="en-US" sz="20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3" name="MH_Others_1">
            <a:extLst>
              <a:ext uri="{FF2B5EF4-FFF2-40B4-BE49-F238E27FC236}">
                <a16:creationId xmlns:a16="http://schemas.microsoft.com/office/drawing/2014/main" id="{A3E573B9-27BE-4AA5-BF32-35CFA987B38D}"/>
              </a:ext>
            </a:extLst>
          </p:cNvPr>
          <p:cNvGrpSpPr/>
          <p:nvPr>
            <p:custDataLst>
              <p:tags r:id="rId3"/>
            </p:custDataLst>
          </p:nvPr>
        </p:nvGrpSpPr>
        <p:grpSpPr>
          <a:xfrm>
            <a:off x="5609094" y="664332"/>
            <a:ext cx="295054" cy="4131558"/>
            <a:chOff x="4349750" y="1062266"/>
            <a:chExt cx="393426" cy="5508000"/>
          </a:xfrm>
        </p:grpSpPr>
        <p:pic>
          <p:nvPicPr>
            <p:cNvPr id="14" name="Picture 3">
              <a:extLst>
                <a:ext uri="{FF2B5EF4-FFF2-40B4-BE49-F238E27FC236}">
                  <a16:creationId xmlns:a16="http://schemas.microsoft.com/office/drawing/2014/main" id="{5758AC15-DF0A-4455-937E-0DEFEB137DA9}"/>
                </a:ext>
              </a:extLst>
            </p:cNvPr>
            <p:cNvPicPr>
              <a:picLocks noChangeAspect="1" noChangeArrowheads="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49750" y="1062266"/>
              <a:ext cx="81701" cy="5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a:extLst>
                <a:ext uri="{FF2B5EF4-FFF2-40B4-BE49-F238E27FC236}">
                  <a16:creationId xmlns:a16="http://schemas.microsoft.com/office/drawing/2014/main" id="{A7D53944-0CB7-4B8B-81AC-F1C5E2F7D1DA}"/>
                </a:ext>
              </a:extLst>
            </p:cNvPr>
            <p:cNvPicPr>
              <a:picLocks noChangeAspect="1" noChangeArrowheads="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79350" y="1815142"/>
              <a:ext cx="63826" cy="4556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290101816"/>
      </p:ext>
    </p:extLst>
  </p:cSld>
  <p:clrMapOvr>
    <a:masterClrMapping/>
  </p:clrMapOvr>
  <mc:AlternateContent xmlns:mc="http://schemas.openxmlformats.org/markup-compatibility/2006" xmlns:p14="http://schemas.microsoft.com/office/powerpoint/2010/main">
    <mc:Choice Requires="p14">
      <p:transition spd="slow" p14:dur="3000" advClick="0" advTm="2000">
        <p14:shred/>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fltVal val="0"/>
                                          </p:val>
                                        </p:tav>
                                        <p:tav tm="100000">
                                          <p:val>
                                            <p:strVal val="#ppt_h"/>
                                          </p:val>
                                        </p:tav>
                                      </p:tavLst>
                                    </p:anim>
                                    <p:animEffect transition="in" filter="fade">
                                      <p:cBhvr>
                                        <p:cTn id="18" dur="500"/>
                                        <p:tgtEl>
                                          <p:spTgt spid="12"/>
                                        </p:tgtEl>
                                      </p:cBhvr>
                                    </p:animEffect>
                                  </p:childTnLst>
                                </p:cTn>
                              </p:par>
                              <p:par>
                                <p:cTn id="19" presetID="22" presetClass="entr" presetSubtype="2"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10"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4764661" y="3457774"/>
            <a:ext cx="1010953" cy="1009233"/>
            <a:chOff x="5186121" y="3507044"/>
            <a:chExt cx="1010953" cy="1008922"/>
          </a:xfrm>
          <a:solidFill>
            <a:schemeClr val="accent4"/>
          </a:solidFill>
        </p:grpSpPr>
        <p:sp>
          <p:nvSpPr>
            <p:cNvPr id="47" name="Freeform 12"/>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 name="Freeform 13"/>
            <p:cNvSpPr/>
            <p:nvPr/>
          </p:nvSpPr>
          <p:spPr bwMode="auto">
            <a:xfrm flipH="1">
              <a:off x="5369846" y="4249282"/>
              <a:ext cx="141757" cy="266684"/>
            </a:xfrm>
            <a:custGeom>
              <a:avLst/>
              <a:gdLst>
                <a:gd name="T0" fmla="*/ 20 w 152"/>
                <a:gd name="T1" fmla="*/ 0 h 286"/>
                <a:gd name="T2" fmla="*/ 0 w 152"/>
                <a:gd name="T3" fmla="*/ 149 h 286"/>
                <a:gd name="T4" fmla="*/ 139 w 152"/>
                <a:gd name="T5" fmla="*/ 286 h 286"/>
                <a:gd name="T6" fmla="*/ 152 w 152"/>
                <a:gd name="T7" fmla="*/ 132 h 286"/>
                <a:gd name="T8" fmla="*/ 20 w 152"/>
                <a:gd name="T9" fmla="*/ 0 h 2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6">
                  <a:moveTo>
                    <a:pt x="20" y="0"/>
                  </a:moveTo>
                  <a:lnTo>
                    <a:pt x="0" y="149"/>
                  </a:lnTo>
                  <a:lnTo>
                    <a:pt x="139" y="286"/>
                  </a:lnTo>
                  <a:lnTo>
                    <a:pt x="152" y="13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 name="Freeform 14"/>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 name="Freeform 15"/>
            <p:cNvSpPr/>
            <p:nvPr/>
          </p:nvSpPr>
          <p:spPr bwMode="auto">
            <a:xfrm flipH="1">
              <a:off x="5186121" y="4189605"/>
              <a:ext cx="265795" cy="141734"/>
            </a:xfrm>
            <a:custGeom>
              <a:avLst/>
              <a:gdLst>
                <a:gd name="T0" fmla="*/ 0 w 285"/>
                <a:gd name="T1" fmla="*/ 22 h 152"/>
                <a:gd name="T2" fmla="*/ 149 w 285"/>
                <a:gd name="T3" fmla="*/ 0 h 152"/>
                <a:gd name="T4" fmla="*/ 285 w 285"/>
                <a:gd name="T5" fmla="*/ 139 h 152"/>
                <a:gd name="T6" fmla="*/ 131 w 285"/>
                <a:gd name="T7" fmla="*/ 152 h 152"/>
                <a:gd name="T8" fmla="*/ 0 w 285"/>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 h="152">
                  <a:moveTo>
                    <a:pt x="0" y="22"/>
                  </a:moveTo>
                  <a:lnTo>
                    <a:pt x="149" y="0"/>
                  </a:lnTo>
                  <a:lnTo>
                    <a:pt x="285" y="139"/>
                  </a:lnTo>
                  <a:lnTo>
                    <a:pt x="131"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 name="Freeform 16"/>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2" name="Freeform 17"/>
            <p:cNvSpPr/>
            <p:nvPr/>
          </p:nvSpPr>
          <p:spPr bwMode="auto">
            <a:xfrm flipH="1">
              <a:off x="5453781" y="4286581"/>
              <a:ext cx="933" cy="1865"/>
            </a:xfrm>
            <a:custGeom>
              <a:avLst/>
              <a:gdLst>
                <a:gd name="T0" fmla="*/ 0 w 1"/>
                <a:gd name="T1" fmla="*/ 0 h 2"/>
                <a:gd name="T2" fmla="*/ 0 w 1"/>
                <a:gd name="T3" fmla="*/ 0 h 2"/>
                <a:gd name="T4" fmla="*/ 1 w 1"/>
                <a:gd name="T5" fmla="*/ 2 h 2"/>
                <a:gd name="T6" fmla="*/ 0 w 1"/>
                <a:gd name="T7" fmla="*/ 0 h 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
                  <a:moveTo>
                    <a:pt x="0" y="0"/>
                  </a:moveTo>
                  <a:lnTo>
                    <a:pt x="0" y="0"/>
                  </a:lnTo>
                  <a:lnTo>
                    <a:pt x="1"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3" name="Freeform 18"/>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4" name="Freeform 19"/>
            <p:cNvSpPr/>
            <p:nvPr/>
          </p:nvSpPr>
          <p:spPr bwMode="auto">
            <a:xfrm flipH="1">
              <a:off x="5450050" y="4286581"/>
              <a:ext cx="24248" cy="145464"/>
            </a:xfrm>
            <a:custGeom>
              <a:avLst/>
              <a:gdLst>
                <a:gd name="T0" fmla="*/ 21 w 26"/>
                <a:gd name="T1" fmla="*/ 0 h 156"/>
                <a:gd name="T2" fmla="*/ 0 w 26"/>
                <a:gd name="T3" fmla="*/ 149 h 156"/>
                <a:gd name="T4" fmla="*/ 8 w 26"/>
                <a:gd name="T5" fmla="*/ 156 h 156"/>
                <a:gd name="T6" fmla="*/ 26 w 26"/>
                <a:gd name="T7" fmla="*/ 8 h 156"/>
                <a:gd name="T8" fmla="*/ 22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2"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5" name="Freeform 20"/>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close/>
                  <a:moveTo>
                    <a:pt x="21" y="0"/>
                  </a:moveTo>
                  <a:lnTo>
                    <a:pt x="21" y="0"/>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6" name="Freeform 21"/>
            <p:cNvSpPr>
              <a:spLocks noEditPoints="1"/>
            </p:cNvSpPr>
            <p:nvPr/>
          </p:nvSpPr>
          <p:spPr bwMode="auto">
            <a:xfrm flipH="1">
              <a:off x="5410881" y="4327609"/>
              <a:ext cx="22383" cy="145464"/>
            </a:xfrm>
            <a:custGeom>
              <a:avLst/>
              <a:gdLst>
                <a:gd name="T0" fmla="*/ 0 w 24"/>
                <a:gd name="T1" fmla="*/ 149 h 156"/>
                <a:gd name="T2" fmla="*/ 0 w 24"/>
                <a:gd name="T3" fmla="*/ 149 h 156"/>
                <a:gd name="T4" fmla="*/ 8 w 24"/>
                <a:gd name="T5" fmla="*/ 156 h 156"/>
                <a:gd name="T6" fmla="*/ 8 w 24"/>
                <a:gd name="T7" fmla="*/ 156 h 156"/>
                <a:gd name="T8" fmla="*/ 0 w 24"/>
                <a:gd name="T9" fmla="*/ 149 h 156"/>
                <a:gd name="T10" fmla="*/ 21 w 24"/>
                <a:gd name="T11" fmla="*/ 0 h 156"/>
                <a:gd name="T12" fmla="*/ 21 w 24"/>
                <a:gd name="T13" fmla="*/ 0 h 156"/>
                <a:gd name="T14" fmla="*/ 24 w 24"/>
                <a:gd name="T15" fmla="*/ 4 h 156"/>
                <a:gd name="T16" fmla="*/ 21 w 24"/>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156">
                  <a:moveTo>
                    <a:pt x="0" y="149"/>
                  </a:moveTo>
                  <a:lnTo>
                    <a:pt x="0" y="149"/>
                  </a:lnTo>
                  <a:lnTo>
                    <a:pt x="8" y="156"/>
                  </a:lnTo>
                  <a:lnTo>
                    <a:pt x="0" y="149"/>
                  </a:lnTo>
                  <a:moveTo>
                    <a:pt x="21" y="0"/>
                  </a:moveTo>
                  <a:lnTo>
                    <a:pt x="21" y="0"/>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7" name="Freeform 22"/>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8" name="Freeform 23"/>
            <p:cNvSpPr/>
            <p:nvPr/>
          </p:nvSpPr>
          <p:spPr bwMode="auto">
            <a:xfrm flipH="1">
              <a:off x="5409015" y="4327609"/>
              <a:ext cx="24248" cy="145464"/>
            </a:xfrm>
            <a:custGeom>
              <a:avLst/>
              <a:gdLst>
                <a:gd name="T0" fmla="*/ 21 w 26"/>
                <a:gd name="T1" fmla="*/ 0 h 156"/>
                <a:gd name="T2" fmla="*/ 0 w 26"/>
                <a:gd name="T3" fmla="*/ 149 h 156"/>
                <a:gd name="T4" fmla="*/ 8 w 26"/>
                <a:gd name="T5" fmla="*/ 156 h 156"/>
                <a:gd name="T6" fmla="*/ 26 w 26"/>
                <a:gd name="T7" fmla="*/ 8 h 156"/>
                <a:gd name="T8" fmla="*/ 24 w 26"/>
                <a:gd name="T9" fmla="*/ 4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9"/>
                  </a:lnTo>
                  <a:lnTo>
                    <a:pt x="8" y="156"/>
                  </a:lnTo>
                  <a:lnTo>
                    <a:pt x="26" y="8"/>
                  </a:lnTo>
                  <a:lnTo>
                    <a:pt x="24" y="4"/>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9" name="Freeform 24"/>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close/>
                  <a:moveTo>
                    <a:pt x="160" y="0"/>
                  </a:moveTo>
                  <a:lnTo>
                    <a:pt x="160" y="0"/>
                  </a:lnTo>
                  <a:lnTo>
                    <a:pt x="163" y="4"/>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0" name="Freeform 25"/>
            <p:cNvSpPr>
              <a:spLocks noEditPoints="1"/>
            </p:cNvSpPr>
            <p:nvPr/>
          </p:nvSpPr>
          <p:spPr bwMode="auto">
            <a:xfrm flipH="1">
              <a:off x="5226223" y="4274459"/>
              <a:ext cx="152016" cy="22379"/>
            </a:xfrm>
            <a:custGeom>
              <a:avLst/>
              <a:gdLst>
                <a:gd name="T0" fmla="*/ 7 w 163"/>
                <a:gd name="T1" fmla="*/ 15 h 24"/>
                <a:gd name="T2" fmla="*/ 0 w 163"/>
                <a:gd name="T3" fmla="*/ 17 h 24"/>
                <a:gd name="T4" fmla="*/ 7 w 163"/>
                <a:gd name="T5" fmla="*/ 24 h 24"/>
                <a:gd name="T6" fmla="*/ 15 w 163"/>
                <a:gd name="T7" fmla="*/ 24 h 24"/>
                <a:gd name="T8" fmla="*/ 7 w 163"/>
                <a:gd name="T9" fmla="*/ 15 h 24"/>
                <a:gd name="T10" fmla="*/ 160 w 163"/>
                <a:gd name="T11" fmla="*/ 0 h 24"/>
                <a:gd name="T12" fmla="*/ 160 w 163"/>
                <a:gd name="T13" fmla="*/ 0 h 24"/>
                <a:gd name="T14" fmla="*/ 163 w 163"/>
                <a:gd name="T15" fmla="*/ 4 h 24"/>
                <a:gd name="T16" fmla="*/ 160 w 163"/>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3" h="24">
                  <a:moveTo>
                    <a:pt x="7" y="15"/>
                  </a:moveTo>
                  <a:lnTo>
                    <a:pt x="0" y="17"/>
                  </a:lnTo>
                  <a:lnTo>
                    <a:pt x="7" y="24"/>
                  </a:lnTo>
                  <a:lnTo>
                    <a:pt x="15" y="24"/>
                  </a:lnTo>
                  <a:lnTo>
                    <a:pt x="7" y="15"/>
                  </a:lnTo>
                  <a:moveTo>
                    <a:pt x="160" y="0"/>
                  </a:moveTo>
                  <a:lnTo>
                    <a:pt x="160" y="0"/>
                  </a:lnTo>
                  <a:lnTo>
                    <a:pt x="163" y="4"/>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1" name="Freeform 26"/>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2" name="Freeform 27"/>
            <p:cNvSpPr/>
            <p:nvPr/>
          </p:nvSpPr>
          <p:spPr bwMode="auto">
            <a:xfrm flipH="1">
              <a:off x="5224358" y="4274459"/>
              <a:ext cx="147353" cy="22379"/>
            </a:xfrm>
            <a:custGeom>
              <a:avLst/>
              <a:gdLst>
                <a:gd name="T0" fmla="*/ 153 w 158"/>
                <a:gd name="T1" fmla="*/ 0 h 24"/>
                <a:gd name="T2" fmla="*/ 0 w 158"/>
                <a:gd name="T3" fmla="*/ 15 h 24"/>
                <a:gd name="T4" fmla="*/ 8 w 158"/>
                <a:gd name="T5" fmla="*/ 24 h 24"/>
                <a:gd name="T6" fmla="*/ 158 w 158"/>
                <a:gd name="T7" fmla="*/ 6 h 24"/>
                <a:gd name="T8" fmla="*/ 156 w 158"/>
                <a:gd name="T9" fmla="*/ 4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5"/>
                  </a:lnTo>
                  <a:lnTo>
                    <a:pt x="8" y="24"/>
                  </a:lnTo>
                  <a:lnTo>
                    <a:pt x="158" y="6"/>
                  </a:lnTo>
                  <a:lnTo>
                    <a:pt x="156" y="4"/>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3" name="Freeform 28"/>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close/>
                  <a:moveTo>
                    <a:pt x="159" y="0"/>
                  </a:moveTo>
                  <a:lnTo>
                    <a:pt x="159" y="0"/>
                  </a:lnTo>
                  <a:lnTo>
                    <a:pt x="161" y="2"/>
                  </a:lnTo>
                  <a:lnTo>
                    <a:pt x="15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 name="Freeform 29"/>
            <p:cNvSpPr>
              <a:spLocks noEditPoints="1"/>
            </p:cNvSpPr>
            <p:nvPr/>
          </p:nvSpPr>
          <p:spPr bwMode="auto">
            <a:xfrm flipH="1">
              <a:off x="5273786" y="4226903"/>
              <a:ext cx="150151" cy="22379"/>
            </a:xfrm>
            <a:custGeom>
              <a:avLst/>
              <a:gdLst>
                <a:gd name="T0" fmla="*/ 5 w 161"/>
                <a:gd name="T1" fmla="*/ 17 h 24"/>
                <a:gd name="T2" fmla="*/ 0 w 161"/>
                <a:gd name="T3" fmla="*/ 17 h 24"/>
                <a:gd name="T4" fmla="*/ 7 w 161"/>
                <a:gd name="T5" fmla="*/ 24 h 24"/>
                <a:gd name="T6" fmla="*/ 12 w 161"/>
                <a:gd name="T7" fmla="*/ 24 h 24"/>
                <a:gd name="T8" fmla="*/ 5 w 161"/>
                <a:gd name="T9" fmla="*/ 17 h 24"/>
                <a:gd name="T10" fmla="*/ 159 w 161"/>
                <a:gd name="T11" fmla="*/ 0 h 24"/>
                <a:gd name="T12" fmla="*/ 159 w 161"/>
                <a:gd name="T13" fmla="*/ 0 h 24"/>
                <a:gd name="T14" fmla="*/ 161 w 161"/>
                <a:gd name="T15" fmla="*/ 2 h 24"/>
                <a:gd name="T16" fmla="*/ 159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5" y="17"/>
                  </a:moveTo>
                  <a:lnTo>
                    <a:pt x="0" y="17"/>
                  </a:lnTo>
                  <a:lnTo>
                    <a:pt x="7" y="24"/>
                  </a:lnTo>
                  <a:lnTo>
                    <a:pt x="12" y="24"/>
                  </a:lnTo>
                  <a:lnTo>
                    <a:pt x="5" y="17"/>
                  </a:lnTo>
                  <a:moveTo>
                    <a:pt x="159" y="0"/>
                  </a:moveTo>
                  <a:lnTo>
                    <a:pt x="159" y="0"/>
                  </a:lnTo>
                  <a:lnTo>
                    <a:pt x="161" y="2"/>
                  </a:lnTo>
                  <a:lnTo>
                    <a:pt x="159"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5" name="Freeform 30"/>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6" name="Freeform 31"/>
            <p:cNvSpPr/>
            <p:nvPr/>
          </p:nvSpPr>
          <p:spPr bwMode="auto">
            <a:xfrm flipH="1">
              <a:off x="5270056" y="4226903"/>
              <a:ext cx="149218" cy="22379"/>
            </a:xfrm>
            <a:custGeom>
              <a:avLst/>
              <a:gdLst>
                <a:gd name="T0" fmla="*/ 154 w 160"/>
                <a:gd name="T1" fmla="*/ 0 h 24"/>
                <a:gd name="T2" fmla="*/ 0 w 160"/>
                <a:gd name="T3" fmla="*/ 17 h 24"/>
                <a:gd name="T4" fmla="*/ 7 w 160"/>
                <a:gd name="T5" fmla="*/ 24 h 24"/>
                <a:gd name="T6" fmla="*/ 160 w 160"/>
                <a:gd name="T7" fmla="*/ 7 h 24"/>
                <a:gd name="T8" fmla="*/ 156 w 160"/>
                <a:gd name="T9" fmla="*/ 2 h 24"/>
                <a:gd name="T10" fmla="*/ 154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4" y="0"/>
                  </a:moveTo>
                  <a:lnTo>
                    <a:pt x="0" y="17"/>
                  </a:lnTo>
                  <a:lnTo>
                    <a:pt x="7" y="24"/>
                  </a:lnTo>
                  <a:lnTo>
                    <a:pt x="160" y="7"/>
                  </a:lnTo>
                  <a:lnTo>
                    <a:pt x="156" y="2"/>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7" name="Freeform 32"/>
            <p:cNvSpPr/>
            <p:nvPr/>
          </p:nvSpPr>
          <p:spPr bwMode="auto">
            <a:xfrm flipH="1">
              <a:off x="5329743" y="3507044"/>
              <a:ext cx="867331" cy="865323"/>
            </a:xfrm>
            <a:custGeom>
              <a:avLst/>
              <a:gdLst>
                <a:gd name="T0" fmla="*/ 81 w 507"/>
                <a:gd name="T1" fmla="*/ 31 h 506"/>
                <a:gd name="T2" fmla="*/ 81 w 507"/>
                <a:gd name="T3" fmla="*/ 31 h 506"/>
                <a:gd name="T4" fmla="*/ 0 w 507"/>
                <a:gd name="T5" fmla="*/ 0 h 506"/>
                <a:gd name="T6" fmla="*/ 37 w 507"/>
                <a:gd name="T7" fmla="*/ 79 h 506"/>
                <a:gd name="T8" fmla="*/ 37 w 507"/>
                <a:gd name="T9" fmla="*/ 79 h 506"/>
                <a:gd name="T10" fmla="*/ 888 w 507"/>
                <a:gd name="T11" fmla="*/ 928 h 506"/>
                <a:gd name="T12" fmla="*/ 930 w 507"/>
                <a:gd name="T13" fmla="*/ 884 h 506"/>
                <a:gd name="T14" fmla="*/ 81 w 507"/>
                <a:gd name="T15" fmla="*/ 31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7"/>
                  </a:moveTo>
                  <a:cubicBezTo>
                    <a:pt x="44" y="17"/>
                    <a:pt x="44" y="17"/>
                    <a:pt x="44" y="17"/>
                  </a:cubicBezTo>
                  <a:cubicBezTo>
                    <a:pt x="41" y="14"/>
                    <a:pt x="0" y="0"/>
                    <a:pt x="0" y="0"/>
                  </a:cubicBezTo>
                  <a:cubicBezTo>
                    <a:pt x="0" y="0"/>
                    <a:pt x="16" y="40"/>
                    <a:pt x="20" y="43"/>
                  </a:cubicBezTo>
                  <a:cubicBezTo>
                    <a:pt x="20" y="43"/>
                    <a:pt x="20" y="43"/>
                    <a:pt x="20" y="43"/>
                  </a:cubicBezTo>
                  <a:cubicBezTo>
                    <a:pt x="484" y="506"/>
                    <a:pt x="484" y="506"/>
                    <a:pt x="484" y="506"/>
                  </a:cubicBezTo>
                  <a:cubicBezTo>
                    <a:pt x="507" y="482"/>
                    <a:pt x="507" y="482"/>
                    <a:pt x="507" y="482"/>
                  </a:cubicBezTo>
                  <a:lnTo>
                    <a:pt x="44"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3" name="组合 7"/>
          <p:cNvGrpSpPr/>
          <p:nvPr/>
        </p:nvGrpSpPr>
        <p:grpSpPr>
          <a:xfrm>
            <a:off x="5011034" y="2236792"/>
            <a:ext cx="1010954" cy="1008300"/>
            <a:chOff x="5107781" y="2781590"/>
            <a:chExt cx="1010954" cy="1007989"/>
          </a:xfrm>
          <a:solidFill>
            <a:schemeClr val="accent2"/>
          </a:solidFill>
        </p:grpSpPr>
        <p:sp>
          <p:nvSpPr>
            <p:cNvPr id="40" name="Freeform 5"/>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1" name="Freeform 6"/>
            <p:cNvSpPr/>
            <p:nvPr/>
          </p:nvSpPr>
          <p:spPr bwMode="auto">
            <a:xfrm flipH="1">
              <a:off x="5292439" y="3523828"/>
              <a:ext cx="141757" cy="265751"/>
            </a:xfrm>
            <a:custGeom>
              <a:avLst/>
              <a:gdLst>
                <a:gd name="T0" fmla="*/ 22 w 152"/>
                <a:gd name="T1" fmla="*/ 0 h 285"/>
                <a:gd name="T2" fmla="*/ 0 w 152"/>
                <a:gd name="T3" fmla="*/ 149 h 285"/>
                <a:gd name="T4" fmla="*/ 139 w 152"/>
                <a:gd name="T5" fmla="*/ 285 h 285"/>
                <a:gd name="T6" fmla="*/ 152 w 152"/>
                <a:gd name="T7" fmla="*/ 131 h 285"/>
                <a:gd name="T8" fmla="*/ 22 w 152"/>
                <a:gd name="T9" fmla="*/ 0 h 2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5">
                  <a:moveTo>
                    <a:pt x="22" y="0"/>
                  </a:moveTo>
                  <a:lnTo>
                    <a:pt x="0" y="149"/>
                  </a:lnTo>
                  <a:lnTo>
                    <a:pt x="139" y="285"/>
                  </a:lnTo>
                  <a:lnTo>
                    <a:pt x="152" y="131"/>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2" name="Freeform 7"/>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8"/>
            <p:cNvSpPr/>
            <p:nvPr/>
          </p:nvSpPr>
          <p:spPr bwMode="auto">
            <a:xfrm flipH="1">
              <a:off x="5107781" y="3464151"/>
              <a:ext cx="266728" cy="141734"/>
            </a:xfrm>
            <a:custGeom>
              <a:avLst/>
              <a:gdLst>
                <a:gd name="T0" fmla="*/ 0 w 286"/>
                <a:gd name="T1" fmla="*/ 22 h 152"/>
                <a:gd name="T2" fmla="*/ 150 w 286"/>
                <a:gd name="T3" fmla="*/ 0 h 152"/>
                <a:gd name="T4" fmla="*/ 286 w 286"/>
                <a:gd name="T5" fmla="*/ 139 h 152"/>
                <a:gd name="T6" fmla="*/ 132 w 286"/>
                <a:gd name="T7" fmla="*/ 152 h 152"/>
                <a:gd name="T8" fmla="*/ 0 w 286"/>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 h="152">
                  <a:moveTo>
                    <a:pt x="0" y="22"/>
                  </a:moveTo>
                  <a:lnTo>
                    <a:pt x="150" y="0"/>
                  </a:lnTo>
                  <a:lnTo>
                    <a:pt x="286" y="139"/>
                  </a:lnTo>
                  <a:lnTo>
                    <a:pt x="132"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4" name="Freeform 9"/>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 name="Freeform 10"/>
            <p:cNvSpPr/>
            <p:nvPr/>
          </p:nvSpPr>
          <p:spPr bwMode="auto">
            <a:xfrm flipH="1">
              <a:off x="5191716" y="3501449"/>
              <a:ext cx="148286" cy="22379"/>
            </a:xfrm>
            <a:custGeom>
              <a:avLst/>
              <a:gdLst>
                <a:gd name="T0" fmla="*/ 154 w 159"/>
                <a:gd name="T1" fmla="*/ 0 h 24"/>
                <a:gd name="T2" fmla="*/ 0 w 159"/>
                <a:gd name="T3" fmla="*/ 17 h 24"/>
                <a:gd name="T4" fmla="*/ 7 w 159"/>
                <a:gd name="T5" fmla="*/ 24 h 24"/>
                <a:gd name="T6" fmla="*/ 159 w 159"/>
                <a:gd name="T7" fmla="*/ 8 h 24"/>
                <a:gd name="T8" fmla="*/ 154 w 159"/>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4">
                  <a:moveTo>
                    <a:pt x="154" y="0"/>
                  </a:moveTo>
                  <a:lnTo>
                    <a:pt x="0" y="17"/>
                  </a:lnTo>
                  <a:lnTo>
                    <a:pt x="7" y="24"/>
                  </a:lnTo>
                  <a:lnTo>
                    <a:pt x="159" y="8"/>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6" name="Freeform 11"/>
            <p:cNvSpPr/>
            <p:nvPr/>
          </p:nvSpPr>
          <p:spPr bwMode="auto">
            <a:xfrm flipH="1">
              <a:off x="5251404" y="2781590"/>
              <a:ext cx="867331" cy="864391"/>
            </a:xfrm>
            <a:custGeom>
              <a:avLst/>
              <a:gdLst>
                <a:gd name="T0" fmla="*/ 79 w 507"/>
                <a:gd name="T1" fmla="*/ 31 h 505"/>
                <a:gd name="T2" fmla="*/ 79 w 507"/>
                <a:gd name="T3" fmla="*/ 31 h 505"/>
                <a:gd name="T4" fmla="*/ 0 w 507"/>
                <a:gd name="T5" fmla="*/ 0 h 505"/>
                <a:gd name="T6" fmla="*/ 35 w 507"/>
                <a:gd name="T7" fmla="*/ 79 h 505"/>
                <a:gd name="T8" fmla="*/ 35 w 507"/>
                <a:gd name="T9" fmla="*/ 79 h 505"/>
                <a:gd name="T10" fmla="*/ 886 w 507"/>
                <a:gd name="T11" fmla="*/ 927 h 505"/>
                <a:gd name="T12" fmla="*/ 930 w 507"/>
                <a:gd name="T13" fmla="*/ 885 h 505"/>
                <a:gd name="T14" fmla="*/ 79 w 507"/>
                <a:gd name="T15" fmla="*/ 31 h 5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5">
                  <a:moveTo>
                    <a:pt x="43" y="17"/>
                  </a:moveTo>
                  <a:cubicBezTo>
                    <a:pt x="43" y="17"/>
                    <a:pt x="43" y="17"/>
                    <a:pt x="43" y="17"/>
                  </a:cubicBezTo>
                  <a:cubicBezTo>
                    <a:pt x="40" y="14"/>
                    <a:pt x="0" y="0"/>
                    <a:pt x="0" y="0"/>
                  </a:cubicBezTo>
                  <a:cubicBezTo>
                    <a:pt x="0" y="0"/>
                    <a:pt x="15" y="40"/>
                    <a:pt x="19" y="43"/>
                  </a:cubicBezTo>
                  <a:cubicBezTo>
                    <a:pt x="19" y="43"/>
                    <a:pt x="19" y="43"/>
                    <a:pt x="19" y="43"/>
                  </a:cubicBezTo>
                  <a:cubicBezTo>
                    <a:pt x="483" y="505"/>
                    <a:pt x="483" y="505"/>
                    <a:pt x="483" y="505"/>
                  </a:cubicBezTo>
                  <a:cubicBezTo>
                    <a:pt x="507" y="482"/>
                    <a:pt x="507" y="482"/>
                    <a:pt x="507" y="482"/>
                  </a:cubicBezTo>
                  <a:cubicBezTo>
                    <a:pt x="43" y="17"/>
                    <a:pt x="43" y="17"/>
                    <a:pt x="43" y="1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8" name="Freeform 33"/>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9" name="Freeform 34"/>
            <p:cNvSpPr/>
            <p:nvPr/>
          </p:nvSpPr>
          <p:spPr bwMode="auto">
            <a:xfrm flipH="1">
              <a:off x="5372643" y="3562059"/>
              <a:ext cx="24248" cy="145464"/>
            </a:xfrm>
            <a:custGeom>
              <a:avLst/>
              <a:gdLst>
                <a:gd name="T0" fmla="*/ 20 w 26"/>
                <a:gd name="T1" fmla="*/ 0 h 156"/>
                <a:gd name="T2" fmla="*/ 0 w 26"/>
                <a:gd name="T3" fmla="*/ 148 h 156"/>
                <a:gd name="T4" fmla="*/ 7 w 26"/>
                <a:gd name="T5" fmla="*/ 156 h 156"/>
                <a:gd name="T6" fmla="*/ 26 w 26"/>
                <a:gd name="T7" fmla="*/ 7 h 156"/>
                <a:gd name="T8" fmla="*/ 24 w 26"/>
                <a:gd name="T9" fmla="*/ 1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4" y="1"/>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0" name="Freeform 35"/>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 name="Freeform 36"/>
            <p:cNvSpPr/>
            <p:nvPr/>
          </p:nvSpPr>
          <p:spPr bwMode="auto">
            <a:xfrm flipH="1">
              <a:off x="5374509" y="3562059"/>
              <a:ext cx="3730" cy="932"/>
            </a:xfrm>
            <a:custGeom>
              <a:avLst/>
              <a:gdLst>
                <a:gd name="T0" fmla="*/ 0 w 4"/>
                <a:gd name="T1" fmla="*/ 0 h 1"/>
                <a:gd name="T2" fmla="*/ 0 w 4"/>
                <a:gd name="T3" fmla="*/ 0 h 1"/>
                <a:gd name="T4" fmla="*/ 4 w 4"/>
                <a:gd name="T5" fmla="*/ 1 h 1"/>
                <a:gd name="T6" fmla="*/ 0 w 4"/>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 h="1">
                  <a:moveTo>
                    <a:pt x="0" y="0"/>
                  </a:moveTo>
                  <a:lnTo>
                    <a:pt x="0" y="0"/>
                  </a:lnTo>
                  <a:lnTo>
                    <a:pt x="4" y="1"/>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2" name="Freeform 37"/>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3" name="Freeform 38"/>
            <p:cNvSpPr/>
            <p:nvPr/>
          </p:nvSpPr>
          <p:spPr bwMode="auto">
            <a:xfrm flipH="1">
              <a:off x="5347463" y="3741092"/>
              <a:ext cx="6528" cy="7460"/>
            </a:xfrm>
            <a:custGeom>
              <a:avLst/>
              <a:gdLst>
                <a:gd name="T0" fmla="*/ 0 w 7"/>
                <a:gd name="T1" fmla="*/ 0 h 8"/>
                <a:gd name="T2" fmla="*/ 0 w 7"/>
                <a:gd name="T3" fmla="*/ 0 h 8"/>
                <a:gd name="T4" fmla="*/ 7 w 7"/>
                <a:gd name="T5" fmla="*/ 8 h 8"/>
                <a:gd name="T6" fmla="*/ 7 w 7"/>
                <a:gd name="T7" fmla="*/ 8 h 8"/>
                <a:gd name="T8" fmla="*/ 0 w 7"/>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8">
                  <a:moveTo>
                    <a:pt x="0" y="0"/>
                  </a:moveTo>
                  <a:lnTo>
                    <a:pt x="0" y="0"/>
                  </a:lnTo>
                  <a:lnTo>
                    <a:pt x="7" y="8"/>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4" name="Freeform 39"/>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 name="Freeform 40"/>
            <p:cNvSpPr/>
            <p:nvPr/>
          </p:nvSpPr>
          <p:spPr bwMode="auto">
            <a:xfrm flipH="1">
              <a:off x="5329743" y="3603087"/>
              <a:ext cx="24248" cy="145464"/>
            </a:xfrm>
            <a:custGeom>
              <a:avLst/>
              <a:gdLst>
                <a:gd name="T0" fmla="*/ 20 w 26"/>
                <a:gd name="T1" fmla="*/ 0 h 156"/>
                <a:gd name="T2" fmla="*/ 0 w 26"/>
                <a:gd name="T3" fmla="*/ 148 h 156"/>
                <a:gd name="T4" fmla="*/ 7 w 26"/>
                <a:gd name="T5" fmla="*/ 156 h 156"/>
                <a:gd name="T6" fmla="*/ 26 w 26"/>
                <a:gd name="T7" fmla="*/ 7 h 156"/>
                <a:gd name="T8" fmla="*/ 22 w 26"/>
                <a:gd name="T9" fmla="*/ 3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8"/>
                  </a:lnTo>
                  <a:lnTo>
                    <a:pt x="7" y="156"/>
                  </a:lnTo>
                  <a:lnTo>
                    <a:pt x="26" y="7"/>
                  </a:lnTo>
                  <a:lnTo>
                    <a:pt x="22" y="3"/>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6" name="Freeform 41"/>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7" name="Freeform 42"/>
            <p:cNvSpPr/>
            <p:nvPr/>
          </p:nvSpPr>
          <p:spPr bwMode="auto">
            <a:xfrm flipH="1">
              <a:off x="5333474" y="3603087"/>
              <a:ext cx="1865" cy="2797"/>
            </a:xfrm>
            <a:custGeom>
              <a:avLst/>
              <a:gdLst>
                <a:gd name="T0" fmla="*/ 0 w 2"/>
                <a:gd name="T1" fmla="*/ 0 h 3"/>
                <a:gd name="T2" fmla="*/ 0 w 2"/>
                <a:gd name="T3" fmla="*/ 0 h 3"/>
                <a:gd name="T4" fmla="*/ 2 w 2"/>
                <a:gd name="T5" fmla="*/ 3 h 3"/>
                <a:gd name="T6" fmla="*/ 0 w 2"/>
                <a:gd name="T7" fmla="*/ 0 h 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 h="3">
                  <a:moveTo>
                    <a:pt x="0" y="0"/>
                  </a:moveTo>
                  <a:lnTo>
                    <a:pt x="0" y="0"/>
                  </a:lnTo>
                  <a:lnTo>
                    <a:pt x="2" y="3"/>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8" name="Freeform 43"/>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close/>
                  <a:moveTo>
                    <a:pt x="152" y="0"/>
                  </a:moveTo>
                  <a:lnTo>
                    <a:pt x="152" y="0"/>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9" name="Freeform 44"/>
            <p:cNvSpPr>
              <a:spLocks noEditPoints="1"/>
            </p:cNvSpPr>
            <p:nvPr/>
          </p:nvSpPr>
          <p:spPr bwMode="auto">
            <a:xfrm flipH="1">
              <a:off x="5148816" y="3549937"/>
              <a:ext cx="145488" cy="22379"/>
            </a:xfrm>
            <a:custGeom>
              <a:avLst/>
              <a:gdLst>
                <a:gd name="T0" fmla="*/ 0 w 156"/>
                <a:gd name="T1" fmla="*/ 14 h 24"/>
                <a:gd name="T2" fmla="*/ 0 w 156"/>
                <a:gd name="T3" fmla="*/ 14 h 24"/>
                <a:gd name="T4" fmla="*/ 7 w 156"/>
                <a:gd name="T5" fmla="*/ 24 h 24"/>
                <a:gd name="T6" fmla="*/ 9 w 156"/>
                <a:gd name="T7" fmla="*/ 24 h 24"/>
                <a:gd name="T8" fmla="*/ 0 w 156"/>
                <a:gd name="T9" fmla="*/ 14 h 24"/>
                <a:gd name="T10" fmla="*/ 152 w 156"/>
                <a:gd name="T11" fmla="*/ 0 h 24"/>
                <a:gd name="T12" fmla="*/ 152 w 156"/>
                <a:gd name="T13" fmla="*/ 0 h 24"/>
                <a:gd name="T14" fmla="*/ 156 w 156"/>
                <a:gd name="T15" fmla="*/ 2 h 24"/>
                <a:gd name="T16" fmla="*/ 152 w 156"/>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6" h="24">
                  <a:moveTo>
                    <a:pt x="0" y="14"/>
                  </a:moveTo>
                  <a:lnTo>
                    <a:pt x="0" y="14"/>
                  </a:lnTo>
                  <a:lnTo>
                    <a:pt x="7" y="24"/>
                  </a:lnTo>
                  <a:lnTo>
                    <a:pt x="9" y="24"/>
                  </a:lnTo>
                  <a:lnTo>
                    <a:pt x="0" y="14"/>
                  </a:lnTo>
                  <a:moveTo>
                    <a:pt x="152" y="0"/>
                  </a:moveTo>
                  <a:lnTo>
                    <a:pt x="152" y="0"/>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0" name="Freeform 45"/>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1" name="Freeform 46"/>
            <p:cNvSpPr/>
            <p:nvPr/>
          </p:nvSpPr>
          <p:spPr bwMode="auto">
            <a:xfrm flipH="1">
              <a:off x="5145086" y="3549937"/>
              <a:ext cx="149218" cy="22379"/>
            </a:xfrm>
            <a:custGeom>
              <a:avLst/>
              <a:gdLst>
                <a:gd name="T0" fmla="*/ 152 w 160"/>
                <a:gd name="T1" fmla="*/ 0 h 24"/>
                <a:gd name="T2" fmla="*/ 0 w 160"/>
                <a:gd name="T3" fmla="*/ 14 h 24"/>
                <a:gd name="T4" fmla="*/ 9 w 160"/>
                <a:gd name="T5" fmla="*/ 24 h 24"/>
                <a:gd name="T6" fmla="*/ 160 w 160"/>
                <a:gd name="T7" fmla="*/ 5 h 24"/>
                <a:gd name="T8" fmla="*/ 156 w 160"/>
                <a:gd name="T9" fmla="*/ 2 h 24"/>
                <a:gd name="T10" fmla="*/ 152 w 160"/>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4">
                  <a:moveTo>
                    <a:pt x="152" y="0"/>
                  </a:moveTo>
                  <a:lnTo>
                    <a:pt x="0" y="14"/>
                  </a:lnTo>
                  <a:lnTo>
                    <a:pt x="9" y="24"/>
                  </a:lnTo>
                  <a:lnTo>
                    <a:pt x="160" y="5"/>
                  </a:lnTo>
                  <a:lnTo>
                    <a:pt x="156" y="2"/>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2" name="Freeform 47"/>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3" name="Freeform 48"/>
            <p:cNvSpPr/>
            <p:nvPr/>
          </p:nvSpPr>
          <p:spPr bwMode="auto">
            <a:xfrm flipH="1">
              <a:off x="5287776" y="3562992"/>
              <a:ext cx="11191" cy="9325"/>
            </a:xfrm>
            <a:custGeom>
              <a:avLst/>
              <a:gdLst>
                <a:gd name="T0" fmla="*/ 5 w 12"/>
                <a:gd name="T1" fmla="*/ 0 h 10"/>
                <a:gd name="T2" fmla="*/ 0 w 12"/>
                <a:gd name="T3" fmla="*/ 2 h 10"/>
                <a:gd name="T4" fmla="*/ 7 w 12"/>
                <a:gd name="T5" fmla="*/ 10 h 10"/>
                <a:gd name="T6" fmla="*/ 12 w 12"/>
                <a:gd name="T7" fmla="*/ 10 h 10"/>
                <a:gd name="T8" fmla="*/ 5 w 12"/>
                <a:gd name="T9" fmla="*/ 0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0">
                  <a:moveTo>
                    <a:pt x="5" y="0"/>
                  </a:moveTo>
                  <a:lnTo>
                    <a:pt x="0" y="2"/>
                  </a:lnTo>
                  <a:lnTo>
                    <a:pt x="7" y="10"/>
                  </a:lnTo>
                  <a:lnTo>
                    <a:pt x="12" y="10"/>
                  </a:lnTo>
                  <a:lnTo>
                    <a:pt x="5"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4" name="组合 1"/>
          <p:cNvGrpSpPr/>
          <p:nvPr/>
        </p:nvGrpSpPr>
        <p:grpSpPr>
          <a:xfrm>
            <a:off x="6006414" y="3464523"/>
            <a:ext cx="1010953" cy="1010166"/>
            <a:chOff x="6073970" y="3409136"/>
            <a:chExt cx="1010953" cy="1009854"/>
          </a:xfrm>
          <a:solidFill>
            <a:schemeClr val="accent3"/>
          </a:solidFill>
        </p:grpSpPr>
        <p:sp>
          <p:nvSpPr>
            <p:cNvPr id="84" name="Freeform 49"/>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5" name="Freeform 50"/>
            <p:cNvSpPr/>
            <p:nvPr/>
          </p:nvSpPr>
          <p:spPr bwMode="auto">
            <a:xfrm flipH="1">
              <a:off x="6259560" y="4151374"/>
              <a:ext cx="141757" cy="267616"/>
            </a:xfrm>
            <a:custGeom>
              <a:avLst/>
              <a:gdLst>
                <a:gd name="T0" fmla="*/ 22 w 152"/>
                <a:gd name="T1" fmla="*/ 0 h 287"/>
                <a:gd name="T2" fmla="*/ 0 w 152"/>
                <a:gd name="T3" fmla="*/ 149 h 287"/>
                <a:gd name="T4" fmla="*/ 140 w 152"/>
                <a:gd name="T5" fmla="*/ 287 h 287"/>
                <a:gd name="T6" fmla="*/ 152 w 152"/>
                <a:gd name="T7" fmla="*/ 132 h 287"/>
                <a:gd name="T8" fmla="*/ 22 w 152"/>
                <a:gd name="T9" fmla="*/ 0 h 2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7">
                  <a:moveTo>
                    <a:pt x="22" y="0"/>
                  </a:moveTo>
                  <a:lnTo>
                    <a:pt x="0" y="149"/>
                  </a:lnTo>
                  <a:lnTo>
                    <a:pt x="140" y="287"/>
                  </a:lnTo>
                  <a:lnTo>
                    <a:pt x="152" y="132"/>
                  </a:lnTo>
                  <a:lnTo>
                    <a:pt x="2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6" name="Freeform 51"/>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7" name="Freeform 52"/>
            <p:cNvSpPr/>
            <p:nvPr/>
          </p:nvSpPr>
          <p:spPr bwMode="auto">
            <a:xfrm flipH="1">
              <a:off x="6073970" y="4091697"/>
              <a:ext cx="267660" cy="141734"/>
            </a:xfrm>
            <a:custGeom>
              <a:avLst/>
              <a:gdLst>
                <a:gd name="T0" fmla="*/ 0 w 287"/>
                <a:gd name="T1" fmla="*/ 22 h 152"/>
                <a:gd name="T2" fmla="*/ 151 w 287"/>
                <a:gd name="T3" fmla="*/ 0 h 152"/>
                <a:gd name="T4" fmla="*/ 287 w 287"/>
                <a:gd name="T5" fmla="*/ 140 h 152"/>
                <a:gd name="T6" fmla="*/ 133 w 287"/>
                <a:gd name="T7" fmla="*/ 152 h 152"/>
                <a:gd name="T8" fmla="*/ 0 w 287"/>
                <a:gd name="T9" fmla="*/ 22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152">
                  <a:moveTo>
                    <a:pt x="0" y="22"/>
                  </a:moveTo>
                  <a:lnTo>
                    <a:pt x="151" y="0"/>
                  </a:lnTo>
                  <a:lnTo>
                    <a:pt x="287" y="140"/>
                  </a:lnTo>
                  <a:lnTo>
                    <a:pt x="133" y="152"/>
                  </a:lnTo>
                  <a:lnTo>
                    <a:pt x="0" y="22"/>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8" name="Freeform 53"/>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9" name="Freeform 54"/>
            <p:cNvSpPr/>
            <p:nvPr/>
          </p:nvSpPr>
          <p:spPr bwMode="auto">
            <a:xfrm flipH="1">
              <a:off x="6342563" y="4189605"/>
              <a:ext cx="0" cy="1865"/>
            </a:xfrm>
            <a:custGeom>
              <a:avLst/>
              <a:gdLst>
                <a:gd name="T0" fmla="*/ 0 h 2"/>
                <a:gd name="T1" fmla="*/ 0 h 2"/>
                <a:gd name="T2" fmla="*/ 2 h 2"/>
                <a:gd name="T3" fmla="*/ 0 h 2"/>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2">
                  <a:moveTo>
                    <a:pt x="0" y="0"/>
                  </a:moveTo>
                  <a:lnTo>
                    <a:pt x="0" y="0"/>
                  </a:lnTo>
                  <a:lnTo>
                    <a:pt x="0" y="2"/>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0" name="Freeform 55"/>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1" name="Freeform 56"/>
            <p:cNvSpPr/>
            <p:nvPr/>
          </p:nvSpPr>
          <p:spPr bwMode="auto">
            <a:xfrm flipH="1">
              <a:off x="6337899" y="4189605"/>
              <a:ext cx="24248" cy="145464"/>
            </a:xfrm>
            <a:custGeom>
              <a:avLst/>
              <a:gdLst>
                <a:gd name="T0" fmla="*/ 21 w 26"/>
                <a:gd name="T1" fmla="*/ 0 h 156"/>
                <a:gd name="T2" fmla="*/ 0 w 26"/>
                <a:gd name="T3" fmla="*/ 148 h 156"/>
                <a:gd name="T4" fmla="*/ 8 w 26"/>
                <a:gd name="T5" fmla="*/ 156 h 156"/>
                <a:gd name="T6" fmla="*/ 26 w 26"/>
                <a:gd name="T7" fmla="*/ 7 h 156"/>
                <a:gd name="T8" fmla="*/ 21 w 26"/>
                <a:gd name="T9" fmla="*/ 2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1" y="2"/>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2" name="Freeform 57"/>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close/>
                  <a:moveTo>
                    <a:pt x="21" y="0"/>
                  </a:moveTo>
                  <a:lnTo>
                    <a:pt x="21" y="0"/>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3" name="Freeform 58"/>
            <p:cNvSpPr>
              <a:spLocks noEditPoints="1"/>
            </p:cNvSpPr>
            <p:nvPr/>
          </p:nvSpPr>
          <p:spPr bwMode="auto">
            <a:xfrm flipH="1">
              <a:off x="6300595" y="4230633"/>
              <a:ext cx="20518" cy="145464"/>
            </a:xfrm>
            <a:custGeom>
              <a:avLst/>
              <a:gdLst>
                <a:gd name="T0" fmla="*/ 0 w 22"/>
                <a:gd name="T1" fmla="*/ 148 h 156"/>
                <a:gd name="T2" fmla="*/ 0 w 22"/>
                <a:gd name="T3" fmla="*/ 148 h 156"/>
                <a:gd name="T4" fmla="*/ 8 w 22"/>
                <a:gd name="T5" fmla="*/ 156 h 156"/>
                <a:gd name="T6" fmla="*/ 8 w 22"/>
                <a:gd name="T7" fmla="*/ 156 h 156"/>
                <a:gd name="T8" fmla="*/ 0 w 22"/>
                <a:gd name="T9" fmla="*/ 148 h 156"/>
                <a:gd name="T10" fmla="*/ 21 w 22"/>
                <a:gd name="T11" fmla="*/ 0 h 156"/>
                <a:gd name="T12" fmla="*/ 21 w 22"/>
                <a:gd name="T13" fmla="*/ 0 h 156"/>
                <a:gd name="T14" fmla="*/ 22 w 22"/>
                <a:gd name="T15" fmla="*/ 3 h 156"/>
                <a:gd name="T16" fmla="*/ 21 w 22"/>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 h="156">
                  <a:moveTo>
                    <a:pt x="0" y="148"/>
                  </a:moveTo>
                  <a:lnTo>
                    <a:pt x="0" y="148"/>
                  </a:lnTo>
                  <a:lnTo>
                    <a:pt x="8" y="156"/>
                  </a:lnTo>
                  <a:lnTo>
                    <a:pt x="0" y="148"/>
                  </a:lnTo>
                  <a:moveTo>
                    <a:pt x="21" y="0"/>
                  </a:moveTo>
                  <a:lnTo>
                    <a:pt x="21" y="0"/>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4" name="Freeform 59"/>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5" name="Freeform 60"/>
            <p:cNvSpPr/>
            <p:nvPr/>
          </p:nvSpPr>
          <p:spPr bwMode="auto">
            <a:xfrm flipH="1">
              <a:off x="6296864" y="4230633"/>
              <a:ext cx="24248" cy="145464"/>
            </a:xfrm>
            <a:custGeom>
              <a:avLst/>
              <a:gdLst>
                <a:gd name="T0" fmla="*/ 21 w 26"/>
                <a:gd name="T1" fmla="*/ 0 h 156"/>
                <a:gd name="T2" fmla="*/ 0 w 26"/>
                <a:gd name="T3" fmla="*/ 148 h 156"/>
                <a:gd name="T4" fmla="*/ 8 w 26"/>
                <a:gd name="T5" fmla="*/ 156 h 156"/>
                <a:gd name="T6" fmla="*/ 26 w 26"/>
                <a:gd name="T7" fmla="*/ 7 h 156"/>
                <a:gd name="T8" fmla="*/ 22 w 26"/>
                <a:gd name="T9" fmla="*/ 3 h 156"/>
                <a:gd name="T10" fmla="*/ 21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1" y="0"/>
                  </a:moveTo>
                  <a:lnTo>
                    <a:pt x="0" y="148"/>
                  </a:lnTo>
                  <a:lnTo>
                    <a:pt x="8" y="156"/>
                  </a:lnTo>
                  <a:lnTo>
                    <a:pt x="26" y="7"/>
                  </a:lnTo>
                  <a:lnTo>
                    <a:pt x="22" y="3"/>
                  </a:lnTo>
                  <a:lnTo>
                    <a:pt x="2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6" name="Freeform 61"/>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close/>
                  <a:moveTo>
                    <a:pt x="160" y="0"/>
                  </a:moveTo>
                  <a:lnTo>
                    <a:pt x="160" y="0"/>
                  </a:lnTo>
                  <a:lnTo>
                    <a:pt x="162" y="2"/>
                  </a:lnTo>
                  <a:lnTo>
                    <a:pt x="16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7" name="Freeform 62"/>
            <p:cNvSpPr>
              <a:spLocks noEditPoints="1"/>
            </p:cNvSpPr>
            <p:nvPr/>
          </p:nvSpPr>
          <p:spPr bwMode="auto">
            <a:xfrm flipH="1">
              <a:off x="6115005" y="4177483"/>
              <a:ext cx="151084" cy="22379"/>
            </a:xfrm>
            <a:custGeom>
              <a:avLst/>
              <a:gdLst>
                <a:gd name="T0" fmla="*/ 7 w 162"/>
                <a:gd name="T1" fmla="*/ 16 h 24"/>
                <a:gd name="T2" fmla="*/ 0 w 162"/>
                <a:gd name="T3" fmla="*/ 16 h 24"/>
                <a:gd name="T4" fmla="*/ 7 w 162"/>
                <a:gd name="T5" fmla="*/ 24 h 24"/>
                <a:gd name="T6" fmla="*/ 15 w 162"/>
                <a:gd name="T7" fmla="*/ 24 h 24"/>
                <a:gd name="T8" fmla="*/ 7 w 162"/>
                <a:gd name="T9" fmla="*/ 16 h 24"/>
                <a:gd name="T10" fmla="*/ 160 w 162"/>
                <a:gd name="T11" fmla="*/ 0 h 24"/>
                <a:gd name="T12" fmla="*/ 160 w 162"/>
                <a:gd name="T13" fmla="*/ 0 h 24"/>
                <a:gd name="T14" fmla="*/ 162 w 162"/>
                <a:gd name="T15" fmla="*/ 2 h 24"/>
                <a:gd name="T16" fmla="*/ 160 w 162"/>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24">
                  <a:moveTo>
                    <a:pt x="7" y="16"/>
                  </a:moveTo>
                  <a:lnTo>
                    <a:pt x="0" y="16"/>
                  </a:lnTo>
                  <a:lnTo>
                    <a:pt x="7" y="24"/>
                  </a:lnTo>
                  <a:lnTo>
                    <a:pt x="15" y="24"/>
                  </a:lnTo>
                  <a:lnTo>
                    <a:pt x="7" y="16"/>
                  </a:lnTo>
                  <a:moveTo>
                    <a:pt x="160" y="0"/>
                  </a:moveTo>
                  <a:lnTo>
                    <a:pt x="160" y="0"/>
                  </a:lnTo>
                  <a:lnTo>
                    <a:pt x="162" y="2"/>
                  </a:lnTo>
                  <a:lnTo>
                    <a:pt x="16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8" name="Freeform 63"/>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99" name="Freeform 64"/>
            <p:cNvSpPr/>
            <p:nvPr/>
          </p:nvSpPr>
          <p:spPr bwMode="auto">
            <a:xfrm flipH="1">
              <a:off x="6112207" y="4177483"/>
              <a:ext cx="147353" cy="22379"/>
            </a:xfrm>
            <a:custGeom>
              <a:avLst/>
              <a:gdLst>
                <a:gd name="T0" fmla="*/ 153 w 158"/>
                <a:gd name="T1" fmla="*/ 0 h 24"/>
                <a:gd name="T2" fmla="*/ 0 w 158"/>
                <a:gd name="T3" fmla="*/ 16 h 24"/>
                <a:gd name="T4" fmla="*/ 8 w 158"/>
                <a:gd name="T5" fmla="*/ 24 h 24"/>
                <a:gd name="T6" fmla="*/ 158 w 158"/>
                <a:gd name="T7" fmla="*/ 7 h 24"/>
                <a:gd name="T8" fmla="*/ 155 w 158"/>
                <a:gd name="T9" fmla="*/ 2 h 24"/>
                <a:gd name="T10" fmla="*/ 153 w 158"/>
                <a:gd name="T11" fmla="*/ 0 h 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8" h="24">
                  <a:moveTo>
                    <a:pt x="153" y="0"/>
                  </a:moveTo>
                  <a:lnTo>
                    <a:pt x="0" y="16"/>
                  </a:lnTo>
                  <a:lnTo>
                    <a:pt x="8" y="24"/>
                  </a:lnTo>
                  <a:lnTo>
                    <a:pt x="158" y="7"/>
                  </a:lnTo>
                  <a:lnTo>
                    <a:pt x="155" y="2"/>
                  </a:lnTo>
                  <a:lnTo>
                    <a:pt x="153"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0" name="Freeform 65"/>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close/>
                  <a:moveTo>
                    <a:pt x="161" y="0"/>
                  </a:moveTo>
                  <a:lnTo>
                    <a:pt x="16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1" name="Freeform 66"/>
            <p:cNvSpPr>
              <a:spLocks noEditPoints="1"/>
            </p:cNvSpPr>
            <p:nvPr/>
          </p:nvSpPr>
          <p:spPr bwMode="auto">
            <a:xfrm flipH="1">
              <a:off x="6163501" y="4130860"/>
              <a:ext cx="150151" cy="22379"/>
            </a:xfrm>
            <a:custGeom>
              <a:avLst/>
              <a:gdLst>
                <a:gd name="T0" fmla="*/ 7 w 161"/>
                <a:gd name="T1" fmla="*/ 15 h 24"/>
                <a:gd name="T2" fmla="*/ 0 w 161"/>
                <a:gd name="T3" fmla="*/ 15 h 24"/>
                <a:gd name="T4" fmla="*/ 9 w 161"/>
                <a:gd name="T5" fmla="*/ 24 h 24"/>
                <a:gd name="T6" fmla="*/ 14 w 161"/>
                <a:gd name="T7" fmla="*/ 22 h 24"/>
                <a:gd name="T8" fmla="*/ 7 w 161"/>
                <a:gd name="T9" fmla="*/ 15 h 24"/>
                <a:gd name="T10" fmla="*/ 161 w 161"/>
                <a:gd name="T11" fmla="*/ 0 h 24"/>
                <a:gd name="T12" fmla="*/ 161 w 161"/>
                <a:gd name="T13" fmla="*/ 0 h 24"/>
                <a:gd name="T14" fmla="*/ 161 w 161"/>
                <a:gd name="T15" fmla="*/ 0 h 24"/>
                <a:gd name="T16" fmla="*/ 161 w 161"/>
                <a:gd name="T17" fmla="*/ 0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4">
                  <a:moveTo>
                    <a:pt x="7" y="15"/>
                  </a:moveTo>
                  <a:lnTo>
                    <a:pt x="0" y="15"/>
                  </a:lnTo>
                  <a:lnTo>
                    <a:pt x="9" y="24"/>
                  </a:lnTo>
                  <a:lnTo>
                    <a:pt x="14" y="22"/>
                  </a:lnTo>
                  <a:lnTo>
                    <a:pt x="7" y="15"/>
                  </a:lnTo>
                  <a:moveTo>
                    <a:pt x="161" y="0"/>
                  </a:moveTo>
                  <a:lnTo>
                    <a:pt x="161"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2" name="Freeform 67"/>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 name="Freeform 68"/>
            <p:cNvSpPr/>
            <p:nvPr/>
          </p:nvSpPr>
          <p:spPr bwMode="auto">
            <a:xfrm flipH="1">
              <a:off x="6157905" y="4130860"/>
              <a:ext cx="149218" cy="20514"/>
            </a:xfrm>
            <a:custGeom>
              <a:avLst/>
              <a:gdLst>
                <a:gd name="T0" fmla="*/ 154 w 160"/>
                <a:gd name="T1" fmla="*/ 0 h 22"/>
                <a:gd name="T2" fmla="*/ 0 w 160"/>
                <a:gd name="T3" fmla="*/ 15 h 22"/>
                <a:gd name="T4" fmla="*/ 7 w 160"/>
                <a:gd name="T5" fmla="*/ 22 h 22"/>
                <a:gd name="T6" fmla="*/ 160 w 160"/>
                <a:gd name="T7" fmla="*/ 6 h 22"/>
                <a:gd name="T8" fmla="*/ 154 w 160"/>
                <a:gd name="T9" fmla="*/ 0 h 22"/>
                <a:gd name="T10" fmla="*/ 154 w 160"/>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0" h="22">
                  <a:moveTo>
                    <a:pt x="154" y="0"/>
                  </a:moveTo>
                  <a:lnTo>
                    <a:pt x="0" y="15"/>
                  </a:lnTo>
                  <a:lnTo>
                    <a:pt x="7" y="22"/>
                  </a:lnTo>
                  <a:lnTo>
                    <a:pt x="160" y="6"/>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 name="Freeform 69"/>
            <p:cNvSpPr/>
            <p:nvPr/>
          </p:nvSpPr>
          <p:spPr bwMode="auto">
            <a:xfrm flipH="1">
              <a:off x="6217592" y="3409136"/>
              <a:ext cx="867331" cy="865323"/>
            </a:xfrm>
            <a:custGeom>
              <a:avLst/>
              <a:gdLst>
                <a:gd name="T0" fmla="*/ 81 w 507"/>
                <a:gd name="T1" fmla="*/ 33 h 506"/>
                <a:gd name="T2" fmla="*/ 81 w 507"/>
                <a:gd name="T3" fmla="*/ 33 h 506"/>
                <a:gd name="T4" fmla="*/ 0 w 507"/>
                <a:gd name="T5" fmla="*/ 0 h 506"/>
                <a:gd name="T6" fmla="*/ 35 w 507"/>
                <a:gd name="T7" fmla="*/ 81 h 506"/>
                <a:gd name="T8" fmla="*/ 35 w 507"/>
                <a:gd name="T9" fmla="*/ 81 h 506"/>
                <a:gd name="T10" fmla="*/ 886 w 507"/>
                <a:gd name="T11" fmla="*/ 928 h 506"/>
                <a:gd name="T12" fmla="*/ 930 w 507"/>
                <a:gd name="T13" fmla="*/ 884 h 506"/>
                <a:gd name="T14" fmla="*/ 81 w 507"/>
                <a:gd name="T15" fmla="*/ 33 h 5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7" h="506">
                  <a:moveTo>
                    <a:pt x="44" y="18"/>
                  </a:moveTo>
                  <a:cubicBezTo>
                    <a:pt x="44" y="18"/>
                    <a:pt x="44" y="18"/>
                    <a:pt x="44" y="18"/>
                  </a:cubicBezTo>
                  <a:cubicBezTo>
                    <a:pt x="40" y="14"/>
                    <a:pt x="0" y="0"/>
                    <a:pt x="0" y="0"/>
                  </a:cubicBezTo>
                  <a:cubicBezTo>
                    <a:pt x="0" y="0"/>
                    <a:pt x="16" y="40"/>
                    <a:pt x="19" y="44"/>
                  </a:cubicBezTo>
                  <a:cubicBezTo>
                    <a:pt x="19" y="44"/>
                    <a:pt x="19" y="44"/>
                    <a:pt x="19" y="44"/>
                  </a:cubicBezTo>
                  <a:cubicBezTo>
                    <a:pt x="483" y="506"/>
                    <a:pt x="483" y="506"/>
                    <a:pt x="483" y="506"/>
                  </a:cubicBezTo>
                  <a:cubicBezTo>
                    <a:pt x="507" y="482"/>
                    <a:pt x="507" y="482"/>
                    <a:pt x="507" y="482"/>
                  </a:cubicBezTo>
                  <a:lnTo>
                    <a:pt x="44"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05" name="Oval 70"/>
          <p:cNvSpPr>
            <a:spLocks noChangeArrowheads="1"/>
          </p:cNvSpPr>
          <p:nvPr/>
        </p:nvSpPr>
        <p:spPr bwMode="auto">
          <a:xfrm flipH="1">
            <a:off x="6089136" y="1114695"/>
            <a:ext cx="2155272" cy="2153716"/>
          </a:xfrm>
          <a:prstGeom prst="ellipse">
            <a:avLst/>
          </a:pr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6" name="Oval 71"/>
          <p:cNvSpPr>
            <a:spLocks noChangeArrowheads="1"/>
          </p:cNvSpPr>
          <p:nvPr/>
        </p:nvSpPr>
        <p:spPr bwMode="auto">
          <a:xfrm flipH="1">
            <a:off x="6310167" y="1335757"/>
            <a:ext cx="1714145" cy="17125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sp>
        <p:nvSpPr>
          <p:cNvPr id="107" name="Freeform 72"/>
          <p:cNvSpPr>
            <a:spLocks noEditPoints="1"/>
          </p:cNvSpPr>
          <p:nvPr/>
        </p:nvSpPr>
        <p:spPr bwMode="auto">
          <a:xfrm flipH="1">
            <a:off x="6270063" y="1294716"/>
            <a:ext cx="1793418" cy="1794608"/>
          </a:xfrm>
          <a:custGeom>
            <a:avLst/>
            <a:gdLst>
              <a:gd name="T0" fmla="*/ 524 w 1048"/>
              <a:gd name="T1" fmla="*/ 0 h 1049"/>
              <a:gd name="T2" fmla="*/ 0 w 1048"/>
              <a:gd name="T3" fmla="*/ 525 h 1049"/>
              <a:gd name="T4" fmla="*/ 506 w 1048"/>
              <a:gd name="T5" fmla="*/ 1049 h 1049"/>
              <a:gd name="T6" fmla="*/ 524 w 1048"/>
              <a:gd name="T7" fmla="*/ 1049 h 1049"/>
              <a:gd name="T8" fmla="*/ 547 w 1048"/>
              <a:gd name="T9" fmla="*/ 1048 h 1049"/>
              <a:gd name="T10" fmla="*/ 1048 w 1048"/>
              <a:gd name="T11" fmla="*/ 525 h 1049"/>
              <a:gd name="T12" fmla="*/ 524 w 1048"/>
              <a:gd name="T13" fmla="*/ 0 h 1049"/>
              <a:gd name="T14" fmla="*/ 547 w 1048"/>
              <a:gd name="T15" fmla="*/ 1001 h 1049"/>
              <a:gd name="T16" fmla="*/ 524 w 1048"/>
              <a:gd name="T17" fmla="*/ 1002 h 1049"/>
              <a:gd name="T18" fmla="*/ 506 w 1048"/>
              <a:gd name="T19" fmla="*/ 1002 h 1049"/>
              <a:gd name="T20" fmla="*/ 47 w 1048"/>
              <a:gd name="T21" fmla="*/ 525 h 1049"/>
              <a:gd name="T22" fmla="*/ 524 w 1048"/>
              <a:gd name="T23" fmla="*/ 47 h 1049"/>
              <a:gd name="T24" fmla="*/ 1002 w 1048"/>
              <a:gd name="T25" fmla="*/ 525 h 1049"/>
              <a:gd name="T26" fmla="*/ 547 w 1048"/>
              <a:gd name="T27" fmla="*/ 100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8" h="1049">
                <a:moveTo>
                  <a:pt x="524" y="0"/>
                </a:moveTo>
                <a:cubicBezTo>
                  <a:pt x="235" y="0"/>
                  <a:pt x="0" y="235"/>
                  <a:pt x="0" y="525"/>
                </a:cubicBezTo>
                <a:cubicBezTo>
                  <a:pt x="0" y="808"/>
                  <a:pt x="225" y="1039"/>
                  <a:pt x="506" y="1049"/>
                </a:cubicBezTo>
                <a:cubicBezTo>
                  <a:pt x="512" y="1049"/>
                  <a:pt x="518" y="1049"/>
                  <a:pt x="524" y="1049"/>
                </a:cubicBezTo>
                <a:cubicBezTo>
                  <a:pt x="532" y="1049"/>
                  <a:pt x="539" y="1049"/>
                  <a:pt x="547" y="1048"/>
                </a:cubicBezTo>
                <a:cubicBezTo>
                  <a:pt x="826" y="1036"/>
                  <a:pt x="1048" y="806"/>
                  <a:pt x="1048" y="525"/>
                </a:cubicBezTo>
                <a:cubicBezTo>
                  <a:pt x="1048" y="235"/>
                  <a:pt x="813" y="0"/>
                  <a:pt x="524" y="0"/>
                </a:cubicBezTo>
                <a:moveTo>
                  <a:pt x="547" y="1001"/>
                </a:moveTo>
                <a:cubicBezTo>
                  <a:pt x="539" y="1002"/>
                  <a:pt x="532" y="1002"/>
                  <a:pt x="524" y="1002"/>
                </a:cubicBezTo>
                <a:cubicBezTo>
                  <a:pt x="518" y="1002"/>
                  <a:pt x="512" y="1002"/>
                  <a:pt x="506" y="1002"/>
                </a:cubicBezTo>
                <a:cubicBezTo>
                  <a:pt x="251" y="992"/>
                  <a:pt x="47" y="782"/>
                  <a:pt x="47" y="525"/>
                </a:cubicBezTo>
                <a:cubicBezTo>
                  <a:pt x="47" y="261"/>
                  <a:pt x="261" y="47"/>
                  <a:pt x="524" y="47"/>
                </a:cubicBezTo>
                <a:cubicBezTo>
                  <a:pt x="788" y="47"/>
                  <a:pt x="1002" y="261"/>
                  <a:pt x="1002" y="525"/>
                </a:cubicBezTo>
                <a:cubicBezTo>
                  <a:pt x="1002" y="780"/>
                  <a:pt x="800" y="989"/>
                  <a:pt x="547" y="1001"/>
                </a:cubicBez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spcBef>
                <a:spcPts val="0"/>
              </a:spcBef>
              <a:spcAft>
                <a:spcPts val="0"/>
              </a:spcAft>
              <a:defRPr/>
            </a:pPr>
            <a:endParaRPr lang="en-US">
              <a:latin typeface="+mn-lt"/>
            </a:endParaRPr>
          </a:p>
        </p:txBody>
      </p:sp>
      <p:sp>
        <p:nvSpPr>
          <p:cNvPr id="108" name="Freeform 73"/>
          <p:cNvSpPr>
            <a:spLocks noEditPoints="1"/>
          </p:cNvSpPr>
          <p:nvPr/>
        </p:nvSpPr>
        <p:spPr bwMode="auto">
          <a:xfrm flipH="1">
            <a:off x="6472442" y="1499921"/>
            <a:ext cx="1388663" cy="1384198"/>
          </a:xfrm>
          <a:custGeom>
            <a:avLst/>
            <a:gdLst>
              <a:gd name="T0" fmla="*/ 745 w 812"/>
              <a:gd name="T1" fmla="*/ 0 h 809"/>
              <a:gd name="T2" fmla="*/ 0 w 812"/>
              <a:gd name="T3" fmla="*/ 743 h 809"/>
              <a:gd name="T4" fmla="*/ 745 w 812"/>
              <a:gd name="T5" fmla="*/ 1484 h 809"/>
              <a:gd name="T6" fmla="*/ 1489 w 812"/>
              <a:gd name="T7" fmla="*/ 743 h 809"/>
              <a:gd name="T8" fmla="*/ 745 w 812"/>
              <a:gd name="T9" fmla="*/ 0 h 809"/>
              <a:gd name="T10" fmla="*/ 745 w 812"/>
              <a:gd name="T11" fmla="*/ 1398 h 809"/>
              <a:gd name="T12" fmla="*/ 86 w 812"/>
              <a:gd name="T13" fmla="*/ 743 h 809"/>
              <a:gd name="T14" fmla="*/ 745 w 812"/>
              <a:gd name="T15" fmla="*/ 86 h 809"/>
              <a:gd name="T16" fmla="*/ 1405 w 812"/>
              <a:gd name="T17" fmla="*/ 743 h 809"/>
              <a:gd name="T18" fmla="*/ 745 w 812"/>
              <a:gd name="T19" fmla="*/ 1398 h 8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12" h="809">
                <a:moveTo>
                  <a:pt x="406" y="0"/>
                </a:moveTo>
                <a:cubicBezTo>
                  <a:pt x="182" y="0"/>
                  <a:pt x="0" y="182"/>
                  <a:pt x="0" y="405"/>
                </a:cubicBezTo>
                <a:cubicBezTo>
                  <a:pt x="0" y="627"/>
                  <a:pt x="182" y="809"/>
                  <a:pt x="406" y="809"/>
                </a:cubicBezTo>
                <a:cubicBezTo>
                  <a:pt x="630" y="809"/>
                  <a:pt x="812" y="627"/>
                  <a:pt x="812" y="405"/>
                </a:cubicBezTo>
                <a:cubicBezTo>
                  <a:pt x="812" y="182"/>
                  <a:pt x="630" y="0"/>
                  <a:pt x="406" y="0"/>
                </a:cubicBezTo>
                <a:moveTo>
                  <a:pt x="406" y="762"/>
                </a:moveTo>
                <a:cubicBezTo>
                  <a:pt x="208" y="762"/>
                  <a:pt x="47" y="602"/>
                  <a:pt x="47" y="405"/>
                </a:cubicBezTo>
                <a:cubicBezTo>
                  <a:pt x="47" y="207"/>
                  <a:pt x="208" y="47"/>
                  <a:pt x="406" y="47"/>
                </a:cubicBezTo>
                <a:cubicBezTo>
                  <a:pt x="604" y="47"/>
                  <a:pt x="766" y="207"/>
                  <a:pt x="766" y="405"/>
                </a:cubicBezTo>
                <a:cubicBezTo>
                  <a:pt x="766" y="602"/>
                  <a:pt x="604" y="762"/>
                  <a:pt x="406" y="762"/>
                </a:cubicBezTo>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9" name="Freeform 74"/>
          <p:cNvSpPr>
            <a:spLocks noEditPoints="1"/>
          </p:cNvSpPr>
          <p:nvPr/>
        </p:nvSpPr>
        <p:spPr bwMode="auto">
          <a:xfrm flipH="1">
            <a:off x="6673886" y="1706991"/>
            <a:ext cx="985773" cy="970058"/>
          </a:xfrm>
          <a:custGeom>
            <a:avLst/>
            <a:gdLst>
              <a:gd name="T0" fmla="*/ 529 w 576"/>
              <a:gd name="T1" fmla="*/ 0 h 567"/>
              <a:gd name="T2" fmla="*/ 0 w 576"/>
              <a:gd name="T3" fmla="*/ 521 h 567"/>
              <a:gd name="T4" fmla="*/ 529 w 576"/>
              <a:gd name="T5" fmla="*/ 1040 h 567"/>
              <a:gd name="T6" fmla="*/ 1057 w 576"/>
              <a:gd name="T7" fmla="*/ 521 h 567"/>
              <a:gd name="T8" fmla="*/ 529 w 576"/>
              <a:gd name="T9" fmla="*/ 0 h 567"/>
              <a:gd name="T10" fmla="*/ 529 w 576"/>
              <a:gd name="T11" fmla="*/ 956 h 567"/>
              <a:gd name="T12" fmla="*/ 86 w 576"/>
              <a:gd name="T13" fmla="*/ 521 h 567"/>
              <a:gd name="T14" fmla="*/ 529 w 576"/>
              <a:gd name="T15" fmla="*/ 84 h 567"/>
              <a:gd name="T16" fmla="*/ 971 w 576"/>
              <a:gd name="T17" fmla="*/ 521 h 567"/>
              <a:gd name="T18" fmla="*/ 529 w 576"/>
              <a:gd name="T19" fmla="*/ 956 h 5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6" h="567">
                <a:moveTo>
                  <a:pt x="288" y="0"/>
                </a:moveTo>
                <a:cubicBezTo>
                  <a:pt x="129" y="0"/>
                  <a:pt x="0" y="127"/>
                  <a:pt x="0" y="284"/>
                </a:cubicBezTo>
                <a:cubicBezTo>
                  <a:pt x="0" y="440"/>
                  <a:pt x="129" y="567"/>
                  <a:pt x="288" y="567"/>
                </a:cubicBezTo>
                <a:cubicBezTo>
                  <a:pt x="447" y="567"/>
                  <a:pt x="576" y="440"/>
                  <a:pt x="576" y="284"/>
                </a:cubicBezTo>
                <a:cubicBezTo>
                  <a:pt x="576" y="127"/>
                  <a:pt x="447" y="0"/>
                  <a:pt x="288" y="0"/>
                </a:cubicBezTo>
                <a:moveTo>
                  <a:pt x="288" y="521"/>
                </a:moveTo>
                <a:cubicBezTo>
                  <a:pt x="155" y="521"/>
                  <a:pt x="47" y="414"/>
                  <a:pt x="47" y="284"/>
                </a:cubicBezTo>
                <a:cubicBezTo>
                  <a:pt x="47" y="153"/>
                  <a:pt x="155" y="46"/>
                  <a:pt x="288" y="46"/>
                </a:cubicBezTo>
                <a:cubicBezTo>
                  <a:pt x="421" y="46"/>
                  <a:pt x="529" y="153"/>
                  <a:pt x="529" y="284"/>
                </a:cubicBezTo>
                <a:cubicBezTo>
                  <a:pt x="529" y="414"/>
                  <a:pt x="421" y="521"/>
                  <a:pt x="288" y="52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0" name="Freeform 75"/>
          <p:cNvSpPr>
            <a:spLocks noEditPoints="1"/>
          </p:cNvSpPr>
          <p:nvPr/>
        </p:nvSpPr>
        <p:spPr bwMode="auto">
          <a:xfrm flipH="1">
            <a:off x="6876264" y="1912195"/>
            <a:ext cx="581019" cy="559649"/>
          </a:xfrm>
          <a:custGeom>
            <a:avLst/>
            <a:gdLst>
              <a:gd name="T0" fmla="*/ 312 w 340"/>
              <a:gd name="T1" fmla="*/ 0 h 327"/>
              <a:gd name="T2" fmla="*/ 0 w 340"/>
              <a:gd name="T3" fmla="*/ 301 h 327"/>
              <a:gd name="T4" fmla="*/ 312 w 340"/>
              <a:gd name="T5" fmla="*/ 600 h 327"/>
              <a:gd name="T6" fmla="*/ 623 w 340"/>
              <a:gd name="T7" fmla="*/ 301 h 327"/>
              <a:gd name="T8" fmla="*/ 312 w 340"/>
              <a:gd name="T9" fmla="*/ 0 h 327"/>
              <a:gd name="T10" fmla="*/ 312 w 340"/>
              <a:gd name="T11" fmla="*/ 516 h 327"/>
              <a:gd name="T12" fmla="*/ 86 w 340"/>
              <a:gd name="T13" fmla="*/ 301 h 327"/>
              <a:gd name="T14" fmla="*/ 312 w 340"/>
              <a:gd name="T15" fmla="*/ 86 h 327"/>
              <a:gd name="T16" fmla="*/ 537 w 340"/>
              <a:gd name="T17" fmla="*/ 301 h 327"/>
              <a:gd name="T18" fmla="*/ 312 w 340"/>
              <a:gd name="T19" fmla="*/ 516 h 3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0" h="327">
                <a:moveTo>
                  <a:pt x="170" y="0"/>
                </a:moveTo>
                <a:cubicBezTo>
                  <a:pt x="76" y="0"/>
                  <a:pt x="0" y="73"/>
                  <a:pt x="0" y="164"/>
                </a:cubicBezTo>
                <a:cubicBezTo>
                  <a:pt x="0" y="254"/>
                  <a:pt x="76" y="327"/>
                  <a:pt x="170" y="327"/>
                </a:cubicBezTo>
                <a:cubicBezTo>
                  <a:pt x="264" y="327"/>
                  <a:pt x="340" y="254"/>
                  <a:pt x="340" y="164"/>
                </a:cubicBezTo>
                <a:cubicBezTo>
                  <a:pt x="340" y="73"/>
                  <a:pt x="264" y="0"/>
                  <a:pt x="170" y="0"/>
                </a:cubicBezTo>
                <a:moveTo>
                  <a:pt x="170" y="281"/>
                </a:moveTo>
                <a:cubicBezTo>
                  <a:pt x="102" y="281"/>
                  <a:pt x="47" y="228"/>
                  <a:pt x="47" y="164"/>
                </a:cubicBezTo>
                <a:cubicBezTo>
                  <a:pt x="47" y="99"/>
                  <a:pt x="102" y="47"/>
                  <a:pt x="170" y="47"/>
                </a:cubicBezTo>
                <a:cubicBezTo>
                  <a:pt x="238" y="47"/>
                  <a:pt x="293" y="99"/>
                  <a:pt x="293" y="164"/>
                </a:cubicBezTo>
                <a:cubicBezTo>
                  <a:pt x="293" y="228"/>
                  <a:pt x="238" y="281"/>
                  <a:pt x="170" y="28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1" name="Oval 76"/>
          <p:cNvSpPr>
            <a:spLocks noChangeArrowheads="1"/>
          </p:cNvSpPr>
          <p:nvPr/>
        </p:nvSpPr>
        <p:spPr bwMode="auto">
          <a:xfrm flipH="1">
            <a:off x="7054393" y="2086619"/>
            <a:ext cx="213569" cy="209869"/>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lstStyle/>
          <a:p>
            <a:pPr eaLnBrk="1" hangingPunct="1"/>
            <a:endParaRPr lang="zh-CN" altLang="zh-CN"/>
          </a:p>
        </p:txBody>
      </p:sp>
      <p:grpSp>
        <p:nvGrpSpPr>
          <p:cNvPr id="5" name="组合 9"/>
          <p:cNvGrpSpPr/>
          <p:nvPr/>
        </p:nvGrpSpPr>
        <p:grpSpPr>
          <a:xfrm>
            <a:off x="6205714" y="2162172"/>
            <a:ext cx="986705" cy="986848"/>
            <a:chOff x="6598099" y="2161504"/>
            <a:chExt cx="986705" cy="986543"/>
          </a:xfrm>
          <a:solidFill>
            <a:schemeClr val="accent1"/>
          </a:solidFill>
        </p:grpSpPr>
        <p:sp>
          <p:nvSpPr>
            <p:cNvPr id="112" name="Freeform 77"/>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3" name="Freeform 78"/>
            <p:cNvSpPr/>
            <p:nvPr/>
          </p:nvSpPr>
          <p:spPr bwMode="auto">
            <a:xfrm flipH="1">
              <a:off x="6780891" y="2883228"/>
              <a:ext cx="141757" cy="264819"/>
            </a:xfrm>
            <a:custGeom>
              <a:avLst/>
              <a:gdLst>
                <a:gd name="T0" fmla="*/ 20 w 152"/>
                <a:gd name="T1" fmla="*/ 0 h 284"/>
                <a:gd name="T2" fmla="*/ 0 w 152"/>
                <a:gd name="T3" fmla="*/ 148 h 284"/>
                <a:gd name="T4" fmla="*/ 139 w 152"/>
                <a:gd name="T5" fmla="*/ 284 h 284"/>
                <a:gd name="T6" fmla="*/ 152 w 152"/>
                <a:gd name="T7" fmla="*/ 130 h 284"/>
                <a:gd name="T8" fmla="*/ 20 w 152"/>
                <a:gd name="T9" fmla="*/ 0 h 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2" h="284">
                  <a:moveTo>
                    <a:pt x="20" y="0"/>
                  </a:moveTo>
                  <a:lnTo>
                    <a:pt x="0" y="148"/>
                  </a:lnTo>
                  <a:lnTo>
                    <a:pt x="139" y="284"/>
                  </a:lnTo>
                  <a:lnTo>
                    <a:pt x="152" y="130"/>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4" name="Freeform 79"/>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5" name="Freeform 80"/>
            <p:cNvSpPr/>
            <p:nvPr/>
          </p:nvSpPr>
          <p:spPr bwMode="auto">
            <a:xfrm flipH="1">
              <a:off x="6598099" y="2820753"/>
              <a:ext cx="264862" cy="142666"/>
            </a:xfrm>
            <a:custGeom>
              <a:avLst/>
              <a:gdLst>
                <a:gd name="T0" fmla="*/ 0 w 284"/>
                <a:gd name="T1" fmla="*/ 23 h 153"/>
                <a:gd name="T2" fmla="*/ 149 w 284"/>
                <a:gd name="T3" fmla="*/ 0 h 153"/>
                <a:gd name="T4" fmla="*/ 284 w 284"/>
                <a:gd name="T5" fmla="*/ 142 h 153"/>
                <a:gd name="T6" fmla="*/ 130 w 284"/>
                <a:gd name="T7" fmla="*/ 153 h 153"/>
                <a:gd name="T8" fmla="*/ 0 w 284"/>
                <a:gd name="T9" fmla="*/ 23 h 1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53">
                  <a:moveTo>
                    <a:pt x="0" y="23"/>
                  </a:moveTo>
                  <a:lnTo>
                    <a:pt x="149" y="0"/>
                  </a:lnTo>
                  <a:lnTo>
                    <a:pt x="284" y="142"/>
                  </a:lnTo>
                  <a:lnTo>
                    <a:pt x="130" y="153"/>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6" name="Freeform 81"/>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7" name="Freeform 82"/>
            <p:cNvSpPr/>
            <p:nvPr/>
          </p:nvSpPr>
          <p:spPr bwMode="auto">
            <a:xfrm flipH="1">
              <a:off x="6861096" y="2918662"/>
              <a:ext cx="24248" cy="145464"/>
            </a:xfrm>
            <a:custGeom>
              <a:avLst/>
              <a:gdLst>
                <a:gd name="T0" fmla="*/ 20 w 26"/>
                <a:gd name="T1" fmla="*/ 0 h 156"/>
                <a:gd name="T2" fmla="*/ 0 w 26"/>
                <a:gd name="T3" fmla="*/ 149 h 156"/>
                <a:gd name="T4" fmla="*/ 7 w 26"/>
                <a:gd name="T5" fmla="*/ 156 h 156"/>
                <a:gd name="T6" fmla="*/ 26 w 26"/>
                <a:gd name="T7" fmla="*/ 7 h 156"/>
                <a:gd name="T8" fmla="*/ 22 w 26"/>
                <a:gd name="T9" fmla="*/ 4 h 156"/>
                <a:gd name="T10" fmla="*/ 20 w 26"/>
                <a:gd name="T11" fmla="*/ 0 h 1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6">
                  <a:moveTo>
                    <a:pt x="20" y="0"/>
                  </a:moveTo>
                  <a:lnTo>
                    <a:pt x="0" y="149"/>
                  </a:lnTo>
                  <a:lnTo>
                    <a:pt x="7" y="156"/>
                  </a:lnTo>
                  <a:lnTo>
                    <a:pt x="26" y="7"/>
                  </a:lnTo>
                  <a:lnTo>
                    <a:pt x="22" y="4"/>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8" name="Freeform 83"/>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9" name="Freeform 84"/>
            <p:cNvSpPr/>
            <p:nvPr/>
          </p:nvSpPr>
          <p:spPr bwMode="auto">
            <a:xfrm flipH="1">
              <a:off x="6837781" y="3098626"/>
              <a:ext cx="6528" cy="6527"/>
            </a:xfrm>
            <a:custGeom>
              <a:avLst/>
              <a:gdLst>
                <a:gd name="T0" fmla="*/ 0 w 7"/>
                <a:gd name="T1" fmla="*/ 0 h 7"/>
                <a:gd name="T2" fmla="*/ 0 w 7"/>
                <a:gd name="T3" fmla="*/ 0 h 7"/>
                <a:gd name="T4" fmla="*/ 7 w 7"/>
                <a:gd name="T5" fmla="*/ 7 h 7"/>
                <a:gd name="T6" fmla="*/ 7 w 7"/>
                <a:gd name="T7" fmla="*/ 7 h 7"/>
                <a:gd name="T8" fmla="*/ 0 w 7"/>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 h="7">
                  <a:moveTo>
                    <a:pt x="0" y="0"/>
                  </a:moveTo>
                  <a:lnTo>
                    <a:pt x="0" y="0"/>
                  </a:lnTo>
                  <a:lnTo>
                    <a:pt x="7"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0" name="Freeform 85"/>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1" name="Freeform 86"/>
            <p:cNvSpPr/>
            <p:nvPr/>
          </p:nvSpPr>
          <p:spPr bwMode="auto">
            <a:xfrm flipH="1">
              <a:off x="6820061" y="2961555"/>
              <a:ext cx="24248" cy="143599"/>
            </a:xfrm>
            <a:custGeom>
              <a:avLst/>
              <a:gdLst>
                <a:gd name="T0" fmla="*/ 20 w 26"/>
                <a:gd name="T1" fmla="*/ 0 h 154"/>
                <a:gd name="T2" fmla="*/ 0 w 26"/>
                <a:gd name="T3" fmla="*/ 147 h 154"/>
                <a:gd name="T4" fmla="*/ 7 w 26"/>
                <a:gd name="T5" fmla="*/ 154 h 154"/>
                <a:gd name="T6" fmla="*/ 26 w 26"/>
                <a:gd name="T7" fmla="*/ 5 h 154"/>
                <a:gd name="T8" fmla="*/ 24 w 26"/>
                <a:gd name="T9" fmla="*/ 2 h 154"/>
                <a:gd name="T10" fmla="*/ 20 w 26"/>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54">
                  <a:moveTo>
                    <a:pt x="20" y="0"/>
                  </a:moveTo>
                  <a:lnTo>
                    <a:pt x="0" y="147"/>
                  </a:lnTo>
                  <a:lnTo>
                    <a:pt x="7" y="154"/>
                  </a:lnTo>
                  <a:lnTo>
                    <a:pt x="26" y="5"/>
                  </a:lnTo>
                  <a:lnTo>
                    <a:pt x="24" y="2"/>
                  </a:lnTo>
                  <a:lnTo>
                    <a:pt x="2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2" name="Freeform 87"/>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3" name="Freeform 88"/>
            <p:cNvSpPr/>
            <p:nvPr/>
          </p:nvSpPr>
          <p:spPr bwMode="auto">
            <a:xfrm flipH="1">
              <a:off x="6628875" y="2906540"/>
              <a:ext cx="12124" cy="7460"/>
            </a:xfrm>
            <a:custGeom>
              <a:avLst/>
              <a:gdLst>
                <a:gd name="T0" fmla="*/ 4 w 13"/>
                <a:gd name="T1" fmla="*/ 0 h 8"/>
                <a:gd name="T2" fmla="*/ 0 w 13"/>
                <a:gd name="T3" fmla="*/ 0 h 8"/>
                <a:gd name="T4" fmla="*/ 6 w 13"/>
                <a:gd name="T5" fmla="*/ 8 h 8"/>
                <a:gd name="T6" fmla="*/ 13 w 13"/>
                <a:gd name="T7" fmla="*/ 6 h 8"/>
                <a:gd name="T8" fmla="*/ 4 w 1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8">
                  <a:moveTo>
                    <a:pt x="4" y="0"/>
                  </a:moveTo>
                  <a:lnTo>
                    <a:pt x="0" y="0"/>
                  </a:lnTo>
                  <a:lnTo>
                    <a:pt x="6" y="8"/>
                  </a:lnTo>
                  <a:lnTo>
                    <a:pt x="13" y="6"/>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4" name="Freeform 89"/>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5" name="Freeform 90"/>
            <p:cNvSpPr/>
            <p:nvPr/>
          </p:nvSpPr>
          <p:spPr bwMode="auto">
            <a:xfrm flipH="1">
              <a:off x="6775296" y="2922391"/>
              <a:ext cx="7461" cy="6527"/>
            </a:xfrm>
            <a:custGeom>
              <a:avLst/>
              <a:gdLst>
                <a:gd name="T0" fmla="*/ 0 w 8"/>
                <a:gd name="T1" fmla="*/ 0 h 7"/>
                <a:gd name="T2" fmla="*/ 0 w 8"/>
                <a:gd name="T3" fmla="*/ 0 h 7"/>
                <a:gd name="T4" fmla="*/ 8 w 8"/>
                <a:gd name="T5" fmla="*/ 7 h 7"/>
                <a:gd name="T6" fmla="*/ 8 w 8"/>
                <a:gd name="T7" fmla="*/ 7 h 7"/>
                <a:gd name="T8" fmla="*/ 0 w 8"/>
                <a:gd name="T9" fmla="*/ 0 h 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7">
                  <a:moveTo>
                    <a:pt x="0" y="0"/>
                  </a:moveTo>
                  <a:lnTo>
                    <a:pt x="0" y="0"/>
                  </a:lnTo>
                  <a:lnTo>
                    <a:pt x="8" y="7"/>
                  </a:lnTo>
                  <a:lnTo>
                    <a:pt x="0"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6" name="Freeform 91"/>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7" name="Freeform 92"/>
            <p:cNvSpPr/>
            <p:nvPr/>
          </p:nvSpPr>
          <p:spPr bwMode="auto">
            <a:xfrm flipH="1">
              <a:off x="6635403" y="2906540"/>
              <a:ext cx="147353" cy="22379"/>
            </a:xfrm>
            <a:custGeom>
              <a:avLst/>
              <a:gdLst>
                <a:gd name="T0" fmla="*/ 152 w 158"/>
                <a:gd name="T1" fmla="*/ 0 h 24"/>
                <a:gd name="T2" fmla="*/ 0 w 158"/>
                <a:gd name="T3" fmla="*/ 17 h 24"/>
                <a:gd name="T4" fmla="*/ 8 w 158"/>
                <a:gd name="T5" fmla="*/ 24 h 24"/>
                <a:gd name="T6" fmla="*/ 158 w 158"/>
                <a:gd name="T7" fmla="*/ 8 h 24"/>
                <a:gd name="T8" fmla="*/ 152 w 158"/>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 h="24">
                  <a:moveTo>
                    <a:pt x="152" y="0"/>
                  </a:moveTo>
                  <a:lnTo>
                    <a:pt x="0" y="17"/>
                  </a:lnTo>
                  <a:lnTo>
                    <a:pt x="8" y="24"/>
                  </a:lnTo>
                  <a:lnTo>
                    <a:pt x="158" y="8"/>
                  </a:lnTo>
                  <a:lnTo>
                    <a:pt x="152"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8" name="Freeform 93"/>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9" name="Freeform 94"/>
            <p:cNvSpPr/>
            <p:nvPr/>
          </p:nvSpPr>
          <p:spPr bwMode="auto">
            <a:xfrm flipH="1">
              <a:off x="6676438" y="2860849"/>
              <a:ext cx="10259" cy="4662"/>
            </a:xfrm>
            <a:custGeom>
              <a:avLst/>
              <a:gdLst>
                <a:gd name="T0" fmla="*/ 4 w 11"/>
                <a:gd name="T1" fmla="*/ 0 h 5"/>
                <a:gd name="T2" fmla="*/ 0 w 11"/>
                <a:gd name="T3" fmla="*/ 0 h 5"/>
                <a:gd name="T4" fmla="*/ 5 w 11"/>
                <a:gd name="T5" fmla="*/ 5 h 5"/>
                <a:gd name="T6" fmla="*/ 11 w 11"/>
                <a:gd name="T7" fmla="*/ 5 h 5"/>
                <a:gd name="T8" fmla="*/ 4 w 11"/>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5">
                  <a:moveTo>
                    <a:pt x="4" y="0"/>
                  </a:moveTo>
                  <a:lnTo>
                    <a:pt x="0" y="0"/>
                  </a:lnTo>
                  <a:lnTo>
                    <a:pt x="5" y="5"/>
                  </a:lnTo>
                  <a:lnTo>
                    <a:pt x="11" y="5"/>
                  </a:lnTo>
                  <a:lnTo>
                    <a:pt x="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0" name="Freeform 95"/>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1" name="Freeform 96"/>
            <p:cNvSpPr/>
            <p:nvPr/>
          </p:nvSpPr>
          <p:spPr bwMode="auto">
            <a:xfrm flipH="1">
              <a:off x="6682034" y="2860849"/>
              <a:ext cx="148286" cy="20514"/>
            </a:xfrm>
            <a:custGeom>
              <a:avLst/>
              <a:gdLst>
                <a:gd name="T0" fmla="*/ 154 w 159"/>
                <a:gd name="T1" fmla="*/ 0 h 22"/>
                <a:gd name="T2" fmla="*/ 0 w 159"/>
                <a:gd name="T3" fmla="*/ 14 h 22"/>
                <a:gd name="T4" fmla="*/ 7 w 159"/>
                <a:gd name="T5" fmla="*/ 22 h 22"/>
                <a:gd name="T6" fmla="*/ 159 w 159"/>
                <a:gd name="T7" fmla="*/ 5 h 22"/>
                <a:gd name="T8" fmla="*/ 154 w 159"/>
                <a:gd name="T9" fmla="*/ 0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22">
                  <a:moveTo>
                    <a:pt x="154" y="0"/>
                  </a:moveTo>
                  <a:lnTo>
                    <a:pt x="0" y="14"/>
                  </a:lnTo>
                  <a:lnTo>
                    <a:pt x="7" y="22"/>
                  </a:lnTo>
                  <a:lnTo>
                    <a:pt x="159" y="5"/>
                  </a:lnTo>
                  <a:lnTo>
                    <a:pt x="154" y="0"/>
                  </a:ln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2" name="Freeform 97"/>
            <p:cNvSpPr/>
            <p:nvPr/>
          </p:nvSpPr>
          <p:spPr bwMode="auto">
            <a:xfrm flipH="1">
              <a:off x="6741721" y="2161504"/>
              <a:ext cx="843083" cy="842944"/>
            </a:xfrm>
            <a:custGeom>
              <a:avLst/>
              <a:gdLst>
                <a:gd name="T0" fmla="*/ 55 w 493"/>
                <a:gd name="T1" fmla="*/ 9 h 493"/>
                <a:gd name="T2" fmla="*/ 55 w 493"/>
                <a:gd name="T3" fmla="*/ 9 h 493"/>
                <a:gd name="T4" fmla="*/ 31 w 493"/>
                <a:gd name="T5" fmla="*/ 0 h 493"/>
                <a:gd name="T6" fmla="*/ 0 w 493"/>
                <a:gd name="T7" fmla="*/ 31 h 493"/>
                <a:gd name="T8" fmla="*/ 11 w 493"/>
                <a:gd name="T9" fmla="*/ 57 h 493"/>
                <a:gd name="T10" fmla="*/ 11 w 493"/>
                <a:gd name="T11" fmla="*/ 57 h 493"/>
                <a:gd name="T12" fmla="*/ 862 w 493"/>
                <a:gd name="T13" fmla="*/ 904 h 493"/>
                <a:gd name="T14" fmla="*/ 904 w 493"/>
                <a:gd name="T15" fmla="*/ 860 h 493"/>
                <a:gd name="T16" fmla="*/ 55 w 493"/>
                <a:gd name="T17" fmla="*/ 9 h 4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93" h="493">
                  <a:moveTo>
                    <a:pt x="30" y="5"/>
                  </a:moveTo>
                  <a:cubicBezTo>
                    <a:pt x="30" y="5"/>
                    <a:pt x="30" y="5"/>
                    <a:pt x="30" y="5"/>
                  </a:cubicBezTo>
                  <a:cubicBezTo>
                    <a:pt x="27" y="2"/>
                    <a:pt x="22" y="0"/>
                    <a:pt x="17" y="0"/>
                  </a:cubicBezTo>
                  <a:cubicBezTo>
                    <a:pt x="8" y="0"/>
                    <a:pt x="0" y="8"/>
                    <a:pt x="0" y="17"/>
                  </a:cubicBezTo>
                  <a:cubicBezTo>
                    <a:pt x="0" y="23"/>
                    <a:pt x="2" y="28"/>
                    <a:pt x="6" y="31"/>
                  </a:cubicBezTo>
                  <a:cubicBezTo>
                    <a:pt x="6" y="31"/>
                    <a:pt x="6" y="31"/>
                    <a:pt x="6" y="31"/>
                  </a:cubicBezTo>
                  <a:cubicBezTo>
                    <a:pt x="470" y="493"/>
                    <a:pt x="470" y="493"/>
                    <a:pt x="470" y="493"/>
                  </a:cubicBezTo>
                  <a:cubicBezTo>
                    <a:pt x="493" y="469"/>
                    <a:pt x="493" y="469"/>
                    <a:pt x="493" y="469"/>
                  </a:cubicBezTo>
                  <a:cubicBezTo>
                    <a:pt x="30" y="5"/>
                    <a:pt x="30" y="5"/>
                    <a:pt x="30" y="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33" name="Freeform 98"/>
          <p:cNvSpPr/>
          <p:nvPr/>
        </p:nvSpPr>
        <p:spPr bwMode="auto">
          <a:xfrm flipH="1">
            <a:off x="7899341" y="2931689"/>
            <a:ext cx="54092" cy="55032"/>
          </a:xfrm>
          <a:custGeom>
            <a:avLst/>
            <a:gdLst>
              <a:gd name="T0" fmla="*/ 5 w 32"/>
              <a:gd name="T1" fmla="*/ 0 h 32"/>
              <a:gd name="T2" fmla="*/ 0 w 32"/>
              <a:gd name="T3" fmla="*/ 6 h 32"/>
              <a:gd name="T4" fmla="*/ 24 w 32"/>
              <a:gd name="T5" fmla="*/ 31 h 32"/>
              <a:gd name="T6" fmla="*/ 53 w 32"/>
              <a:gd name="T7" fmla="*/ 59 h 32"/>
              <a:gd name="T8" fmla="*/ 58 w 32"/>
              <a:gd name="T9" fmla="*/ 53 h 32"/>
              <a:gd name="T10" fmla="*/ 5 w 32"/>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 h="32">
                <a:moveTo>
                  <a:pt x="3" y="0"/>
                </a:moveTo>
                <a:cubicBezTo>
                  <a:pt x="0" y="3"/>
                  <a:pt x="0" y="3"/>
                  <a:pt x="0" y="3"/>
                </a:cubicBezTo>
                <a:cubicBezTo>
                  <a:pt x="4" y="8"/>
                  <a:pt x="8" y="12"/>
                  <a:pt x="13" y="17"/>
                </a:cubicBezTo>
                <a:cubicBezTo>
                  <a:pt x="18" y="22"/>
                  <a:pt x="24" y="27"/>
                  <a:pt x="29" y="32"/>
                </a:cubicBezTo>
                <a:cubicBezTo>
                  <a:pt x="32" y="29"/>
                  <a:pt x="32" y="29"/>
                  <a:pt x="32" y="29"/>
                </a:cubicBezTo>
                <a:cubicBezTo>
                  <a:pt x="22" y="20"/>
                  <a:pt x="12" y="10"/>
                  <a:pt x="3" y="0"/>
                </a:cubicBezTo>
              </a:path>
            </a:pathLst>
          </a:custGeom>
          <a:solidFill>
            <a:srgbClr val="C9C8C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4" name="Freeform 106"/>
          <p:cNvSpPr/>
          <p:nvPr/>
        </p:nvSpPr>
        <p:spPr bwMode="auto">
          <a:xfrm flipH="1">
            <a:off x="7146721" y="2178961"/>
            <a:ext cx="45698" cy="57831"/>
          </a:xfrm>
          <a:custGeom>
            <a:avLst/>
            <a:gdLst>
              <a:gd name="T0" fmla="*/ 4 w 27"/>
              <a:gd name="T1" fmla="*/ 0 h 34"/>
              <a:gd name="T2" fmla="*/ 0 w 27"/>
              <a:gd name="T3" fmla="*/ 4 h 34"/>
              <a:gd name="T4" fmla="*/ 0 w 27"/>
              <a:gd name="T5" fmla="*/ 13 h 34"/>
              <a:gd name="T6" fmla="*/ 11 w 27"/>
              <a:gd name="T7" fmla="*/ 38 h 34"/>
              <a:gd name="T8" fmla="*/ 11 w 27"/>
              <a:gd name="T9" fmla="*/ 38 h 34"/>
              <a:gd name="T10" fmla="*/ 34 w 27"/>
              <a:gd name="T11" fmla="*/ 62 h 34"/>
              <a:gd name="T12" fmla="*/ 49 w 27"/>
              <a:gd name="T13" fmla="*/ 46 h 34"/>
              <a:gd name="T14" fmla="*/ 27 w 27"/>
              <a:gd name="T15" fmla="*/ 27 h 34"/>
              <a:gd name="T16" fmla="*/ 4 w 27"/>
              <a:gd name="T17" fmla="*/ 0 h 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34">
                <a:moveTo>
                  <a:pt x="2" y="0"/>
                </a:moveTo>
                <a:cubicBezTo>
                  <a:pt x="0" y="2"/>
                  <a:pt x="0" y="2"/>
                  <a:pt x="0" y="2"/>
                </a:cubicBezTo>
                <a:cubicBezTo>
                  <a:pt x="0" y="3"/>
                  <a:pt x="0" y="5"/>
                  <a:pt x="0" y="7"/>
                </a:cubicBezTo>
                <a:cubicBezTo>
                  <a:pt x="0" y="13"/>
                  <a:pt x="2" y="18"/>
                  <a:pt x="6" y="21"/>
                </a:cubicBezTo>
                <a:cubicBezTo>
                  <a:pt x="6" y="21"/>
                  <a:pt x="6" y="21"/>
                  <a:pt x="6" y="21"/>
                </a:cubicBezTo>
                <a:cubicBezTo>
                  <a:pt x="19" y="34"/>
                  <a:pt x="19" y="34"/>
                  <a:pt x="19" y="34"/>
                </a:cubicBezTo>
                <a:cubicBezTo>
                  <a:pt x="27" y="25"/>
                  <a:pt x="27" y="25"/>
                  <a:pt x="27" y="25"/>
                </a:cubicBezTo>
                <a:cubicBezTo>
                  <a:pt x="15" y="15"/>
                  <a:pt x="15" y="15"/>
                  <a:pt x="15" y="15"/>
                </a:cubicBezTo>
                <a:cubicBezTo>
                  <a:pt x="2" y="0"/>
                  <a:pt x="2" y="0"/>
                  <a:pt x="2" y="0"/>
                </a:cubicBezTo>
              </a:path>
            </a:pathLst>
          </a:custGeom>
          <a:solidFill>
            <a:srgbClr val="5D483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组合 2"/>
          <p:cNvGrpSpPr/>
          <p:nvPr/>
        </p:nvGrpSpPr>
        <p:grpSpPr>
          <a:xfrm>
            <a:off x="685009" y="1530205"/>
            <a:ext cx="365522" cy="430273"/>
            <a:chOff x="685009" y="1529730"/>
            <a:chExt cx="365522" cy="430140"/>
          </a:xfrm>
        </p:grpSpPr>
        <p:sp>
          <p:nvSpPr>
            <p:cNvPr id="141" name="Flowchart: Off-page Connector 108"/>
            <p:cNvSpPr/>
            <p:nvPr/>
          </p:nvSpPr>
          <p:spPr bwMode="auto">
            <a:xfrm>
              <a:off x="704059" y="1529730"/>
              <a:ext cx="317898" cy="422672"/>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4" name="Oval 111"/>
            <p:cNvSpPr/>
            <p:nvPr/>
          </p:nvSpPr>
          <p:spPr bwMode="auto">
            <a:xfrm>
              <a:off x="685009" y="154077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1</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7" name="组合 3"/>
          <p:cNvGrpSpPr/>
          <p:nvPr/>
        </p:nvGrpSpPr>
        <p:grpSpPr>
          <a:xfrm>
            <a:off x="685009" y="2261327"/>
            <a:ext cx="365522" cy="452720"/>
            <a:chOff x="685009" y="2260630"/>
            <a:chExt cx="365522" cy="452581"/>
          </a:xfrm>
        </p:grpSpPr>
        <p:sp>
          <p:nvSpPr>
            <p:cNvPr id="142" name="Flowchart: Off-page Connector 109"/>
            <p:cNvSpPr/>
            <p:nvPr/>
          </p:nvSpPr>
          <p:spPr bwMode="auto">
            <a:xfrm>
              <a:off x="704059" y="2290540"/>
              <a:ext cx="317898" cy="422671"/>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5" name="Oval 112"/>
            <p:cNvSpPr/>
            <p:nvPr/>
          </p:nvSpPr>
          <p:spPr bwMode="auto">
            <a:xfrm>
              <a:off x="685009" y="2260630"/>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2</a:t>
              </a:r>
              <a:endParaRPr lang="en-US" altLang="zh-CN" dirty="0">
                <a:solidFill>
                  <a:schemeClr val="bg1"/>
                </a:solidFill>
                <a:latin typeface="Arial" panose="020B0604020202020204" pitchFamily="34" charset="0"/>
                <a:cs typeface="Arial" panose="020B0604020202020204" pitchFamily="34" charset="0"/>
              </a:endParaRPr>
            </a:p>
          </p:txBody>
        </p:sp>
      </p:grpSp>
      <p:grpSp>
        <p:nvGrpSpPr>
          <p:cNvPr id="8" name="组合 4"/>
          <p:cNvGrpSpPr/>
          <p:nvPr/>
        </p:nvGrpSpPr>
        <p:grpSpPr>
          <a:xfrm>
            <a:off x="680246" y="3022517"/>
            <a:ext cx="365522" cy="451385"/>
            <a:chOff x="680246" y="3021584"/>
            <a:chExt cx="365522" cy="451246"/>
          </a:xfrm>
        </p:grpSpPr>
        <p:sp>
          <p:nvSpPr>
            <p:cNvPr id="143" name="Flowchart: Off-page Connector 110"/>
            <p:cNvSpPr/>
            <p:nvPr/>
          </p:nvSpPr>
          <p:spPr bwMode="auto">
            <a:xfrm>
              <a:off x="704059" y="3050159"/>
              <a:ext cx="317898" cy="422671"/>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6" name="Oval 113"/>
            <p:cNvSpPr/>
            <p:nvPr/>
          </p:nvSpPr>
          <p:spPr bwMode="auto">
            <a:xfrm>
              <a:off x="680246" y="3021584"/>
              <a:ext cx="365522"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3</a:t>
              </a:r>
              <a:endParaRPr lang="en-US" altLang="zh-CN" dirty="0">
                <a:solidFill>
                  <a:schemeClr val="bg1"/>
                </a:solidFill>
                <a:latin typeface="Arial" panose="020B0604020202020204" pitchFamily="34" charset="0"/>
                <a:cs typeface="Arial" panose="020B0604020202020204" pitchFamily="34" charset="0"/>
              </a:endParaRPr>
            </a:p>
          </p:txBody>
        </p:sp>
      </p:grpSp>
      <p:sp>
        <p:nvSpPr>
          <p:cNvPr id="154" name="Rectangle 1436"/>
          <p:cNvSpPr>
            <a:spLocks noChangeArrowheads="1"/>
          </p:cNvSpPr>
          <p:nvPr/>
        </p:nvSpPr>
        <p:spPr bwMode="auto">
          <a:xfrm>
            <a:off x="1264210" y="149209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5" name="Content Placeholder 2"/>
          <p:cNvSpPr txBox="1"/>
          <p:nvPr/>
        </p:nvSpPr>
        <p:spPr bwMode="auto">
          <a:xfrm>
            <a:off x="1189835" y="1649303"/>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2" name="Rectangle 1436"/>
          <p:cNvSpPr>
            <a:spLocks noChangeArrowheads="1"/>
          </p:cNvSpPr>
          <p:nvPr/>
        </p:nvSpPr>
        <p:spPr bwMode="auto">
          <a:xfrm>
            <a:off x="1287989" y="2246804"/>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3" name="Content Placeholder 2"/>
          <p:cNvSpPr txBox="1"/>
          <p:nvPr/>
        </p:nvSpPr>
        <p:spPr bwMode="auto">
          <a:xfrm>
            <a:off x="1213647" y="2404392"/>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50" name="Rectangle 1436"/>
          <p:cNvSpPr>
            <a:spLocks noChangeArrowheads="1"/>
          </p:cNvSpPr>
          <p:nvPr/>
        </p:nvSpPr>
        <p:spPr bwMode="auto">
          <a:xfrm>
            <a:off x="1264210" y="2986749"/>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51" name="Content Placeholder 2"/>
          <p:cNvSpPr txBox="1"/>
          <p:nvPr/>
        </p:nvSpPr>
        <p:spPr bwMode="auto">
          <a:xfrm>
            <a:off x="1189835" y="3143999"/>
            <a:ext cx="2734093" cy="45495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38" name="Rectangle 1436"/>
          <p:cNvSpPr>
            <a:spLocks noChangeArrowheads="1"/>
          </p:cNvSpPr>
          <p:nvPr/>
        </p:nvSpPr>
        <p:spPr bwMode="auto">
          <a:xfrm>
            <a:off x="1287989" y="3756911"/>
            <a:ext cx="6155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dirty="0">
                <a:solidFill>
                  <a:schemeClr val="tx1">
                    <a:lumMod val="75000"/>
                    <a:lumOff val="25000"/>
                  </a:schemeClr>
                </a:solidFill>
                <a:latin typeface="微软雅黑" pitchFamily="34" charset="-122"/>
                <a:ea typeface="微软雅黑" pitchFamily="34" charset="-122"/>
              </a:rPr>
              <a:t>添加标题</a:t>
            </a:r>
          </a:p>
        </p:txBody>
      </p:sp>
      <p:sp>
        <p:nvSpPr>
          <p:cNvPr id="139" name="Content Placeholder 2"/>
          <p:cNvSpPr txBox="1"/>
          <p:nvPr/>
        </p:nvSpPr>
        <p:spPr bwMode="auto">
          <a:xfrm>
            <a:off x="1213647" y="3958637"/>
            <a:ext cx="2734093" cy="4108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点击输入简要文本内容，文字内容需概况精炼的说明该分项内容</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9" name="组合 6"/>
          <p:cNvGrpSpPr/>
          <p:nvPr/>
        </p:nvGrpSpPr>
        <p:grpSpPr>
          <a:xfrm>
            <a:off x="704060" y="3845502"/>
            <a:ext cx="366713" cy="419229"/>
            <a:chOff x="704059" y="3844313"/>
            <a:chExt cx="366713" cy="419100"/>
          </a:xfrm>
        </p:grpSpPr>
        <p:sp>
          <p:nvSpPr>
            <p:cNvPr id="137" name="Flowchart: Off-page Connector 104"/>
            <p:cNvSpPr/>
            <p:nvPr/>
          </p:nvSpPr>
          <p:spPr bwMode="auto">
            <a:xfrm>
              <a:off x="727871" y="3862165"/>
              <a:ext cx="317898" cy="381000"/>
            </a:xfrm>
            <a:prstGeom prst="flowChartOffpage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zh-CN" altLang="zh-CN" sz="1000">
                <a:solidFill>
                  <a:srgbClr val="FFFFFF"/>
                </a:solidFill>
                <a:latin typeface="Arial" panose="020B0604020202020204" pitchFamily="34" charset="0"/>
                <a:cs typeface="Arial" panose="020B0604020202020204" pitchFamily="34" charset="0"/>
              </a:endParaRPr>
            </a:p>
          </p:txBody>
        </p:sp>
        <p:sp>
          <p:nvSpPr>
            <p:cNvPr id="140" name="Oval 107"/>
            <p:cNvSpPr/>
            <p:nvPr/>
          </p:nvSpPr>
          <p:spPr bwMode="auto">
            <a:xfrm>
              <a:off x="704059" y="3844313"/>
              <a:ext cx="366713" cy="419100"/>
            </a:xfrm>
            <a:prstGeom prst="ellipse">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dirty="0">
                  <a:solidFill>
                    <a:srgbClr val="FFFFFF"/>
                  </a:solidFill>
                  <a:latin typeface="Arial" panose="020B0604020202020204" pitchFamily="34" charset="0"/>
                  <a:cs typeface="Arial" panose="020B0604020202020204" pitchFamily="34" charset="0"/>
                </a:rPr>
                <a:t>4</a:t>
              </a:r>
              <a:endParaRPr lang="en-US" altLang="zh-CN"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17277427"/>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500" fill="hold"/>
                                        <p:tgtEl>
                                          <p:spTgt spid="105"/>
                                        </p:tgtEl>
                                        <p:attrNameLst>
                                          <p:attrName>ppt_w</p:attrName>
                                        </p:attrNameLst>
                                      </p:cBhvr>
                                      <p:tavLst>
                                        <p:tav tm="0">
                                          <p:val>
                                            <p:fltVal val="0"/>
                                          </p:val>
                                        </p:tav>
                                        <p:tav tm="100000">
                                          <p:val>
                                            <p:strVal val="#ppt_w"/>
                                          </p:val>
                                        </p:tav>
                                      </p:tavLst>
                                    </p:anim>
                                    <p:anim calcmode="lin" valueType="num">
                                      <p:cBhvr>
                                        <p:cTn id="8" dur="500" fill="hold"/>
                                        <p:tgtEl>
                                          <p:spTgt spid="105"/>
                                        </p:tgtEl>
                                        <p:attrNameLst>
                                          <p:attrName>ppt_h</p:attrName>
                                        </p:attrNameLst>
                                      </p:cBhvr>
                                      <p:tavLst>
                                        <p:tav tm="0">
                                          <p:val>
                                            <p:fltVal val="0"/>
                                          </p:val>
                                        </p:tav>
                                        <p:tav tm="100000">
                                          <p:val>
                                            <p:strVal val="#ppt_h"/>
                                          </p:val>
                                        </p:tav>
                                      </p:tavLst>
                                    </p:anim>
                                    <p:animEffect transition="in" filter="fade">
                                      <p:cBhvr>
                                        <p:cTn id="9" dur="500"/>
                                        <p:tgtEl>
                                          <p:spTgt spid="105"/>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106"/>
                                        </p:tgtEl>
                                        <p:attrNameLst>
                                          <p:attrName>style.visibility</p:attrName>
                                        </p:attrNameLst>
                                      </p:cBhvr>
                                      <p:to>
                                        <p:strVal val="visible"/>
                                      </p:to>
                                    </p:set>
                                    <p:anim calcmode="lin" valueType="num">
                                      <p:cBhvr>
                                        <p:cTn id="12" dur="500" fill="hold"/>
                                        <p:tgtEl>
                                          <p:spTgt spid="106"/>
                                        </p:tgtEl>
                                        <p:attrNameLst>
                                          <p:attrName>ppt_w</p:attrName>
                                        </p:attrNameLst>
                                      </p:cBhvr>
                                      <p:tavLst>
                                        <p:tav tm="0">
                                          <p:val>
                                            <p:fltVal val="0"/>
                                          </p:val>
                                        </p:tav>
                                        <p:tav tm="100000">
                                          <p:val>
                                            <p:strVal val="#ppt_w"/>
                                          </p:val>
                                        </p:tav>
                                      </p:tavLst>
                                    </p:anim>
                                    <p:anim calcmode="lin" valueType="num">
                                      <p:cBhvr>
                                        <p:cTn id="13" dur="500" fill="hold"/>
                                        <p:tgtEl>
                                          <p:spTgt spid="106"/>
                                        </p:tgtEl>
                                        <p:attrNameLst>
                                          <p:attrName>ppt_h</p:attrName>
                                        </p:attrNameLst>
                                      </p:cBhvr>
                                      <p:tavLst>
                                        <p:tav tm="0">
                                          <p:val>
                                            <p:fltVal val="0"/>
                                          </p:val>
                                        </p:tav>
                                        <p:tav tm="100000">
                                          <p:val>
                                            <p:strVal val="#ppt_h"/>
                                          </p:val>
                                        </p:tav>
                                      </p:tavLst>
                                    </p:anim>
                                    <p:animEffect transition="in" filter="fade">
                                      <p:cBhvr>
                                        <p:cTn id="14" dur="500"/>
                                        <p:tgtEl>
                                          <p:spTgt spid="106"/>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07"/>
                                        </p:tgtEl>
                                        <p:attrNameLst>
                                          <p:attrName>style.visibility</p:attrName>
                                        </p:attrNameLst>
                                      </p:cBhvr>
                                      <p:to>
                                        <p:strVal val="visible"/>
                                      </p:to>
                                    </p:set>
                                    <p:anim calcmode="lin" valueType="num">
                                      <p:cBhvr>
                                        <p:cTn id="17" dur="500" fill="hold"/>
                                        <p:tgtEl>
                                          <p:spTgt spid="107"/>
                                        </p:tgtEl>
                                        <p:attrNameLst>
                                          <p:attrName>ppt_w</p:attrName>
                                        </p:attrNameLst>
                                      </p:cBhvr>
                                      <p:tavLst>
                                        <p:tav tm="0">
                                          <p:val>
                                            <p:fltVal val="0"/>
                                          </p:val>
                                        </p:tav>
                                        <p:tav tm="100000">
                                          <p:val>
                                            <p:strVal val="#ppt_w"/>
                                          </p:val>
                                        </p:tav>
                                      </p:tavLst>
                                    </p:anim>
                                    <p:anim calcmode="lin" valueType="num">
                                      <p:cBhvr>
                                        <p:cTn id="18" dur="500" fill="hold"/>
                                        <p:tgtEl>
                                          <p:spTgt spid="107"/>
                                        </p:tgtEl>
                                        <p:attrNameLst>
                                          <p:attrName>ppt_h</p:attrName>
                                        </p:attrNameLst>
                                      </p:cBhvr>
                                      <p:tavLst>
                                        <p:tav tm="0">
                                          <p:val>
                                            <p:fltVal val="0"/>
                                          </p:val>
                                        </p:tav>
                                        <p:tav tm="100000">
                                          <p:val>
                                            <p:strVal val="#ppt_h"/>
                                          </p:val>
                                        </p:tav>
                                      </p:tavLst>
                                    </p:anim>
                                    <p:animEffect transition="in" filter="fade">
                                      <p:cBhvr>
                                        <p:cTn id="19" dur="500"/>
                                        <p:tgtEl>
                                          <p:spTgt spid="107"/>
                                        </p:tgtEl>
                                      </p:cBhvr>
                                    </p:animEffect>
                                  </p:childTnLst>
                                </p:cTn>
                              </p:par>
                              <p:par>
                                <p:cTn id="20" presetID="53" presetClass="entr" presetSubtype="16" fill="hold" grpId="0" nodeType="withEffect">
                                  <p:stCondLst>
                                    <p:cond delay="750"/>
                                  </p:stCondLst>
                                  <p:childTnLst>
                                    <p:set>
                                      <p:cBhvr>
                                        <p:cTn id="21" dur="1" fill="hold">
                                          <p:stCondLst>
                                            <p:cond delay="0"/>
                                          </p:stCondLst>
                                        </p:cTn>
                                        <p:tgtEl>
                                          <p:spTgt spid="108"/>
                                        </p:tgtEl>
                                        <p:attrNameLst>
                                          <p:attrName>style.visibility</p:attrName>
                                        </p:attrNameLst>
                                      </p:cBhvr>
                                      <p:to>
                                        <p:strVal val="visible"/>
                                      </p:to>
                                    </p:set>
                                    <p:anim calcmode="lin" valueType="num">
                                      <p:cBhvr>
                                        <p:cTn id="22" dur="500" fill="hold"/>
                                        <p:tgtEl>
                                          <p:spTgt spid="108"/>
                                        </p:tgtEl>
                                        <p:attrNameLst>
                                          <p:attrName>ppt_w</p:attrName>
                                        </p:attrNameLst>
                                      </p:cBhvr>
                                      <p:tavLst>
                                        <p:tav tm="0">
                                          <p:val>
                                            <p:fltVal val="0"/>
                                          </p:val>
                                        </p:tav>
                                        <p:tav tm="100000">
                                          <p:val>
                                            <p:strVal val="#ppt_w"/>
                                          </p:val>
                                        </p:tav>
                                      </p:tavLst>
                                    </p:anim>
                                    <p:anim calcmode="lin" valueType="num">
                                      <p:cBhvr>
                                        <p:cTn id="23" dur="500" fill="hold"/>
                                        <p:tgtEl>
                                          <p:spTgt spid="108"/>
                                        </p:tgtEl>
                                        <p:attrNameLst>
                                          <p:attrName>ppt_h</p:attrName>
                                        </p:attrNameLst>
                                      </p:cBhvr>
                                      <p:tavLst>
                                        <p:tav tm="0">
                                          <p:val>
                                            <p:fltVal val="0"/>
                                          </p:val>
                                        </p:tav>
                                        <p:tav tm="100000">
                                          <p:val>
                                            <p:strVal val="#ppt_h"/>
                                          </p:val>
                                        </p:tav>
                                      </p:tavLst>
                                    </p:anim>
                                    <p:animEffect transition="in" filter="fade">
                                      <p:cBhvr>
                                        <p:cTn id="24" dur="500"/>
                                        <p:tgtEl>
                                          <p:spTgt spid="108"/>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109"/>
                                        </p:tgtEl>
                                        <p:attrNameLst>
                                          <p:attrName>style.visibility</p:attrName>
                                        </p:attrNameLst>
                                      </p:cBhvr>
                                      <p:to>
                                        <p:strVal val="visible"/>
                                      </p:to>
                                    </p:set>
                                    <p:anim calcmode="lin" valueType="num">
                                      <p:cBhvr>
                                        <p:cTn id="27" dur="500" fill="hold"/>
                                        <p:tgtEl>
                                          <p:spTgt spid="109"/>
                                        </p:tgtEl>
                                        <p:attrNameLst>
                                          <p:attrName>ppt_w</p:attrName>
                                        </p:attrNameLst>
                                      </p:cBhvr>
                                      <p:tavLst>
                                        <p:tav tm="0">
                                          <p:val>
                                            <p:fltVal val="0"/>
                                          </p:val>
                                        </p:tav>
                                        <p:tav tm="100000">
                                          <p:val>
                                            <p:strVal val="#ppt_w"/>
                                          </p:val>
                                        </p:tav>
                                      </p:tavLst>
                                    </p:anim>
                                    <p:anim calcmode="lin" valueType="num">
                                      <p:cBhvr>
                                        <p:cTn id="28" dur="500" fill="hold"/>
                                        <p:tgtEl>
                                          <p:spTgt spid="109"/>
                                        </p:tgtEl>
                                        <p:attrNameLst>
                                          <p:attrName>ppt_h</p:attrName>
                                        </p:attrNameLst>
                                      </p:cBhvr>
                                      <p:tavLst>
                                        <p:tav tm="0">
                                          <p:val>
                                            <p:fltVal val="0"/>
                                          </p:val>
                                        </p:tav>
                                        <p:tav tm="100000">
                                          <p:val>
                                            <p:strVal val="#ppt_h"/>
                                          </p:val>
                                        </p:tav>
                                      </p:tavLst>
                                    </p:anim>
                                    <p:animEffect transition="in" filter="fade">
                                      <p:cBhvr>
                                        <p:cTn id="29" dur="500"/>
                                        <p:tgtEl>
                                          <p:spTgt spid="109"/>
                                        </p:tgtEl>
                                      </p:cBhvr>
                                    </p:animEffect>
                                  </p:childTnLst>
                                </p:cTn>
                              </p:par>
                              <p:par>
                                <p:cTn id="30" presetID="53" presetClass="entr" presetSubtype="16" fill="hold" grpId="0" nodeType="withEffect">
                                  <p:stCondLst>
                                    <p:cond delay="1250"/>
                                  </p:stCondLst>
                                  <p:childTnLst>
                                    <p:set>
                                      <p:cBhvr>
                                        <p:cTn id="31" dur="1" fill="hold">
                                          <p:stCondLst>
                                            <p:cond delay="0"/>
                                          </p:stCondLst>
                                        </p:cTn>
                                        <p:tgtEl>
                                          <p:spTgt spid="110"/>
                                        </p:tgtEl>
                                        <p:attrNameLst>
                                          <p:attrName>style.visibility</p:attrName>
                                        </p:attrNameLst>
                                      </p:cBhvr>
                                      <p:to>
                                        <p:strVal val="visible"/>
                                      </p:to>
                                    </p:set>
                                    <p:anim calcmode="lin" valueType="num">
                                      <p:cBhvr>
                                        <p:cTn id="32" dur="500" fill="hold"/>
                                        <p:tgtEl>
                                          <p:spTgt spid="110"/>
                                        </p:tgtEl>
                                        <p:attrNameLst>
                                          <p:attrName>ppt_w</p:attrName>
                                        </p:attrNameLst>
                                      </p:cBhvr>
                                      <p:tavLst>
                                        <p:tav tm="0">
                                          <p:val>
                                            <p:fltVal val="0"/>
                                          </p:val>
                                        </p:tav>
                                        <p:tav tm="100000">
                                          <p:val>
                                            <p:strVal val="#ppt_w"/>
                                          </p:val>
                                        </p:tav>
                                      </p:tavLst>
                                    </p:anim>
                                    <p:anim calcmode="lin" valueType="num">
                                      <p:cBhvr>
                                        <p:cTn id="33" dur="500" fill="hold"/>
                                        <p:tgtEl>
                                          <p:spTgt spid="110"/>
                                        </p:tgtEl>
                                        <p:attrNameLst>
                                          <p:attrName>ppt_h</p:attrName>
                                        </p:attrNameLst>
                                      </p:cBhvr>
                                      <p:tavLst>
                                        <p:tav tm="0">
                                          <p:val>
                                            <p:fltVal val="0"/>
                                          </p:val>
                                        </p:tav>
                                        <p:tav tm="100000">
                                          <p:val>
                                            <p:strVal val="#ppt_h"/>
                                          </p:val>
                                        </p:tav>
                                      </p:tavLst>
                                    </p:anim>
                                    <p:animEffect transition="in" filter="fade">
                                      <p:cBhvr>
                                        <p:cTn id="34" dur="500"/>
                                        <p:tgtEl>
                                          <p:spTgt spid="110"/>
                                        </p:tgtEl>
                                      </p:cBhvr>
                                    </p:animEffect>
                                  </p:childTnLst>
                                </p:cTn>
                              </p:par>
                              <p:par>
                                <p:cTn id="35" presetID="53" presetClass="entr" presetSubtype="16" fill="hold" grpId="0" nodeType="withEffect">
                                  <p:stCondLst>
                                    <p:cond delay="1500"/>
                                  </p:stCondLst>
                                  <p:childTnLst>
                                    <p:set>
                                      <p:cBhvr>
                                        <p:cTn id="36" dur="1" fill="hold">
                                          <p:stCondLst>
                                            <p:cond delay="0"/>
                                          </p:stCondLst>
                                        </p:cTn>
                                        <p:tgtEl>
                                          <p:spTgt spid="111"/>
                                        </p:tgtEl>
                                        <p:attrNameLst>
                                          <p:attrName>style.visibility</p:attrName>
                                        </p:attrNameLst>
                                      </p:cBhvr>
                                      <p:to>
                                        <p:strVal val="visible"/>
                                      </p:to>
                                    </p:set>
                                    <p:anim calcmode="lin" valueType="num">
                                      <p:cBhvr>
                                        <p:cTn id="37" dur="500" fill="hold"/>
                                        <p:tgtEl>
                                          <p:spTgt spid="111"/>
                                        </p:tgtEl>
                                        <p:attrNameLst>
                                          <p:attrName>ppt_w</p:attrName>
                                        </p:attrNameLst>
                                      </p:cBhvr>
                                      <p:tavLst>
                                        <p:tav tm="0">
                                          <p:val>
                                            <p:fltVal val="0"/>
                                          </p:val>
                                        </p:tav>
                                        <p:tav tm="100000">
                                          <p:val>
                                            <p:strVal val="#ppt_w"/>
                                          </p:val>
                                        </p:tav>
                                      </p:tavLst>
                                    </p:anim>
                                    <p:anim calcmode="lin" valueType="num">
                                      <p:cBhvr>
                                        <p:cTn id="38" dur="500" fill="hold"/>
                                        <p:tgtEl>
                                          <p:spTgt spid="111"/>
                                        </p:tgtEl>
                                        <p:attrNameLst>
                                          <p:attrName>ppt_h</p:attrName>
                                        </p:attrNameLst>
                                      </p:cBhvr>
                                      <p:tavLst>
                                        <p:tav tm="0">
                                          <p:val>
                                            <p:fltVal val="0"/>
                                          </p:val>
                                        </p:tav>
                                        <p:tav tm="100000">
                                          <p:val>
                                            <p:strVal val="#ppt_h"/>
                                          </p:val>
                                        </p:tav>
                                      </p:tavLst>
                                    </p:anim>
                                    <p:animEffect transition="in" filter="fade">
                                      <p:cBhvr>
                                        <p:cTn id="39" dur="500"/>
                                        <p:tgtEl>
                                          <p:spTgt spid="111"/>
                                        </p:tgtEl>
                                      </p:cBhvr>
                                    </p:animEffect>
                                  </p:childTnLst>
                                </p:cTn>
                              </p:par>
                              <p:par>
                                <p:cTn id="40" presetID="53" presetClass="entr" presetSubtype="16" fill="hold" grpId="0" nodeType="withEffect">
                                  <p:stCondLst>
                                    <p:cond delay="1750"/>
                                  </p:stCondLst>
                                  <p:childTnLst>
                                    <p:set>
                                      <p:cBhvr>
                                        <p:cTn id="41" dur="1" fill="hold">
                                          <p:stCondLst>
                                            <p:cond delay="0"/>
                                          </p:stCondLst>
                                        </p:cTn>
                                        <p:tgtEl>
                                          <p:spTgt spid="133"/>
                                        </p:tgtEl>
                                        <p:attrNameLst>
                                          <p:attrName>style.visibility</p:attrName>
                                        </p:attrNameLst>
                                      </p:cBhvr>
                                      <p:to>
                                        <p:strVal val="visible"/>
                                      </p:to>
                                    </p:set>
                                    <p:anim calcmode="lin" valueType="num">
                                      <p:cBhvr>
                                        <p:cTn id="42" dur="500" fill="hold"/>
                                        <p:tgtEl>
                                          <p:spTgt spid="133"/>
                                        </p:tgtEl>
                                        <p:attrNameLst>
                                          <p:attrName>ppt_w</p:attrName>
                                        </p:attrNameLst>
                                      </p:cBhvr>
                                      <p:tavLst>
                                        <p:tav tm="0">
                                          <p:val>
                                            <p:fltVal val="0"/>
                                          </p:val>
                                        </p:tav>
                                        <p:tav tm="100000">
                                          <p:val>
                                            <p:strVal val="#ppt_w"/>
                                          </p:val>
                                        </p:tav>
                                      </p:tavLst>
                                    </p:anim>
                                    <p:anim calcmode="lin" valueType="num">
                                      <p:cBhvr>
                                        <p:cTn id="43" dur="500" fill="hold"/>
                                        <p:tgtEl>
                                          <p:spTgt spid="133"/>
                                        </p:tgtEl>
                                        <p:attrNameLst>
                                          <p:attrName>ppt_h</p:attrName>
                                        </p:attrNameLst>
                                      </p:cBhvr>
                                      <p:tavLst>
                                        <p:tav tm="0">
                                          <p:val>
                                            <p:fltVal val="0"/>
                                          </p:val>
                                        </p:tav>
                                        <p:tav tm="100000">
                                          <p:val>
                                            <p:strVal val="#ppt_h"/>
                                          </p:val>
                                        </p:tav>
                                      </p:tavLst>
                                    </p:anim>
                                    <p:animEffect transition="in" filter="fade">
                                      <p:cBhvr>
                                        <p:cTn id="44" dur="500"/>
                                        <p:tgtEl>
                                          <p:spTgt spid="133"/>
                                        </p:tgtEl>
                                      </p:cBhvr>
                                    </p:animEffect>
                                  </p:childTnLst>
                                </p:cTn>
                              </p:par>
                              <p:par>
                                <p:cTn id="45" presetID="53" presetClass="entr" presetSubtype="16" fill="hold" grpId="0" nodeType="withEffect">
                                  <p:stCondLst>
                                    <p:cond delay="2000"/>
                                  </p:stCondLst>
                                  <p:childTnLst>
                                    <p:set>
                                      <p:cBhvr>
                                        <p:cTn id="46" dur="1" fill="hold">
                                          <p:stCondLst>
                                            <p:cond delay="0"/>
                                          </p:stCondLst>
                                        </p:cTn>
                                        <p:tgtEl>
                                          <p:spTgt spid="134"/>
                                        </p:tgtEl>
                                        <p:attrNameLst>
                                          <p:attrName>style.visibility</p:attrName>
                                        </p:attrNameLst>
                                      </p:cBhvr>
                                      <p:to>
                                        <p:strVal val="visible"/>
                                      </p:to>
                                    </p:set>
                                    <p:anim calcmode="lin" valueType="num">
                                      <p:cBhvr>
                                        <p:cTn id="47" dur="500" fill="hold"/>
                                        <p:tgtEl>
                                          <p:spTgt spid="134"/>
                                        </p:tgtEl>
                                        <p:attrNameLst>
                                          <p:attrName>ppt_w</p:attrName>
                                        </p:attrNameLst>
                                      </p:cBhvr>
                                      <p:tavLst>
                                        <p:tav tm="0">
                                          <p:val>
                                            <p:fltVal val="0"/>
                                          </p:val>
                                        </p:tav>
                                        <p:tav tm="100000">
                                          <p:val>
                                            <p:strVal val="#ppt_w"/>
                                          </p:val>
                                        </p:tav>
                                      </p:tavLst>
                                    </p:anim>
                                    <p:anim calcmode="lin" valueType="num">
                                      <p:cBhvr>
                                        <p:cTn id="48" dur="500" fill="hold"/>
                                        <p:tgtEl>
                                          <p:spTgt spid="134"/>
                                        </p:tgtEl>
                                        <p:attrNameLst>
                                          <p:attrName>ppt_h</p:attrName>
                                        </p:attrNameLst>
                                      </p:cBhvr>
                                      <p:tavLst>
                                        <p:tav tm="0">
                                          <p:val>
                                            <p:fltVal val="0"/>
                                          </p:val>
                                        </p:tav>
                                        <p:tav tm="100000">
                                          <p:val>
                                            <p:strVal val="#ppt_h"/>
                                          </p:val>
                                        </p:tav>
                                      </p:tavLst>
                                    </p:anim>
                                    <p:animEffect transition="in" filter="fade">
                                      <p:cBhvr>
                                        <p:cTn id="49" dur="500"/>
                                        <p:tgtEl>
                                          <p:spTgt spid="134"/>
                                        </p:tgtEl>
                                      </p:cBhvr>
                                    </p:animEffect>
                                  </p:childTnLst>
                                </p:cTn>
                              </p:par>
                              <p:par>
                                <p:cTn id="50" presetID="2" presetClass="entr" presetSubtype="12" fill="hold" nodeType="withEffect">
                                  <p:stCondLst>
                                    <p:cond delay="2000"/>
                                  </p:stCondLst>
                                  <p:childTnLst>
                                    <p:set>
                                      <p:cBhvr>
                                        <p:cTn id="51" dur="1" fill="hold">
                                          <p:stCondLst>
                                            <p:cond delay="0"/>
                                          </p:stCondLst>
                                        </p:cTn>
                                        <p:tgtEl>
                                          <p:spTgt spid="5"/>
                                        </p:tgtEl>
                                        <p:attrNameLst>
                                          <p:attrName>style.visibility</p:attrName>
                                        </p:attrNameLst>
                                      </p:cBhvr>
                                      <p:to>
                                        <p:strVal val="visible"/>
                                      </p:to>
                                    </p:set>
                                    <p:anim calcmode="lin" valueType="num">
                                      <p:cBhvr additive="base">
                                        <p:cTn id="52" dur="500" fill="hold"/>
                                        <p:tgtEl>
                                          <p:spTgt spid="5"/>
                                        </p:tgtEl>
                                        <p:attrNameLst>
                                          <p:attrName>ppt_x</p:attrName>
                                        </p:attrNameLst>
                                      </p:cBhvr>
                                      <p:tavLst>
                                        <p:tav tm="0">
                                          <p:val>
                                            <p:strVal val="0-#ppt_w/2"/>
                                          </p:val>
                                        </p:tav>
                                        <p:tav tm="100000">
                                          <p:val>
                                            <p:strVal val="#ppt_x"/>
                                          </p:val>
                                        </p:tav>
                                      </p:tavLst>
                                    </p:anim>
                                    <p:anim calcmode="lin" valueType="num">
                                      <p:cBhvr additive="base">
                                        <p:cTn id="53" dur="500" fill="hold"/>
                                        <p:tgtEl>
                                          <p:spTgt spid="5"/>
                                        </p:tgtEl>
                                        <p:attrNameLst>
                                          <p:attrName>ppt_y</p:attrName>
                                        </p:attrNameLst>
                                      </p:cBhvr>
                                      <p:tavLst>
                                        <p:tav tm="0">
                                          <p:val>
                                            <p:strVal val="1+#ppt_h/2"/>
                                          </p:val>
                                        </p:tav>
                                        <p:tav tm="100000">
                                          <p:val>
                                            <p:strVal val="#ppt_y"/>
                                          </p:val>
                                        </p:tav>
                                      </p:tavLst>
                                    </p:anim>
                                  </p:childTnLst>
                                </p:cTn>
                              </p:par>
                            </p:childTnLst>
                          </p:cTn>
                        </p:par>
                        <p:par>
                          <p:cTn id="54" fill="hold">
                            <p:stCondLst>
                              <p:cond delay="500"/>
                            </p:stCondLst>
                            <p:childTnLst>
                              <p:par>
                                <p:cTn id="55" presetID="2" presetClass="entr" presetSubtype="12"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0-#ppt_w/2"/>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0-#ppt_w/2"/>
                                          </p:val>
                                        </p:tav>
                                        <p:tav tm="100000">
                                          <p:val>
                                            <p:strVal val="#ppt_x"/>
                                          </p:val>
                                        </p:tav>
                                      </p:tavLst>
                                    </p:anim>
                                    <p:anim calcmode="lin" valueType="num">
                                      <p:cBhvr additive="base">
                                        <p:cTn id="62" dur="500" fill="hold"/>
                                        <p:tgtEl>
                                          <p:spTgt spid="3"/>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0-#ppt_w/2"/>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47" presetClass="entr" presetSubtype="0" fill="hold" nodeType="after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750"/>
                                        <p:tgtEl>
                                          <p:spTgt spid="6"/>
                                        </p:tgtEl>
                                      </p:cBhvr>
                                    </p:animEffect>
                                    <p:anim calcmode="lin" valueType="num">
                                      <p:cBhvr>
                                        <p:cTn id="71" dur="750" fill="hold"/>
                                        <p:tgtEl>
                                          <p:spTgt spid="6"/>
                                        </p:tgtEl>
                                        <p:attrNameLst>
                                          <p:attrName>ppt_x</p:attrName>
                                        </p:attrNameLst>
                                      </p:cBhvr>
                                      <p:tavLst>
                                        <p:tav tm="0">
                                          <p:val>
                                            <p:strVal val="#ppt_x"/>
                                          </p:val>
                                        </p:tav>
                                        <p:tav tm="100000">
                                          <p:val>
                                            <p:strVal val="#ppt_x"/>
                                          </p:val>
                                        </p:tav>
                                      </p:tavLst>
                                    </p:anim>
                                    <p:anim calcmode="lin" valueType="num">
                                      <p:cBhvr>
                                        <p:cTn id="72" dur="750" fill="hold"/>
                                        <p:tgtEl>
                                          <p:spTgt spid="6"/>
                                        </p:tgtEl>
                                        <p:attrNameLst>
                                          <p:attrName>ppt_y</p:attrName>
                                        </p:attrNameLst>
                                      </p:cBhvr>
                                      <p:tavLst>
                                        <p:tav tm="0">
                                          <p:val>
                                            <p:strVal val="#ppt_y-.1"/>
                                          </p:val>
                                        </p:tav>
                                        <p:tav tm="100000">
                                          <p:val>
                                            <p:strVal val="#ppt_y"/>
                                          </p:val>
                                        </p:tav>
                                      </p:tavLst>
                                    </p:anim>
                                  </p:childTnLst>
                                </p:cTn>
                              </p:par>
                            </p:childTnLst>
                          </p:cTn>
                        </p:par>
                        <p:par>
                          <p:cTn id="73" fill="hold">
                            <p:stCondLst>
                              <p:cond delay="2000"/>
                            </p:stCondLst>
                            <p:childTnLst>
                              <p:par>
                                <p:cTn id="74" presetID="22" presetClass="entr" presetSubtype="8" fill="hold" grpId="0" nodeType="afterEffect">
                                  <p:stCondLst>
                                    <p:cond delay="0"/>
                                  </p:stCondLst>
                                  <p:childTnLst>
                                    <p:set>
                                      <p:cBhvr>
                                        <p:cTn id="75" dur="1" fill="hold">
                                          <p:stCondLst>
                                            <p:cond delay="0"/>
                                          </p:stCondLst>
                                        </p:cTn>
                                        <p:tgtEl>
                                          <p:spTgt spid="154"/>
                                        </p:tgtEl>
                                        <p:attrNameLst>
                                          <p:attrName>style.visibility</p:attrName>
                                        </p:attrNameLst>
                                      </p:cBhvr>
                                      <p:to>
                                        <p:strVal val="visible"/>
                                      </p:to>
                                    </p:set>
                                    <p:animEffect transition="in" filter="wipe(left)">
                                      <p:cBhvr>
                                        <p:cTn id="76" dur="500"/>
                                        <p:tgtEl>
                                          <p:spTgt spid="154"/>
                                        </p:tgtEl>
                                      </p:cBhvr>
                                    </p:animEffect>
                                  </p:childTnLst>
                                </p:cTn>
                              </p:par>
                            </p:childTnLst>
                          </p:cTn>
                        </p:par>
                        <p:par>
                          <p:cTn id="77" fill="hold">
                            <p:stCondLst>
                              <p:cond delay="2500"/>
                            </p:stCondLst>
                            <p:childTnLst>
                              <p:par>
                                <p:cTn id="78" presetID="22" presetClass="entr" presetSubtype="1" fill="hold" grpId="0" nodeType="afterEffect">
                                  <p:stCondLst>
                                    <p:cond delay="0"/>
                                  </p:stCondLst>
                                  <p:childTnLst>
                                    <p:set>
                                      <p:cBhvr>
                                        <p:cTn id="79" dur="1" fill="hold">
                                          <p:stCondLst>
                                            <p:cond delay="0"/>
                                          </p:stCondLst>
                                        </p:cTn>
                                        <p:tgtEl>
                                          <p:spTgt spid="155"/>
                                        </p:tgtEl>
                                        <p:attrNameLst>
                                          <p:attrName>style.visibility</p:attrName>
                                        </p:attrNameLst>
                                      </p:cBhvr>
                                      <p:to>
                                        <p:strVal val="visible"/>
                                      </p:to>
                                    </p:set>
                                    <p:animEffect transition="in" filter="wipe(up)">
                                      <p:cBhvr>
                                        <p:cTn id="80" dur="500"/>
                                        <p:tgtEl>
                                          <p:spTgt spid="155"/>
                                        </p:tgtEl>
                                      </p:cBhvr>
                                    </p:animEffect>
                                  </p:childTnLst>
                                </p:cTn>
                              </p:par>
                            </p:childTnLst>
                          </p:cTn>
                        </p:par>
                        <p:par>
                          <p:cTn id="81" fill="hold">
                            <p:stCondLst>
                              <p:cond delay="3000"/>
                            </p:stCondLst>
                            <p:childTnLst>
                              <p:par>
                                <p:cTn id="82" presetID="47" presetClass="entr" presetSubtype="0" fill="hold" nodeType="after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750"/>
                                        <p:tgtEl>
                                          <p:spTgt spid="7"/>
                                        </p:tgtEl>
                                      </p:cBhvr>
                                    </p:animEffect>
                                    <p:anim calcmode="lin" valueType="num">
                                      <p:cBhvr>
                                        <p:cTn id="85" dur="750" fill="hold"/>
                                        <p:tgtEl>
                                          <p:spTgt spid="7"/>
                                        </p:tgtEl>
                                        <p:attrNameLst>
                                          <p:attrName>ppt_x</p:attrName>
                                        </p:attrNameLst>
                                      </p:cBhvr>
                                      <p:tavLst>
                                        <p:tav tm="0">
                                          <p:val>
                                            <p:strVal val="#ppt_x"/>
                                          </p:val>
                                        </p:tav>
                                        <p:tav tm="100000">
                                          <p:val>
                                            <p:strVal val="#ppt_x"/>
                                          </p:val>
                                        </p:tav>
                                      </p:tavLst>
                                    </p:anim>
                                    <p:anim calcmode="lin" valueType="num">
                                      <p:cBhvr>
                                        <p:cTn id="86" dur="750" fill="hold"/>
                                        <p:tgtEl>
                                          <p:spTgt spid="7"/>
                                        </p:tgtEl>
                                        <p:attrNameLst>
                                          <p:attrName>ppt_y</p:attrName>
                                        </p:attrNameLst>
                                      </p:cBhvr>
                                      <p:tavLst>
                                        <p:tav tm="0">
                                          <p:val>
                                            <p:strVal val="#ppt_y-.1"/>
                                          </p:val>
                                        </p:tav>
                                        <p:tav tm="100000">
                                          <p:val>
                                            <p:strVal val="#ppt_y"/>
                                          </p:val>
                                        </p:tav>
                                      </p:tavLst>
                                    </p:anim>
                                  </p:childTnLst>
                                </p:cTn>
                              </p:par>
                            </p:childTnLst>
                          </p:cTn>
                        </p:par>
                        <p:par>
                          <p:cTn id="87" fill="hold">
                            <p:stCondLst>
                              <p:cond delay="4000"/>
                            </p:stCondLst>
                            <p:childTnLst>
                              <p:par>
                                <p:cTn id="88" presetID="22" presetClass="entr" presetSubtype="8" fill="hold" grpId="0" nodeType="afterEffect">
                                  <p:stCondLst>
                                    <p:cond delay="0"/>
                                  </p:stCondLst>
                                  <p:childTnLst>
                                    <p:set>
                                      <p:cBhvr>
                                        <p:cTn id="89" dur="1" fill="hold">
                                          <p:stCondLst>
                                            <p:cond delay="0"/>
                                          </p:stCondLst>
                                        </p:cTn>
                                        <p:tgtEl>
                                          <p:spTgt spid="152"/>
                                        </p:tgtEl>
                                        <p:attrNameLst>
                                          <p:attrName>style.visibility</p:attrName>
                                        </p:attrNameLst>
                                      </p:cBhvr>
                                      <p:to>
                                        <p:strVal val="visible"/>
                                      </p:to>
                                    </p:set>
                                    <p:animEffect transition="in" filter="wipe(left)">
                                      <p:cBhvr>
                                        <p:cTn id="90" dur="500"/>
                                        <p:tgtEl>
                                          <p:spTgt spid="152"/>
                                        </p:tgtEl>
                                      </p:cBhvr>
                                    </p:animEffect>
                                  </p:childTnLst>
                                </p:cTn>
                              </p:par>
                            </p:childTnLst>
                          </p:cTn>
                        </p:par>
                        <p:par>
                          <p:cTn id="91" fill="hold">
                            <p:stCondLst>
                              <p:cond delay="4500"/>
                            </p:stCondLst>
                            <p:childTnLst>
                              <p:par>
                                <p:cTn id="92" presetID="22" presetClass="entr" presetSubtype="1" fill="hold" grpId="0" nodeType="afterEffect">
                                  <p:stCondLst>
                                    <p:cond delay="0"/>
                                  </p:stCondLst>
                                  <p:childTnLst>
                                    <p:set>
                                      <p:cBhvr>
                                        <p:cTn id="93" dur="1" fill="hold">
                                          <p:stCondLst>
                                            <p:cond delay="0"/>
                                          </p:stCondLst>
                                        </p:cTn>
                                        <p:tgtEl>
                                          <p:spTgt spid="153"/>
                                        </p:tgtEl>
                                        <p:attrNameLst>
                                          <p:attrName>style.visibility</p:attrName>
                                        </p:attrNameLst>
                                      </p:cBhvr>
                                      <p:to>
                                        <p:strVal val="visible"/>
                                      </p:to>
                                    </p:set>
                                    <p:animEffect transition="in" filter="wipe(up)">
                                      <p:cBhvr>
                                        <p:cTn id="94" dur="500"/>
                                        <p:tgtEl>
                                          <p:spTgt spid="153"/>
                                        </p:tgtEl>
                                      </p:cBhvr>
                                    </p:animEffect>
                                  </p:childTnLst>
                                </p:cTn>
                              </p:par>
                            </p:childTnLst>
                          </p:cTn>
                        </p:par>
                        <p:par>
                          <p:cTn id="95" fill="hold">
                            <p:stCondLst>
                              <p:cond delay="5000"/>
                            </p:stCondLst>
                            <p:childTnLst>
                              <p:par>
                                <p:cTn id="96" presetID="47" presetClass="entr" presetSubtype="0" fill="hold" nodeType="after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fade">
                                      <p:cBhvr>
                                        <p:cTn id="98" dur="750"/>
                                        <p:tgtEl>
                                          <p:spTgt spid="8"/>
                                        </p:tgtEl>
                                      </p:cBhvr>
                                    </p:animEffect>
                                    <p:anim calcmode="lin" valueType="num">
                                      <p:cBhvr>
                                        <p:cTn id="99" dur="750" fill="hold"/>
                                        <p:tgtEl>
                                          <p:spTgt spid="8"/>
                                        </p:tgtEl>
                                        <p:attrNameLst>
                                          <p:attrName>ppt_x</p:attrName>
                                        </p:attrNameLst>
                                      </p:cBhvr>
                                      <p:tavLst>
                                        <p:tav tm="0">
                                          <p:val>
                                            <p:strVal val="#ppt_x"/>
                                          </p:val>
                                        </p:tav>
                                        <p:tav tm="100000">
                                          <p:val>
                                            <p:strVal val="#ppt_x"/>
                                          </p:val>
                                        </p:tav>
                                      </p:tavLst>
                                    </p:anim>
                                    <p:anim calcmode="lin" valueType="num">
                                      <p:cBhvr>
                                        <p:cTn id="100" dur="750" fill="hold"/>
                                        <p:tgtEl>
                                          <p:spTgt spid="8"/>
                                        </p:tgtEl>
                                        <p:attrNameLst>
                                          <p:attrName>ppt_y</p:attrName>
                                        </p:attrNameLst>
                                      </p:cBhvr>
                                      <p:tavLst>
                                        <p:tav tm="0">
                                          <p:val>
                                            <p:strVal val="#ppt_y-.1"/>
                                          </p:val>
                                        </p:tav>
                                        <p:tav tm="100000">
                                          <p:val>
                                            <p:strVal val="#ppt_y"/>
                                          </p:val>
                                        </p:tav>
                                      </p:tavLst>
                                    </p:anim>
                                  </p:childTnLst>
                                </p:cTn>
                              </p:par>
                            </p:childTnLst>
                          </p:cTn>
                        </p:par>
                        <p:par>
                          <p:cTn id="101" fill="hold">
                            <p:stCondLst>
                              <p:cond delay="6000"/>
                            </p:stCondLst>
                            <p:childTnLst>
                              <p:par>
                                <p:cTn id="102" presetID="22" presetClass="entr" presetSubtype="8" fill="hold" grpId="0" nodeType="afterEffect">
                                  <p:stCondLst>
                                    <p:cond delay="0"/>
                                  </p:stCondLst>
                                  <p:childTnLst>
                                    <p:set>
                                      <p:cBhvr>
                                        <p:cTn id="103" dur="1" fill="hold">
                                          <p:stCondLst>
                                            <p:cond delay="0"/>
                                          </p:stCondLst>
                                        </p:cTn>
                                        <p:tgtEl>
                                          <p:spTgt spid="150"/>
                                        </p:tgtEl>
                                        <p:attrNameLst>
                                          <p:attrName>style.visibility</p:attrName>
                                        </p:attrNameLst>
                                      </p:cBhvr>
                                      <p:to>
                                        <p:strVal val="visible"/>
                                      </p:to>
                                    </p:set>
                                    <p:animEffect transition="in" filter="wipe(left)">
                                      <p:cBhvr>
                                        <p:cTn id="104" dur="500"/>
                                        <p:tgtEl>
                                          <p:spTgt spid="150"/>
                                        </p:tgtEl>
                                      </p:cBhvr>
                                    </p:animEffect>
                                  </p:childTnLst>
                                </p:cTn>
                              </p:par>
                            </p:childTnLst>
                          </p:cTn>
                        </p:par>
                        <p:par>
                          <p:cTn id="105" fill="hold">
                            <p:stCondLst>
                              <p:cond delay="6500"/>
                            </p:stCondLst>
                            <p:childTnLst>
                              <p:par>
                                <p:cTn id="106" presetID="22" presetClass="entr" presetSubtype="1" fill="hold" grpId="0" nodeType="afterEffect">
                                  <p:stCondLst>
                                    <p:cond delay="0"/>
                                  </p:stCondLst>
                                  <p:childTnLst>
                                    <p:set>
                                      <p:cBhvr>
                                        <p:cTn id="107" dur="1" fill="hold">
                                          <p:stCondLst>
                                            <p:cond delay="0"/>
                                          </p:stCondLst>
                                        </p:cTn>
                                        <p:tgtEl>
                                          <p:spTgt spid="151"/>
                                        </p:tgtEl>
                                        <p:attrNameLst>
                                          <p:attrName>style.visibility</p:attrName>
                                        </p:attrNameLst>
                                      </p:cBhvr>
                                      <p:to>
                                        <p:strVal val="visible"/>
                                      </p:to>
                                    </p:set>
                                    <p:animEffect transition="in" filter="wipe(up)">
                                      <p:cBhvr>
                                        <p:cTn id="108" dur="500"/>
                                        <p:tgtEl>
                                          <p:spTgt spid="151"/>
                                        </p:tgtEl>
                                      </p:cBhvr>
                                    </p:animEffect>
                                  </p:childTnLst>
                                </p:cTn>
                              </p:par>
                            </p:childTnLst>
                          </p:cTn>
                        </p:par>
                        <p:par>
                          <p:cTn id="109" fill="hold">
                            <p:stCondLst>
                              <p:cond delay="7000"/>
                            </p:stCondLst>
                            <p:childTnLst>
                              <p:par>
                                <p:cTn id="110" presetID="47" presetClass="entr" presetSubtype="0" fill="hold" nodeType="after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750"/>
                                        <p:tgtEl>
                                          <p:spTgt spid="9"/>
                                        </p:tgtEl>
                                      </p:cBhvr>
                                    </p:animEffect>
                                    <p:anim calcmode="lin" valueType="num">
                                      <p:cBhvr>
                                        <p:cTn id="113" dur="750" fill="hold"/>
                                        <p:tgtEl>
                                          <p:spTgt spid="9"/>
                                        </p:tgtEl>
                                        <p:attrNameLst>
                                          <p:attrName>ppt_x</p:attrName>
                                        </p:attrNameLst>
                                      </p:cBhvr>
                                      <p:tavLst>
                                        <p:tav tm="0">
                                          <p:val>
                                            <p:strVal val="#ppt_x"/>
                                          </p:val>
                                        </p:tav>
                                        <p:tav tm="100000">
                                          <p:val>
                                            <p:strVal val="#ppt_x"/>
                                          </p:val>
                                        </p:tav>
                                      </p:tavLst>
                                    </p:anim>
                                    <p:anim calcmode="lin" valueType="num">
                                      <p:cBhvr>
                                        <p:cTn id="114" dur="750" fill="hold"/>
                                        <p:tgtEl>
                                          <p:spTgt spid="9"/>
                                        </p:tgtEl>
                                        <p:attrNameLst>
                                          <p:attrName>ppt_y</p:attrName>
                                        </p:attrNameLst>
                                      </p:cBhvr>
                                      <p:tavLst>
                                        <p:tav tm="0">
                                          <p:val>
                                            <p:strVal val="#ppt_y-.1"/>
                                          </p:val>
                                        </p:tav>
                                        <p:tav tm="100000">
                                          <p:val>
                                            <p:strVal val="#ppt_y"/>
                                          </p:val>
                                        </p:tav>
                                      </p:tavLst>
                                    </p:anim>
                                  </p:childTnLst>
                                </p:cTn>
                              </p:par>
                            </p:childTnLst>
                          </p:cTn>
                        </p:par>
                        <p:par>
                          <p:cTn id="115" fill="hold">
                            <p:stCondLst>
                              <p:cond delay="8000"/>
                            </p:stCondLst>
                            <p:childTnLst>
                              <p:par>
                                <p:cTn id="116" presetID="22" presetClass="entr" presetSubtype="8" fill="hold" grpId="0" nodeType="afterEffect">
                                  <p:stCondLst>
                                    <p:cond delay="0"/>
                                  </p:stCondLst>
                                  <p:childTnLst>
                                    <p:set>
                                      <p:cBhvr>
                                        <p:cTn id="117" dur="1" fill="hold">
                                          <p:stCondLst>
                                            <p:cond delay="0"/>
                                          </p:stCondLst>
                                        </p:cTn>
                                        <p:tgtEl>
                                          <p:spTgt spid="138"/>
                                        </p:tgtEl>
                                        <p:attrNameLst>
                                          <p:attrName>style.visibility</p:attrName>
                                        </p:attrNameLst>
                                      </p:cBhvr>
                                      <p:to>
                                        <p:strVal val="visible"/>
                                      </p:to>
                                    </p:set>
                                    <p:animEffect transition="in" filter="wipe(left)">
                                      <p:cBhvr>
                                        <p:cTn id="118" dur="500"/>
                                        <p:tgtEl>
                                          <p:spTgt spid="138"/>
                                        </p:tgtEl>
                                      </p:cBhvr>
                                    </p:animEffect>
                                  </p:childTnLst>
                                </p:cTn>
                              </p:par>
                            </p:childTnLst>
                          </p:cTn>
                        </p:par>
                        <p:par>
                          <p:cTn id="119" fill="hold">
                            <p:stCondLst>
                              <p:cond delay="8500"/>
                            </p:stCondLst>
                            <p:childTnLst>
                              <p:par>
                                <p:cTn id="120" presetID="22" presetClass="entr" presetSubtype="1" fill="hold" grpId="0" nodeType="afterEffect">
                                  <p:stCondLst>
                                    <p:cond delay="0"/>
                                  </p:stCondLst>
                                  <p:childTnLst>
                                    <p:set>
                                      <p:cBhvr>
                                        <p:cTn id="121" dur="1" fill="hold">
                                          <p:stCondLst>
                                            <p:cond delay="0"/>
                                          </p:stCondLst>
                                        </p:cTn>
                                        <p:tgtEl>
                                          <p:spTgt spid="139"/>
                                        </p:tgtEl>
                                        <p:attrNameLst>
                                          <p:attrName>style.visibility</p:attrName>
                                        </p:attrNameLst>
                                      </p:cBhvr>
                                      <p:to>
                                        <p:strVal val="visible"/>
                                      </p:to>
                                    </p:set>
                                    <p:animEffect transition="in" filter="wipe(up)">
                                      <p:cBhvr>
                                        <p:cTn id="122"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11" grpId="0" animBg="1"/>
      <p:bldP spid="133" grpId="0" animBg="1"/>
      <p:bldP spid="134" grpId="0" animBg="1"/>
      <p:bldP spid="154" grpId="0"/>
      <p:bldP spid="155" grpId="0"/>
      <p:bldP spid="152" grpId="0"/>
      <p:bldP spid="153" grpId="0"/>
      <p:bldP spid="150" grpId="0"/>
      <p:bldP spid="151" grpId="0"/>
      <p:bldP spid="138" grpId="0"/>
      <p:bldP spid="1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5"/>
          <p:cNvGraphicFramePr>
            <a:graphicFrameLocks noChangeAspect="1"/>
          </p:cNvGraphicFramePr>
          <p:nvPr/>
        </p:nvGraphicFramePr>
        <p:xfrm>
          <a:off x="1298328" y="1583218"/>
          <a:ext cx="1697853" cy="1698383"/>
        </p:xfrm>
        <a:graphic>
          <a:graphicData uri="http://schemas.openxmlformats.org/drawingml/2006/chart">
            <c:chart xmlns:c="http://schemas.openxmlformats.org/drawingml/2006/chart" xmlns:r="http://schemas.openxmlformats.org/officeDocument/2006/relationships" r:id="rId3"/>
          </a:graphicData>
        </a:graphic>
      </p:graphicFrame>
      <p:sp>
        <p:nvSpPr>
          <p:cNvPr id="64518" name="AutoShape 6"/>
          <p:cNvSpPr>
            <a:spLocks/>
          </p:cNvSpPr>
          <p:nvPr/>
        </p:nvSpPr>
        <p:spPr bwMode="auto">
          <a:xfrm>
            <a:off x="1590147" y="1902096"/>
            <a:ext cx="1086095" cy="1086095"/>
          </a:xfrm>
          <a:custGeom>
            <a:avLst/>
            <a:gdLst>
              <a:gd name="T0" fmla="*/ 1624724 w 19679"/>
              <a:gd name="T1" fmla="*/ 1783415 h 19679"/>
              <a:gd name="T2" fmla="*/ 1624724 w 19679"/>
              <a:gd name="T3" fmla="*/ 1783415 h 19679"/>
              <a:gd name="T4" fmla="*/ 1624724 w 19679"/>
              <a:gd name="T5" fmla="*/ 1783415 h 19679"/>
              <a:gd name="T6" fmla="*/ 1624724 w 19679"/>
              <a:gd name="T7" fmla="*/ 178341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3" y="20638"/>
                  <a:pt x="2881" y="16796"/>
                </a:cubicBezTo>
                <a:cubicBezTo>
                  <a:pt x="-961" y="12953"/>
                  <a:pt x="-961" y="6724"/>
                  <a:pt x="2881" y="2881"/>
                </a:cubicBezTo>
                <a:cubicBezTo>
                  <a:pt x="6723"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19" name="AutoShape 7"/>
          <p:cNvSpPr>
            <a:spLocks/>
          </p:cNvSpPr>
          <p:nvPr/>
        </p:nvSpPr>
        <p:spPr bwMode="auto">
          <a:xfrm>
            <a:off x="1499947"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0" name="AutoShape 8"/>
          <p:cNvSpPr>
            <a:spLocks/>
          </p:cNvSpPr>
          <p:nvPr/>
        </p:nvSpPr>
        <p:spPr bwMode="auto">
          <a:xfrm>
            <a:off x="1499947"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3" name="Object 9"/>
          <p:cNvGraphicFramePr>
            <a:graphicFrameLocks noChangeAspect="1"/>
          </p:cNvGraphicFramePr>
          <p:nvPr/>
        </p:nvGraphicFramePr>
        <p:xfrm>
          <a:off x="2957450" y="1605503"/>
          <a:ext cx="1675569" cy="1675569"/>
        </p:xfrm>
        <a:graphic>
          <a:graphicData uri="http://schemas.openxmlformats.org/drawingml/2006/chart">
            <c:chart xmlns:c="http://schemas.openxmlformats.org/drawingml/2006/chart" xmlns:r="http://schemas.openxmlformats.org/officeDocument/2006/relationships" r:id="rId4"/>
          </a:graphicData>
        </a:graphic>
      </p:graphicFrame>
      <p:sp>
        <p:nvSpPr>
          <p:cNvPr id="64522" name="AutoShape 10"/>
          <p:cNvSpPr>
            <a:spLocks/>
          </p:cNvSpPr>
          <p:nvPr/>
        </p:nvSpPr>
        <p:spPr bwMode="auto">
          <a:xfrm>
            <a:off x="3252451" y="1906871"/>
            <a:ext cx="1085565" cy="1086095"/>
          </a:xfrm>
          <a:custGeom>
            <a:avLst/>
            <a:gdLst>
              <a:gd name="T0" fmla="*/ 1623930 w 19679"/>
              <a:gd name="T1" fmla="*/ 1783414 h 19679"/>
              <a:gd name="T2" fmla="*/ 1623930 w 19679"/>
              <a:gd name="T3" fmla="*/ 1783414 h 19679"/>
              <a:gd name="T4" fmla="*/ 1623930 w 19679"/>
              <a:gd name="T5" fmla="*/ 1783414 h 19679"/>
              <a:gd name="T6" fmla="*/ 1623930 w 19679"/>
              <a:gd name="T7" fmla="*/ 178341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23" name="AutoShape 11"/>
          <p:cNvSpPr>
            <a:spLocks/>
          </p:cNvSpPr>
          <p:nvPr/>
        </p:nvSpPr>
        <p:spPr bwMode="auto">
          <a:xfrm>
            <a:off x="3162252"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4" name="AutoShape 12"/>
          <p:cNvSpPr>
            <a:spLocks/>
          </p:cNvSpPr>
          <p:nvPr/>
        </p:nvSpPr>
        <p:spPr bwMode="auto">
          <a:xfrm>
            <a:off x="3162252"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4" name="Object 13"/>
          <p:cNvGraphicFramePr>
            <a:graphicFrameLocks noChangeAspect="1"/>
          </p:cNvGraphicFramePr>
          <p:nvPr/>
        </p:nvGraphicFramePr>
        <p:xfrm>
          <a:off x="4567755" y="1604439"/>
          <a:ext cx="1677692" cy="1677692"/>
        </p:xfrm>
        <a:graphic>
          <a:graphicData uri="http://schemas.openxmlformats.org/drawingml/2006/chart">
            <c:chart xmlns:c="http://schemas.openxmlformats.org/drawingml/2006/chart" xmlns:r="http://schemas.openxmlformats.org/officeDocument/2006/relationships" r:id="rId5"/>
          </a:graphicData>
        </a:graphic>
      </p:graphicFrame>
      <p:sp>
        <p:nvSpPr>
          <p:cNvPr id="64526" name="AutoShape 14"/>
          <p:cNvSpPr>
            <a:spLocks/>
          </p:cNvSpPr>
          <p:nvPr/>
        </p:nvSpPr>
        <p:spPr bwMode="auto">
          <a:xfrm>
            <a:off x="4863290" y="1906871"/>
            <a:ext cx="1086095" cy="1086095"/>
          </a:xfrm>
          <a:custGeom>
            <a:avLst/>
            <a:gdLst>
              <a:gd name="T0" fmla="*/ 1624723 w 19679"/>
              <a:gd name="T1" fmla="*/ 1783414 h 19679"/>
              <a:gd name="T2" fmla="*/ 1624723 w 19679"/>
              <a:gd name="T3" fmla="*/ 1783414 h 19679"/>
              <a:gd name="T4" fmla="*/ 1624723 w 19679"/>
              <a:gd name="T5" fmla="*/ 1783414 h 19679"/>
              <a:gd name="T6" fmla="*/ 1624723 w 19679"/>
              <a:gd name="T7" fmla="*/ 178341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27" name="AutoShape 15"/>
          <p:cNvSpPr>
            <a:spLocks/>
          </p:cNvSpPr>
          <p:nvPr/>
        </p:nvSpPr>
        <p:spPr bwMode="auto">
          <a:xfrm>
            <a:off x="4773620"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28" name="AutoShape 16"/>
          <p:cNvSpPr>
            <a:spLocks/>
          </p:cNvSpPr>
          <p:nvPr/>
        </p:nvSpPr>
        <p:spPr bwMode="auto">
          <a:xfrm>
            <a:off x="4773620"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5" name="Object 17"/>
          <p:cNvGraphicFramePr>
            <a:graphicFrameLocks noChangeAspect="1"/>
          </p:cNvGraphicFramePr>
          <p:nvPr/>
        </p:nvGraphicFramePr>
        <p:xfrm>
          <a:off x="6147820" y="1581095"/>
          <a:ext cx="1724383" cy="1724383"/>
        </p:xfrm>
        <a:graphic>
          <a:graphicData uri="http://schemas.openxmlformats.org/drawingml/2006/chart">
            <c:chart xmlns:c="http://schemas.openxmlformats.org/drawingml/2006/chart" xmlns:r="http://schemas.openxmlformats.org/officeDocument/2006/relationships" r:id="rId6"/>
          </a:graphicData>
        </a:graphic>
      </p:graphicFrame>
      <p:sp>
        <p:nvSpPr>
          <p:cNvPr id="64530" name="AutoShape 18"/>
          <p:cNvSpPr>
            <a:spLocks/>
          </p:cNvSpPr>
          <p:nvPr/>
        </p:nvSpPr>
        <p:spPr bwMode="auto">
          <a:xfrm>
            <a:off x="6467229" y="1894668"/>
            <a:ext cx="1086095" cy="1086095"/>
          </a:xfrm>
          <a:custGeom>
            <a:avLst/>
            <a:gdLst>
              <a:gd name="T0" fmla="*/ 1624724 w 19679"/>
              <a:gd name="T1" fmla="*/ 1783415 h 19679"/>
              <a:gd name="T2" fmla="*/ 1624724 w 19679"/>
              <a:gd name="T3" fmla="*/ 1783415 h 19679"/>
              <a:gd name="T4" fmla="*/ 1624724 w 19679"/>
              <a:gd name="T5" fmla="*/ 1783415 h 19679"/>
              <a:gd name="T6" fmla="*/ 1624724 w 19679"/>
              <a:gd name="T7" fmla="*/ 1783415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F1F2F1"/>
          </a:solidFill>
          <a:ln w="25400" cap="flat" cmpd="sng">
            <a:solidFill>
              <a:srgbClr val="000000">
                <a:alpha val="0"/>
              </a:srgbClr>
            </a:solidFill>
            <a:prstDash val="solid"/>
            <a:miter lim="0"/>
            <a:headEnd/>
            <a:tailEnd/>
          </a:ln>
          <a:effectLst/>
        </p:spPr>
        <p:txBody>
          <a:bodyPr lIns="0" tIns="0" rIns="0" bIns="0"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1" name="AutoShape 19"/>
          <p:cNvSpPr>
            <a:spLocks/>
          </p:cNvSpPr>
          <p:nvPr/>
        </p:nvSpPr>
        <p:spPr bwMode="auto">
          <a:xfrm>
            <a:off x="6377030" y="3347890"/>
            <a:ext cx="1265962" cy="15324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spAutoFit/>
          </a:bodyPr>
          <a:lstStyle>
            <a:lvl1pPr eaLnBrk="0">
              <a:defRPr sz="2500" b="1">
                <a:solidFill>
                  <a:srgbClr val="FFFFFF"/>
                </a:solidFill>
                <a:latin typeface="Lato" charset="0"/>
                <a:ea typeface="MS PGothic" panose="020B0600070205080204" pitchFamily="34" charset="-128"/>
                <a:sym typeface="Lato" charset="0"/>
              </a:defRPr>
            </a:lvl1pPr>
            <a:lvl2pPr marL="742950" indent="-285750" eaLnBrk="0">
              <a:defRPr sz="2500" b="1">
                <a:solidFill>
                  <a:srgbClr val="FFFFFF"/>
                </a:solidFill>
                <a:latin typeface="Lato" charset="0"/>
                <a:ea typeface="MS PGothic" panose="020B0600070205080204" pitchFamily="34" charset="-128"/>
                <a:sym typeface="Lato" charset="0"/>
              </a:defRPr>
            </a:lvl2pPr>
            <a:lvl3pPr marL="1143000" indent="-228600" eaLnBrk="0">
              <a:defRPr sz="2500" b="1">
                <a:solidFill>
                  <a:srgbClr val="FFFFFF"/>
                </a:solidFill>
                <a:latin typeface="Lato" charset="0"/>
                <a:ea typeface="MS PGothic" panose="020B0600070205080204" pitchFamily="34" charset="-128"/>
                <a:sym typeface="Lato" charset="0"/>
              </a:defRPr>
            </a:lvl3pPr>
            <a:lvl4pPr marL="1600200" indent="-228600" eaLnBrk="0">
              <a:defRPr sz="2500" b="1">
                <a:solidFill>
                  <a:srgbClr val="FFFFFF"/>
                </a:solidFill>
                <a:latin typeface="Lato" charset="0"/>
                <a:ea typeface="MS PGothic" panose="020B0600070205080204" pitchFamily="34" charset="-128"/>
                <a:sym typeface="Lato" charset="0"/>
              </a:defRPr>
            </a:lvl4pPr>
            <a:lvl5pPr marL="2057400" indent="-228600" eaLnBrk="0">
              <a:defRPr sz="2500" b="1">
                <a:solidFill>
                  <a:srgbClr val="FFFFFF"/>
                </a:solidFill>
                <a:latin typeface="Lato" charset="0"/>
                <a:ea typeface="MS PGothic" panose="020B0600070205080204" pitchFamily="34" charset="-128"/>
                <a:sym typeface="Lato" charset="0"/>
              </a:defRPr>
            </a:lvl5pPr>
            <a:lvl6pPr marL="25146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8255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algn="ctr" eaLnBrk="1"/>
            <a:r>
              <a:rPr lang="zh-CN" altLang="en-US" sz="996"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请替换文字内容</a:t>
            </a:r>
            <a:endParaRPr lang="es-ES" altLang="zh-CN" sz="996"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4532" name="AutoShape 20"/>
          <p:cNvSpPr>
            <a:spLocks/>
          </p:cNvSpPr>
          <p:nvPr/>
        </p:nvSpPr>
        <p:spPr bwMode="auto">
          <a:xfrm>
            <a:off x="6377030" y="3527258"/>
            <a:ext cx="1265962" cy="315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spAutoFit/>
          </a:bodyPr>
          <a:lstStyle>
            <a:lvl1pPr defTabSz="647700" eaLnBrk="0">
              <a:defRPr sz="2500" b="1">
                <a:solidFill>
                  <a:srgbClr val="FFFFFF"/>
                </a:solidFill>
                <a:latin typeface="Lato" charset="0"/>
                <a:ea typeface="MS PGothic" panose="020B0600070205080204" pitchFamily="34" charset="-128"/>
                <a:sym typeface="Lato" charset="0"/>
              </a:defRPr>
            </a:lvl1pPr>
            <a:lvl2pPr marL="742950" indent="-285750" defTabSz="647700" eaLnBrk="0">
              <a:defRPr sz="2500" b="1">
                <a:solidFill>
                  <a:srgbClr val="FFFFFF"/>
                </a:solidFill>
                <a:latin typeface="Lato" charset="0"/>
                <a:ea typeface="MS PGothic" panose="020B0600070205080204" pitchFamily="34" charset="-128"/>
                <a:sym typeface="Lato" charset="0"/>
              </a:defRPr>
            </a:lvl2pPr>
            <a:lvl3pPr marL="1143000" indent="-228600" defTabSz="647700" eaLnBrk="0">
              <a:defRPr sz="2500" b="1">
                <a:solidFill>
                  <a:srgbClr val="FFFFFF"/>
                </a:solidFill>
                <a:latin typeface="Lato" charset="0"/>
                <a:ea typeface="MS PGothic" panose="020B0600070205080204" pitchFamily="34" charset="-128"/>
                <a:sym typeface="Lato" charset="0"/>
              </a:defRPr>
            </a:lvl3pPr>
            <a:lvl4pPr marL="1600200" indent="-228600" defTabSz="647700" eaLnBrk="0">
              <a:defRPr sz="2500" b="1">
                <a:solidFill>
                  <a:srgbClr val="FFFFFF"/>
                </a:solidFill>
                <a:latin typeface="Lato" charset="0"/>
                <a:ea typeface="MS PGothic" panose="020B0600070205080204" pitchFamily="34" charset="-128"/>
                <a:sym typeface="Lato" charset="0"/>
              </a:defRPr>
            </a:lvl4pPr>
            <a:lvl5pPr marL="2057400" indent="-228600" defTabSz="647700" eaLnBrk="0">
              <a:defRPr sz="2500" b="1">
                <a:solidFill>
                  <a:srgbClr val="FFFFFF"/>
                </a:solidFill>
                <a:latin typeface="Lato" charset="0"/>
                <a:ea typeface="MS PGothic" panose="020B0600070205080204" pitchFamily="34" charset="-128"/>
                <a:sym typeface="Lato" charset="0"/>
              </a:defRPr>
            </a:lvl5pPr>
            <a:lvl6pPr marL="25146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6pPr>
            <a:lvl7pPr marL="29718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7pPr>
            <a:lvl8pPr marL="34290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8pPr>
            <a:lvl9pPr marL="3886200" indent="-228600" algn="ctr" defTabSz="647700" eaLnBrk="0" fontAlgn="base" hangingPunct="0">
              <a:lnSpc>
                <a:spcPct val="130000"/>
              </a:lnSpc>
              <a:spcBef>
                <a:spcPct val="0"/>
              </a:spcBef>
              <a:spcAft>
                <a:spcPct val="0"/>
              </a:spcAft>
              <a:defRPr sz="2500" b="1">
                <a:solidFill>
                  <a:srgbClr val="FFFFFF"/>
                </a:solidFill>
                <a:latin typeface="Lato" charset="0"/>
                <a:ea typeface="MS PGothic" panose="020B0600070205080204" pitchFamily="34" charset="-128"/>
                <a:sym typeface="Lato" charset="0"/>
              </a:defRPr>
            </a:lvl9pPr>
          </a:lstStyle>
          <a:p>
            <a:pPr eaLnBrk="1">
              <a:lnSpc>
                <a:spcPct val="120000"/>
              </a:lnSpc>
              <a:spcBef>
                <a:spcPts val="568"/>
              </a:spcBef>
            </a:pPr>
            <a:r>
              <a:rPr lang="en-U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Please replace text, click add relevant headline, modify the text content, also can copy your content to this directly.</a:t>
            </a:r>
            <a:endParaRPr lang="es-ES" altLang="zh-CN" sz="569" b="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 name="Group 21"/>
          <p:cNvGrpSpPr>
            <a:grpSpLocks/>
          </p:cNvGrpSpPr>
          <p:nvPr/>
        </p:nvGrpSpPr>
        <p:grpSpPr bwMode="auto">
          <a:xfrm>
            <a:off x="1957839" y="2274562"/>
            <a:ext cx="5229387" cy="326837"/>
            <a:chOff x="0" y="-1"/>
            <a:chExt cx="15646569" cy="977781"/>
          </a:xfrm>
        </p:grpSpPr>
        <p:sp>
          <p:nvSpPr>
            <p:cNvPr id="64534" name="AutoShape 22"/>
            <p:cNvSpPr>
              <a:spLocks/>
            </p:cNvSpPr>
            <p:nvPr/>
          </p:nvSpPr>
          <p:spPr bwMode="auto">
            <a:xfrm>
              <a:off x="5087992" y="63491"/>
              <a:ext cx="889010" cy="888892"/>
            </a:xfrm>
            <a:custGeom>
              <a:avLst/>
              <a:gdLst>
                <a:gd name="T0" fmla="*/ 444505 w 21376"/>
                <a:gd name="T1" fmla="*/ 444446 h 21600"/>
                <a:gd name="T2" fmla="*/ 444505 w 21376"/>
                <a:gd name="T3" fmla="*/ 444446 h 21600"/>
                <a:gd name="T4" fmla="*/ 444505 w 21376"/>
                <a:gd name="T5" fmla="*/ 444446 h 21600"/>
                <a:gd name="T6" fmla="*/ 444505 w 21376"/>
                <a:gd name="T7" fmla="*/ 4444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accent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5" name="AutoShape 23"/>
            <p:cNvSpPr>
              <a:spLocks/>
            </p:cNvSpPr>
            <p:nvPr/>
          </p:nvSpPr>
          <p:spPr bwMode="auto">
            <a:xfrm>
              <a:off x="9966433" y="-1"/>
              <a:ext cx="889010" cy="888892"/>
            </a:xfrm>
            <a:custGeom>
              <a:avLst/>
              <a:gdLst>
                <a:gd name="T0" fmla="*/ 444505 w 21600"/>
                <a:gd name="T1" fmla="*/ 444425 h 21579"/>
                <a:gd name="T2" fmla="*/ 444505 w 21600"/>
                <a:gd name="T3" fmla="*/ 444425 h 21579"/>
                <a:gd name="T4" fmla="*/ 444505 w 21600"/>
                <a:gd name="T5" fmla="*/ 444425 h 21579"/>
                <a:gd name="T6" fmla="*/ 444505 w 21600"/>
                <a:gd name="T7" fmla="*/ 444425 h 215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579">
                  <a:moveTo>
                    <a:pt x="21600" y="9391"/>
                  </a:moveTo>
                  <a:cubicBezTo>
                    <a:pt x="21600" y="9887"/>
                    <a:pt x="21472" y="10321"/>
                    <a:pt x="21218" y="10697"/>
                  </a:cubicBezTo>
                  <a:cubicBezTo>
                    <a:pt x="20963" y="11072"/>
                    <a:pt x="20647" y="11313"/>
                    <a:pt x="20263" y="11427"/>
                  </a:cubicBezTo>
                  <a:lnTo>
                    <a:pt x="20263" y="16610"/>
                  </a:lnTo>
                  <a:cubicBezTo>
                    <a:pt x="20263" y="17200"/>
                    <a:pt x="20087" y="17708"/>
                    <a:pt x="19729" y="18127"/>
                  </a:cubicBezTo>
                  <a:cubicBezTo>
                    <a:pt x="19374" y="18550"/>
                    <a:pt x="18951" y="18758"/>
                    <a:pt x="18459" y="18758"/>
                  </a:cubicBezTo>
                  <a:cubicBezTo>
                    <a:pt x="17927" y="18122"/>
                    <a:pt x="17286" y="17505"/>
                    <a:pt x="16537" y="16904"/>
                  </a:cubicBezTo>
                  <a:cubicBezTo>
                    <a:pt x="15785" y="16305"/>
                    <a:pt x="14980" y="15756"/>
                    <a:pt x="14116" y="15254"/>
                  </a:cubicBezTo>
                  <a:cubicBezTo>
                    <a:pt x="13254" y="14755"/>
                    <a:pt x="12363" y="14324"/>
                    <a:pt x="11449" y="13969"/>
                  </a:cubicBezTo>
                  <a:cubicBezTo>
                    <a:pt x="10536" y="13614"/>
                    <a:pt x="9648" y="13379"/>
                    <a:pt x="8788" y="13267"/>
                  </a:cubicBezTo>
                  <a:cubicBezTo>
                    <a:pt x="8453" y="13379"/>
                    <a:pt x="8179" y="13564"/>
                    <a:pt x="7968" y="13828"/>
                  </a:cubicBezTo>
                  <a:cubicBezTo>
                    <a:pt x="7758" y="14092"/>
                    <a:pt x="7613" y="14386"/>
                    <a:pt x="7535" y="14706"/>
                  </a:cubicBezTo>
                  <a:cubicBezTo>
                    <a:pt x="7457" y="15028"/>
                    <a:pt x="7449" y="15360"/>
                    <a:pt x="7510" y="15698"/>
                  </a:cubicBezTo>
                  <a:cubicBezTo>
                    <a:pt x="7574" y="16035"/>
                    <a:pt x="7719" y="16340"/>
                    <a:pt x="7946" y="16610"/>
                  </a:cubicBezTo>
                  <a:cubicBezTo>
                    <a:pt x="7750" y="16992"/>
                    <a:pt x="7660" y="17347"/>
                    <a:pt x="7677" y="17673"/>
                  </a:cubicBezTo>
                  <a:cubicBezTo>
                    <a:pt x="7692" y="17993"/>
                    <a:pt x="7772" y="18307"/>
                    <a:pt x="7917" y="18606"/>
                  </a:cubicBezTo>
                  <a:cubicBezTo>
                    <a:pt x="8059" y="18908"/>
                    <a:pt x="8255" y="19193"/>
                    <a:pt x="8497" y="19469"/>
                  </a:cubicBezTo>
                  <a:cubicBezTo>
                    <a:pt x="8737" y="19745"/>
                    <a:pt x="8996" y="20021"/>
                    <a:pt x="9271" y="20291"/>
                  </a:cubicBezTo>
                  <a:cubicBezTo>
                    <a:pt x="9114" y="20696"/>
                    <a:pt x="8842" y="21001"/>
                    <a:pt x="8455" y="21212"/>
                  </a:cubicBezTo>
                  <a:cubicBezTo>
                    <a:pt x="8069" y="21423"/>
                    <a:pt x="7655" y="21541"/>
                    <a:pt x="7212" y="21570"/>
                  </a:cubicBezTo>
                  <a:cubicBezTo>
                    <a:pt x="6771" y="21599"/>
                    <a:pt x="6340" y="21550"/>
                    <a:pt x="5917" y="21423"/>
                  </a:cubicBezTo>
                  <a:cubicBezTo>
                    <a:pt x="5496" y="21294"/>
                    <a:pt x="5163" y="21092"/>
                    <a:pt x="4923" y="20810"/>
                  </a:cubicBezTo>
                  <a:cubicBezTo>
                    <a:pt x="4781" y="20241"/>
                    <a:pt x="4624" y="19657"/>
                    <a:pt x="4453" y="19055"/>
                  </a:cubicBezTo>
                  <a:cubicBezTo>
                    <a:pt x="4281" y="18453"/>
                    <a:pt x="4139" y="17843"/>
                    <a:pt x="4032" y="17224"/>
                  </a:cubicBezTo>
                  <a:cubicBezTo>
                    <a:pt x="3921" y="16599"/>
                    <a:pt x="3868" y="15953"/>
                    <a:pt x="3868" y="15281"/>
                  </a:cubicBezTo>
                  <a:cubicBezTo>
                    <a:pt x="3868" y="14615"/>
                    <a:pt x="3961" y="13905"/>
                    <a:pt x="4149" y="13153"/>
                  </a:cubicBezTo>
                  <a:lnTo>
                    <a:pt x="1804" y="13153"/>
                  </a:lnTo>
                  <a:cubicBezTo>
                    <a:pt x="1312" y="13153"/>
                    <a:pt x="888" y="12945"/>
                    <a:pt x="533" y="12522"/>
                  </a:cubicBezTo>
                  <a:cubicBezTo>
                    <a:pt x="176" y="12100"/>
                    <a:pt x="0" y="11592"/>
                    <a:pt x="0" y="10990"/>
                  </a:cubicBezTo>
                  <a:lnTo>
                    <a:pt x="0" y="7774"/>
                  </a:lnTo>
                  <a:cubicBezTo>
                    <a:pt x="0" y="7184"/>
                    <a:pt x="176" y="6676"/>
                    <a:pt x="526" y="6245"/>
                  </a:cubicBezTo>
                  <a:cubicBezTo>
                    <a:pt x="878" y="5819"/>
                    <a:pt x="1304" y="5605"/>
                    <a:pt x="1804" y="5605"/>
                  </a:cubicBezTo>
                  <a:lnTo>
                    <a:pt x="7652" y="5605"/>
                  </a:lnTo>
                  <a:cubicBezTo>
                    <a:pt x="8551" y="5605"/>
                    <a:pt x="9508" y="5449"/>
                    <a:pt x="10524" y="5135"/>
                  </a:cubicBezTo>
                  <a:cubicBezTo>
                    <a:pt x="11540" y="4821"/>
                    <a:pt x="12536" y="4399"/>
                    <a:pt x="13511" y="3873"/>
                  </a:cubicBezTo>
                  <a:cubicBezTo>
                    <a:pt x="14488" y="3342"/>
                    <a:pt x="15408" y="2744"/>
                    <a:pt x="16272" y="2071"/>
                  </a:cubicBezTo>
                  <a:cubicBezTo>
                    <a:pt x="17134" y="1405"/>
                    <a:pt x="17864" y="713"/>
                    <a:pt x="18459" y="0"/>
                  </a:cubicBezTo>
                  <a:cubicBezTo>
                    <a:pt x="18951" y="0"/>
                    <a:pt x="19374" y="214"/>
                    <a:pt x="19729" y="633"/>
                  </a:cubicBezTo>
                  <a:cubicBezTo>
                    <a:pt x="20087" y="1056"/>
                    <a:pt x="20263" y="1567"/>
                    <a:pt x="20263" y="2165"/>
                  </a:cubicBezTo>
                  <a:lnTo>
                    <a:pt x="20263" y="7334"/>
                  </a:lnTo>
                  <a:cubicBezTo>
                    <a:pt x="20647" y="7445"/>
                    <a:pt x="20963" y="7692"/>
                    <a:pt x="21218" y="8070"/>
                  </a:cubicBezTo>
                  <a:cubicBezTo>
                    <a:pt x="21472" y="8454"/>
                    <a:pt x="21600" y="8895"/>
                    <a:pt x="21600" y="9391"/>
                  </a:cubicBezTo>
                  <a:moveTo>
                    <a:pt x="18459" y="2855"/>
                  </a:moveTo>
                  <a:cubicBezTo>
                    <a:pt x="17864" y="3407"/>
                    <a:pt x="17215" y="3941"/>
                    <a:pt x="16512" y="4451"/>
                  </a:cubicBezTo>
                  <a:cubicBezTo>
                    <a:pt x="15810" y="4962"/>
                    <a:pt x="15065" y="5423"/>
                    <a:pt x="14280" y="5834"/>
                  </a:cubicBezTo>
                  <a:cubicBezTo>
                    <a:pt x="13494" y="6245"/>
                    <a:pt x="12693" y="6608"/>
                    <a:pt x="11878" y="6923"/>
                  </a:cubicBezTo>
                  <a:cubicBezTo>
                    <a:pt x="11060" y="7237"/>
                    <a:pt x="10255" y="7462"/>
                    <a:pt x="9457" y="7603"/>
                  </a:cubicBezTo>
                  <a:lnTo>
                    <a:pt x="9457" y="11172"/>
                  </a:lnTo>
                  <a:cubicBezTo>
                    <a:pt x="10255" y="11325"/>
                    <a:pt x="11060" y="11554"/>
                    <a:pt x="11878" y="11862"/>
                  </a:cubicBezTo>
                  <a:cubicBezTo>
                    <a:pt x="12693" y="12170"/>
                    <a:pt x="13494" y="12537"/>
                    <a:pt x="14280" y="12956"/>
                  </a:cubicBezTo>
                  <a:cubicBezTo>
                    <a:pt x="15065" y="13379"/>
                    <a:pt x="15812" y="13843"/>
                    <a:pt x="16524" y="14347"/>
                  </a:cubicBezTo>
                  <a:cubicBezTo>
                    <a:pt x="17234" y="14855"/>
                    <a:pt x="17881" y="15380"/>
                    <a:pt x="18459" y="15920"/>
                  </a:cubicBezTo>
                  <a:lnTo>
                    <a:pt x="18459" y="2855"/>
                  </a:lnTo>
                  <a:close/>
                </a:path>
              </a:pathLst>
            </a:custGeom>
            <a:solidFill>
              <a:schemeClr val="accent3"/>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6" name="AutoShape 24"/>
            <p:cNvSpPr>
              <a:spLocks/>
            </p:cNvSpPr>
            <p:nvPr/>
          </p:nvSpPr>
          <p:spPr bwMode="auto">
            <a:xfrm>
              <a:off x="14757559" y="41269"/>
              <a:ext cx="889010" cy="777780"/>
            </a:xfrm>
            <a:custGeom>
              <a:avLst/>
              <a:gdLst>
                <a:gd name="T0" fmla="*/ 444505 w 21600"/>
                <a:gd name="T1" fmla="*/ 388890 h 21600"/>
                <a:gd name="T2" fmla="*/ 444505 w 21600"/>
                <a:gd name="T3" fmla="*/ 388890 h 21600"/>
                <a:gd name="T4" fmla="*/ 444505 w 21600"/>
                <a:gd name="T5" fmla="*/ 388890 h 21600"/>
                <a:gd name="T6" fmla="*/ 444505 w 21600"/>
                <a:gd name="T7" fmla="*/ 3888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0"/>
                  </a:moveTo>
                  <a:cubicBezTo>
                    <a:pt x="20630" y="0"/>
                    <a:pt x="20946" y="161"/>
                    <a:pt x="21208" y="481"/>
                  </a:cubicBezTo>
                  <a:cubicBezTo>
                    <a:pt x="21470" y="798"/>
                    <a:pt x="21600" y="1177"/>
                    <a:pt x="21600" y="1618"/>
                  </a:cubicBezTo>
                  <a:lnTo>
                    <a:pt x="21600" y="19981"/>
                  </a:lnTo>
                  <a:cubicBezTo>
                    <a:pt x="21600" y="20422"/>
                    <a:pt x="21470" y="20801"/>
                    <a:pt x="21208" y="21121"/>
                  </a:cubicBezTo>
                  <a:cubicBezTo>
                    <a:pt x="20946" y="21441"/>
                    <a:pt x="20630" y="21600"/>
                    <a:pt x="20263" y="21600"/>
                  </a:cubicBezTo>
                  <a:lnTo>
                    <a:pt x="1346" y="21600"/>
                  </a:lnTo>
                  <a:cubicBezTo>
                    <a:pt x="979" y="21600"/>
                    <a:pt x="663" y="21441"/>
                    <a:pt x="399" y="21121"/>
                  </a:cubicBezTo>
                  <a:cubicBezTo>
                    <a:pt x="132" y="20801"/>
                    <a:pt x="0" y="20422"/>
                    <a:pt x="0" y="19981"/>
                  </a:cubicBezTo>
                  <a:lnTo>
                    <a:pt x="0" y="1618"/>
                  </a:lnTo>
                  <a:cubicBezTo>
                    <a:pt x="0" y="1177"/>
                    <a:pt x="132" y="798"/>
                    <a:pt x="399" y="481"/>
                  </a:cubicBezTo>
                  <a:cubicBezTo>
                    <a:pt x="663" y="161"/>
                    <a:pt x="979" y="0"/>
                    <a:pt x="1346" y="0"/>
                  </a:cubicBezTo>
                  <a:lnTo>
                    <a:pt x="20263" y="0"/>
                  </a:lnTo>
                  <a:close/>
                  <a:moveTo>
                    <a:pt x="19805" y="2252"/>
                  </a:moveTo>
                  <a:lnTo>
                    <a:pt x="8590" y="2252"/>
                  </a:lnTo>
                  <a:lnTo>
                    <a:pt x="8426" y="3545"/>
                  </a:lnTo>
                  <a:lnTo>
                    <a:pt x="1804" y="3545"/>
                  </a:lnTo>
                  <a:lnTo>
                    <a:pt x="1804" y="5501"/>
                  </a:lnTo>
                  <a:lnTo>
                    <a:pt x="19805" y="5501"/>
                  </a:lnTo>
                  <a:lnTo>
                    <a:pt x="19805" y="2252"/>
                  </a:lnTo>
                  <a:close/>
                  <a:moveTo>
                    <a:pt x="19805" y="17746"/>
                  </a:moveTo>
                  <a:lnTo>
                    <a:pt x="1804" y="17746"/>
                  </a:lnTo>
                  <a:lnTo>
                    <a:pt x="1804" y="19350"/>
                  </a:lnTo>
                  <a:lnTo>
                    <a:pt x="19805" y="19350"/>
                  </a:lnTo>
                  <a:lnTo>
                    <a:pt x="19805" y="17746"/>
                  </a:lnTo>
                  <a:close/>
                  <a:moveTo>
                    <a:pt x="3116" y="2743"/>
                  </a:moveTo>
                  <a:lnTo>
                    <a:pt x="6820" y="2743"/>
                  </a:lnTo>
                  <a:lnTo>
                    <a:pt x="6820" y="1436"/>
                  </a:lnTo>
                  <a:lnTo>
                    <a:pt x="3116" y="1436"/>
                  </a:lnTo>
                  <a:lnTo>
                    <a:pt x="3116" y="2743"/>
                  </a:lnTo>
                  <a:close/>
                  <a:moveTo>
                    <a:pt x="6529" y="11631"/>
                  </a:moveTo>
                  <a:cubicBezTo>
                    <a:pt x="6529" y="12342"/>
                    <a:pt x="6639" y="13011"/>
                    <a:pt x="6862" y="13634"/>
                  </a:cubicBezTo>
                  <a:cubicBezTo>
                    <a:pt x="7084" y="14257"/>
                    <a:pt x="7388" y="14800"/>
                    <a:pt x="7775" y="15264"/>
                  </a:cubicBezTo>
                  <a:cubicBezTo>
                    <a:pt x="8162" y="15731"/>
                    <a:pt x="8617" y="16095"/>
                    <a:pt x="9134" y="16359"/>
                  </a:cubicBezTo>
                  <a:cubicBezTo>
                    <a:pt x="9655" y="16630"/>
                    <a:pt x="10211" y="16762"/>
                    <a:pt x="10806" y="16762"/>
                  </a:cubicBezTo>
                  <a:cubicBezTo>
                    <a:pt x="11398" y="16762"/>
                    <a:pt x="11954" y="16630"/>
                    <a:pt x="12470" y="16359"/>
                  </a:cubicBezTo>
                  <a:cubicBezTo>
                    <a:pt x="12984" y="16095"/>
                    <a:pt x="13435" y="15731"/>
                    <a:pt x="13824" y="15264"/>
                  </a:cubicBezTo>
                  <a:cubicBezTo>
                    <a:pt x="14211" y="14800"/>
                    <a:pt x="14515" y="14257"/>
                    <a:pt x="14737" y="13634"/>
                  </a:cubicBezTo>
                  <a:cubicBezTo>
                    <a:pt x="14960" y="13011"/>
                    <a:pt x="15070" y="12342"/>
                    <a:pt x="15070" y="11631"/>
                  </a:cubicBezTo>
                  <a:cubicBezTo>
                    <a:pt x="15070" y="10917"/>
                    <a:pt x="14960" y="10250"/>
                    <a:pt x="14737" y="9625"/>
                  </a:cubicBezTo>
                  <a:cubicBezTo>
                    <a:pt x="14515" y="9002"/>
                    <a:pt x="14211" y="8461"/>
                    <a:pt x="13824" y="8003"/>
                  </a:cubicBezTo>
                  <a:cubicBezTo>
                    <a:pt x="13435" y="7542"/>
                    <a:pt x="12982" y="7178"/>
                    <a:pt x="12463" y="6914"/>
                  </a:cubicBezTo>
                  <a:cubicBezTo>
                    <a:pt x="11944" y="6646"/>
                    <a:pt x="11391" y="6511"/>
                    <a:pt x="10806" y="6511"/>
                  </a:cubicBezTo>
                  <a:cubicBezTo>
                    <a:pt x="10211" y="6511"/>
                    <a:pt x="9655" y="6646"/>
                    <a:pt x="9134" y="6914"/>
                  </a:cubicBezTo>
                  <a:cubicBezTo>
                    <a:pt x="8617" y="7178"/>
                    <a:pt x="8162" y="7542"/>
                    <a:pt x="7775" y="8003"/>
                  </a:cubicBezTo>
                  <a:cubicBezTo>
                    <a:pt x="7388" y="8461"/>
                    <a:pt x="7084" y="9002"/>
                    <a:pt x="6862" y="9625"/>
                  </a:cubicBezTo>
                  <a:cubicBezTo>
                    <a:pt x="6639" y="10250"/>
                    <a:pt x="6529" y="10917"/>
                    <a:pt x="6529" y="11631"/>
                  </a:cubicBezTo>
                  <a:moveTo>
                    <a:pt x="13724" y="11631"/>
                  </a:moveTo>
                  <a:cubicBezTo>
                    <a:pt x="13724" y="12109"/>
                    <a:pt x="13648" y="12565"/>
                    <a:pt x="13501" y="12999"/>
                  </a:cubicBezTo>
                  <a:cubicBezTo>
                    <a:pt x="13352" y="13434"/>
                    <a:pt x="13146" y="13813"/>
                    <a:pt x="12879" y="14127"/>
                  </a:cubicBezTo>
                  <a:cubicBezTo>
                    <a:pt x="12612" y="14439"/>
                    <a:pt x="12301" y="14688"/>
                    <a:pt x="11942" y="14870"/>
                  </a:cubicBezTo>
                  <a:cubicBezTo>
                    <a:pt x="11582" y="15052"/>
                    <a:pt x="11205" y="15144"/>
                    <a:pt x="10806" y="15144"/>
                  </a:cubicBezTo>
                  <a:cubicBezTo>
                    <a:pt x="10407" y="15144"/>
                    <a:pt x="10025" y="15052"/>
                    <a:pt x="9662" y="14870"/>
                  </a:cubicBezTo>
                  <a:cubicBezTo>
                    <a:pt x="9300" y="14688"/>
                    <a:pt x="8987" y="14439"/>
                    <a:pt x="8725" y="14127"/>
                  </a:cubicBezTo>
                  <a:cubicBezTo>
                    <a:pt x="8463" y="13813"/>
                    <a:pt x="8257" y="13440"/>
                    <a:pt x="8103" y="13008"/>
                  </a:cubicBezTo>
                  <a:cubicBezTo>
                    <a:pt x="7951" y="12579"/>
                    <a:pt x="7875" y="12118"/>
                    <a:pt x="7875" y="11631"/>
                  </a:cubicBezTo>
                  <a:cubicBezTo>
                    <a:pt x="7875" y="11152"/>
                    <a:pt x="7951" y="10700"/>
                    <a:pt x="8103" y="10265"/>
                  </a:cubicBezTo>
                  <a:cubicBezTo>
                    <a:pt x="8257" y="9836"/>
                    <a:pt x="8463" y="9460"/>
                    <a:pt x="8725" y="9140"/>
                  </a:cubicBezTo>
                  <a:cubicBezTo>
                    <a:pt x="8987" y="8823"/>
                    <a:pt x="9298" y="8576"/>
                    <a:pt x="9657" y="8394"/>
                  </a:cubicBezTo>
                  <a:cubicBezTo>
                    <a:pt x="10015" y="8218"/>
                    <a:pt x="10399" y="8130"/>
                    <a:pt x="10806" y="8130"/>
                  </a:cubicBezTo>
                  <a:cubicBezTo>
                    <a:pt x="11205" y="8130"/>
                    <a:pt x="11582" y="8218"/>
                    <a:pt x="11942" y="8394"/>
                  </a:cubicBezTo>
                  <a:cubicBezTo>
                    <a:pt x="12301" y="8576"/>
                    <a:pt x="12612" y="8823"/>
                    <a:pt x="12879" y="9140"/>
                  </a:cubicBezTo>
                  <a:cubicBezTo>
                    <a:pt x="13146" y="9460"/>
                    <a:pt x="13352" y="9836"/>
                    <a:pt x="13501" y="10265"/>
                  </a:cubicBezTo>
                  <a:cubicBezTo>
                    <a:pt x="13648" y="10700"/>
                    <a:pt x="13724" y="11152"/>
                    <a:pt x="13724" y="11631"/>
                  </a:cubicBezTo>
                  <a:moveTo>
                    <a:pt x="9692" y="11631"/>
                  </a:moveTo>
                  <a:cubicBezTo>
                    <a:pt x="9692" y="11246"/>
                    <a:pt x="9799" y="10929"/>
                    <a:pt x="10020" y="10682"/>
                  </a:cubicBezTo>
                  <a:cubicBezTo>
                    <a:pt x="10238" y="10432"/>
                    <a:pt x="10500" y="10309"/>
                    <a:pt x="10806" y="10309"/>
                  </a:cubicBezTo>
                  <a:lnTo>
                    <a:pt x="10806" y="10280"/>
                  </a:lnTo>
                  <a:cubicBezTo>
                    <a:pt x="10945" y="10280"/>
                    <a:pt x="11065" y="10224"/>
                    <a:pt x="11163" y="10109"/>
                  </a:cubicBezTo>
                  <a:cubicBezTo>
                    <a:pt x="11261" y="9998"/>
                    <a:pt x="11310" y="9862"/>
                    <a:pt x="11310" y="9704"/>
                  </a:cubicBezTo>
                  <a:cubicBezTo>
                    <a:pt x="11310" y="9533"/>
                    <a:pt x="11261" y="9392"/>
                    <a:pt x="11163" y="9275"/>
                  </a:cubicBezTo>
                  <a:cubicBezTo>
                    <a:pt x="11065" y="9157"/>
                    <a:pt x="10945" y="9096"/>
                    <a:pt x="10806" y="9096"/>
                  </a:cubicBezTo>
                  <a:cubicBezTo>
                    <a:pt x="10228" y="9096"/>
                    <a:pt x="9733" y="9348"/>
                    <a:pt x="9322" y="9848"/>
                  </a:cubicBezTo>
                  <a:cubicBezTo>
                    <a:pt x="8913" y="10350"/>
                    <a:pt x="8708" y="10943"/>
                    <a:pt x="8708" y="11628"/>
                  </a:cubicBezTo>
                  <a:cubicBezTo>
                    <a:pt x="8708" y="11777"/>
                    <a:pt x="8757" y="11913"/>
                    <a:pt x="8854" y="12027"/>
                  </a:cubicBezTo>
                  <a:cubicBezTo>
                    <a:pt x="8952" y="12147"/>
                    <a:pt x="9063" y="12206"/>
                    <a:pt x="9187" y="12206"/>
                  </a:cubicBezTo>
                  <a:cubicBezTo>
                    <a:pt x="9329" y="12206"/>
                    <a:pt x="9447" y="12148"/>
                    <a:pt x="9545" y="12027"/>
                  </a:cubicBezTo>
                  <a:cubicBezTo>
                    <a:pt x="9643" y="11916"/>
                    <a:pt x="9692" y="11780"/>
                    <a:pt x="9692" y="11631"/>
                  </a:cubicBezTo>
                </a:path>
              </a:pathLst>
            </a:custGeom>
            <a:solidFill>
              <a:schemeClr val="accent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sp>
          <p:nvSpPr>
            <p:cNvPr id="64537" name="AutoShape 25"/>
            <p:cNvSpPr>
              <a:spLocks/>
            </p:cNvSpPr>
            <p:nvPr/>
          </p:nvSpPr>
          <p:spPr bwMode="auto">
            <a:xfrm>
              <a:off x="0" y="88888"/>
              <a:ext cx="889010" cy="888892"/>
            </a:xfrm>
            <a:custGeom>
              <a:avLst/>
              <a:gdLst>
                <a:gd name="T0" fmla="*/ 444505 w 21600"/>
                <a:gd name="T1" fmla="*/ 444446 h 21588"/>
                <a:gd name="T2" fmla="*/ 444505 w 21600"/>
                <a:gd name="T3" fmla="*/ 444446 h 21588"/>
                <a:gd name="T4" fmla="*/ 444505 w 21600"/>
                <a:gd name="T5" fmla="*/ 444446 h 21588"/>
                <a:gd name="T6" fmla="*/ 444505 w 21600"/>
                <a:gd name="T7" fmla="*/ 444446 h 215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588">
                  <a:moveTo>
                    <a:pt x="17530" y="7696"/>
                  </a:moveTo>
                  <a:cubicBezTo>
                    <a:pt x="17530" y="8751"/>
                    <a:pt x="17302" y="9747"/>
                    <a:pt x="16843" y="10684"/>
                  </a:cubicBezTo>
                  <a:cubicBezTo>
                    <a:pt x="16386" y="11620"/>
                    <a:pt x="15760" y="12436"/>
                    <a:pt x="14969" y="13127"/>
                  </a:cubicBezTo>
                  <a:cubicBezTo>
                    <a:pt x="14176" y="13821"/>
                    <a:pt x="13249" y="14371"/>
                    <a:pt x="12185" y="14775"/>
                  </a:cubicBezTo>
                  <a:cubicBezTo>
                    <a:pt x="11121" y="15181"/>
                    <a:pt x="9982" y="15384"/>
                    <a:pt x="8765" y="15384"/>
                  </a:cubicBezTo>
                  <a:cubicBezTo>
                    <a:pt x="8487" y="15384"/>
                    <a:pt x="8212" y="15370"/>
                    <a:pt x="7936" y="15342"/>
                  </a:cubicBezTo>
                  <a:cubicBezTo>
                    <a:pt x="7663" y="15316"/>
                    <a:pt x="7395" y="15283"/>
                    <a:pt x="7131" y="15249"/>
                  </a:cubicBezTo>
                  <a:cubicBezTo>
                    <a:pt x="6027" y="16264"/>
                    <a:pt x="4766" y="16967"/>
                    <a:pt x="3346" y="17339"/>
                  </a:cubicBezTo>
                  <a:cubicBezTo>
                    <a:pt x="3196" y="17379"/>
                    <a:pt x="3043" y="17413"/>
                    <a:pt x="2890" y="17444"/>
                  </a:cubicBezTo>
                  <a:cubicBezTo>
                    <a:pt x="2735" y="17475"/>
                    <a:pt x="2572" y="17509"/>
                    <a:pt x="2398" y="17545"/>
                  </a:cubicBezTo>
                  <a:cubicBezTo>
                    <a:pt x="2308" y="17562"/>
                    <a:pt x="2228" y="17534"/>
                    <a:pt x="2155" y="17455"/>
                  </a:cubicBezTo>
                  <a:cubicBezTo>
                    <a:pt x="2085" y="17379"/>
                    <a:pt x="2033" y="17297"/>
                    <a:pt x="2005" y="17207"/>
                  </a:cubicBezTo>
                  <a:lnTo>
                    <a:pt x="2005" y="17181"/>
                  </a:lnTo>
                  <a:cubicBezTo>
                    <a:pt x="1974" y="17071"/>
                    <a:pt x="1986" y="16984"/>
                    <a:pt x="2038" y="16916"/>
                  </a:cubicBezTo>
                  <a:cubicBezTo>
                    <a:pt x="2090" y="16851"/>
                    <a:pt x="2158" y="16769"/>
                    <a:pt x="2240" y="16679"/>
                  </a:cubicBezTo>
                  <a:cubicBezTo>
                    <a:pt x="2377" y="16518"/>
                    <a:pt x="2506" y="16355"/>
                    <a:pt x="2629" y="16188"/>
                  </a:cubicBezTo>
                  <a:cubicBezTo>
                    <a:pt x="2753" y="16022"/>
                    <a:pt x="2864" y="15830"/>
                    <a:pt x="2963" y="15621"/>
                  </a:cubicBezTo>
                  <a:cubicBezTo>
                    <a:pt x="3059" y="15410"/>
                    <a:pt x="3151" y="15159"/>
                    <a:pt x="3238" y="14871"/>
                  </a:cubicBezTo>
                  <a:cubicBezTo>
                    <a:pt x="3325" y="14580"/>
                    <a:pt x="3398" y="14225"/>
                    <a:pt x="3457" y="13801"/>
                  </a:cubicBezTo>
                  <a:cubicBezTo>
                    <a:pt x="2398" y="13102"/>
                    <a:pt x="1558" y="12222"/>
                    <a:pt x="934" y="11164"/>
                  </a:cubicBezTo>
                  <a:cubicBezTo>
                    <a:pt x="310" y="10106"/>
                    <a:pt x="0" y="8952"/>
                    <a:pt x="0" y="7696"/>
                  </a:cubicBezTo>
                  <a:cubicBezTo>
                    <a:pt x="0" y="6627"/>
                    <a:pt x="230" y="5625"/>
                    <a:pt x="691" y="4694"/>
                  </a:cubicBezTo>
                  <a:cubicBezTo>
                    <a:pt x="1153" y="3763"/>
                    <a:pt x="1781" y="2948"/>
                    <a:pt x="2574" y="2257"/>
                  </a:cubicBezTo>
                  <a:cubicBezTo>
                    <a:pt x="3365" y="1565"/>
                    <a:pt x="4290" y="1012"/>
                    <a:pt x="5352" y="609"/>
                  </a:cubicBezTo>
                  <a:cubicBezTo>
                    <a:pt x="6409" y="203"/>
                    <a:pt x="7548" y="0"/>
                    <a:pt x="8765" y="0"/>
                  </a:cubicBezTo>
                  <a:cubicBezTo>
                    <a:pt x="9982" y="0"/>
                    <a:pt x="11121" y="203"/>
                    <a:pt x="12185" y="609"/>
                  </a:cubicBezTo>
                  <a:cubicBezTo>
                    <a:pt x="13249" y="1012"/>
                    <a:pt x="14176" y="1565"/>
                    <a:pt x="14969" y="2257"/>
                  </a:cubicBezTo>
                  <a:cubicBezTo>
                    <a:pt x="15760" y="2948"/>
                    <a:pt x="16386" y="3763"/>
                    <a:pt x="16843" y="4694"/>
                  </a:cubicBezTo>
                  <a:cubicBezTo>
                    <a:pt x="17302" y="5625"/>
                    <a:pt x="17530" y="6627"/>
                    <a:pt x="17530" y="7696"/>
                  </a:cubicBezTo>
                  <a:moveTo>
                    <a:pt x="21600" y="11736"/>
                  </a:moveTo>
                  <a:cubicBezTo>
                    <a:pt x="21600" y="12986"/>
                    <a:pt x="21286" y="14146"/>
                    <a:pt x="20665" y="15204"/>
                  </a:cubicBezTo>
                  <a:cubicBezTo>
                    <a:pt x="20039" y="16261"/>
                    <a:pt x="19199" y="17139"/>
                    <a:pt x="18140" y="17841"/>
                  </a:cubicBezTo>
                  <a:cubicBezTo>
                    <a:pt x="18201" y="18265"/>
                    <a:pt x="18271" y="18620"/>
                    <a:pt x="18354" y="18908"/>
                  </a:cubicBezTo>
                  <a:cubicBezTo>
                    <a:pt x="18436" y="19199"/>
                    <a:pt x="18533" y="19444"/>
                    <a:pt x="18641" y="19661"/>
                  </a:cubicBezTo>
                  <a:cubicBezTo>
                    <a:pt x="18752" y="19870"/>
                    <a:pt x="18862" y="20059"/>
                    <a:pt x="18980" y="20226"/>
                  </a:cubicBezTo>
                  <a:cubicBezTo>
                    <a:pt x="19095" y="20392"/>
                    <a:pt x="19222" y="20556"/>
                    <a:pt x="19356" y="20719"/>
                  </a:cubicBezTo>
                  <a:cubicBezTo>
                    <a:pt x="19432" y="20809"/>
                    <a:pt x="19498" y="20891"/>
                    <a:pt x="19554" y="20968"/>
                  </a:cubicBezTo>
                  <a:cubicBezTo>
                    <a:pt x="19611" y="21047"/>
                    <a:pt x="19622" y="21128"/>
                    <a:pt x="19592" y="21219"/>
                  </a:cubicBezTo>
                  <a:lnTo>
                    <a:pt x="19592" y="21247"/>
                  </a:lnTo>
                  <a:cubicBezTo>
                    <a:pt x="19578" y="21351"/>
                    <a:pt x="19533" y="21439"/>
                    <a:pt x="19453" y="21509"/>
                  </a:cubicBezTo>
                  <a:cubicBezTo>
                    <a:pt x="19373" y="21577"/>
                    <a:pt x="19291" y="21600"/>
                    <a:pt x="19199" y="21583"/>
                  </a:cubicBezTo>
                  <a:cubicBezTo>
                    <a:pt x="19027" y="21549"/>
                    <a:pt x="18862" y="21512"/>
                    <a:pt x="18709" y="21481"/>
                  </a:cubicBezTo>
                  <a:cubicBezTo>
                    <a:pt x="18556" y="21450"/>
                    <a:pt x="18403" y="21419"/>
                    <a:pt x="18253" y="21379"/>
                  </a:cubicBezTo>
                  <a:cubicBezTo>
                    <a:pt x="17530" y="21199"/>
                    <a:pt x="16854" y="20931"/>
                    <a:pt x="16224" y="20570"/>
                  </a:cubicBezTo>
                  <a:cubicBezTo>
                    <a:pt x="15593" y="20211"/>
                    <a:pt x="15007" y="19783"/>
                    <a:pt x="14468" y="19286"/>
                  </a:cubicBezTo>
                  <a:cubicBezTo>
                    <a:pt x="14204" y="19323"/>
                    <a:pt x="13936" y="19354"/>
                    <a:pt x="13660" y="19382"/>
                  </a:cubicBezTo>
                  <a:cubicBezTo>
                    <a:pt x="13387" y="19407"/>
                    <a:pt x="13112" y="19424"/>
                    <a:pt x="12832" y="19424"/>
                  </a:cubicBezTo>
                  <a:cubicBezTo>
                    <a:pt x="11773" y="19424"/>
                    <a:pt x="10777" y="19263"/>
                    <a:pt x="9847" y="18950"/>
                  </a:cubicBezTo>
                  <a:cubicBezTo>
                    <a:pt x="8915" y="18634"/>
                    <a:pt x="8070" y="18211"/>
                    <a:pt x="7312" y="17678"/>
                  </a:cubicBezTo>
                  <a:cubicBezTo>
                    <a:pt x="7357" y="17644"/>
                    <a:pt x="7407" y="17607"/>
                    <a:pt x="7463" y="17571"/>
                  </a:cubicBezTo>
                  <a:cubicBezTo>
                    <a:pt x="7520" y="17537"/>
                    <a:pt x="7571" y="17500"/>
                    <a:pt x="7616" y="17463"/>
                  </a:cubicBezTo>
                  <a:cubicBezTo>
                    <a:pt x="8000" y="17517"/>
                    <a:pt x="8381" y="17545"/>
                    <a:pt x="8765" y="17545"/>
                  </a:cubicBezTo>
                  <a:cubicBezTo>
                    <a:pt x="10245" y="17545"/>
                    <a:pt x="11632" y="17291"/>
                    <a:pt x="12921" y="16781"/>
                  </a:cubicBezTo>
                  <a:cubicBezTo>
                    <a:pt x="14214" y="16270"/>
                    <a:pt x="15334" y="15576"/>
                    <a:pt x="16280" y="14690"/>
                  </a:cubicBezTo>
                  <a:cubicBezTo>
                    <a:pt x="17229" y="13801"/>
                    <a:pt x="17972" y="12757"/>
                    <a:pt x="18516" y="11558"/>
                  </a:cubicBezTo>
                  <a:cubicBezTo>
                    <a:pt x="19062" y="10365"/>
                    <a:pt x="19335" y="9075"/>
                    <a:pt x="19335" y="7696"/>
                  </a:cubicBezTo>
                  <a:cubicBezTo>
                    <a:pt x="19335" y="7326"/>
                    <a:pt x="19312" y="6954"/>
                    <a:pt x="19267" y="6564"/>
                  </a:cubicBezTo>
                  <a:cubicBezTo>
                    <a:pt x="19987" y="7267"/>
                    <a:pt x="20557" y="8054"/>
                    <a:pt x="20973" y="8926"/>
                  </a:cubicBezTo>
                  <a:cubicBezTo>
                    <a:pt x="21392" y="9801"/>
                    <a:pt x="21600" y="10737"/>
                    <a:pt x="21600" y="11736"/>
                  </a:cubicBezTo>
                </a:path>
              </a:pathLst>
            </a:custGeom>
            <a:solidFill>
              <a:schemeClr val="accent1"/>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12734" tIns="12734" rIns="12734" bIns="12734" anchor="ctr"/>
            <a:lstStyle/>
            <a:p>
              <a:endParaRPr lang="zh-CN" altLang="en-US" sz="1141">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2808211349"/>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 presetClass="entr" presetSubtype="2" fill="hold" grpId="0" nodeType="afterEffect">
                                  <p:stCondLst>
                                    <p:cond delay="100"/>
                                  </p:stCondLst>
                                  <p:childTnLst>
                                    <p:set>
                                      <p:cBhvr>
                                        <p:cTn id="11" dur="1" fill="hold">
                                          <p:stCondLst>
                                            <p:cond delay="0"/>
                                          </p:stCondLst>
                                        </p:cTn>
                                        <p:tgtEl>
                                          <p:spTgt spid="64519"/>
                                        </p:tgtEl>
                                        <p:attrNameLst>
                                          <p:attrName>style.visibility</p:attrName>
                                        </p:attrNameLst>
                                      </p:cBhvr>
                                      <p:to>
                                        <p:strVal val="visible"/>
                                      </p:to>
                                    </p:set>
                                    <p:anim calcmode="lin" valueType="num">
                                      <p:cBhvr additive="base">
                                        <p:cTn id="12" dur="500" fill="hold"/>
                                        <p:tgtEl>
                                          <p:spTgt spid="64519"/>
                                        </p:tgtEl>
                                        <p:attrNameLst>
                                          <p:attrName>ppt_x</p:attrName>
                                        </p:attrNameLst>
                                      </p:cBhvr>
                                      <p:tavLst>
                                        <p:tav tm="0">
                                          <p:val>
                                            <p:strVal val="1+#ppt_w/2"/>
                                          </p:val>
                                        </p:tav>
                                        <p:tav tm="100000">
                                          <p:val>
                                            <p:strVal val="#ppt_x"/>
                                          </p:val>
                                        </p:tav>
                                      </p:tavLst>
                                    </p:anim>
                                    <p:anim calcmode="lin" valueType="num">
                                      <p:cBhvr additive="base">
                                        <p:cTn id="13" dur="500" fill="hold"/>
                                        <p:tgtEl>
                                          <p:spTgt spid="6451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100"/>
                            </p:stCondLst>
                            <p:childTnLst>
                              <p:par>
                                <p:cTn id="15" presetID="2" presetClass="entr" presetSubtype="2" fill="hold" grpId="0" nodeType="afterEffect">
                                  <p:stCondLst>
                                    <p:cond delay="200"/>
                                  </p:stCondLst>
                                  <p:childTnLst>
                                    <p:set>
                                      <p:cBhvr>
                                        <p:cTn id="16" dur="1" fill="hold">
                                          <p:stCondLst>
                                            <p:cond delay="0"/>
                                          </p:stCondLst>
                                        </p:cTn>
                                        <p:tgtEl>
                                          <p:spTgt spid="64520"/>
                                        </p:tgtEl>
                                        <p:attrNameLst>
                                          <p:attrName>style.visibility</p:attrName>
                                        </p:attrNameLst>
                                      </p:cBhvr>
                                      <p:to>
                                        <p:strVal val="visible"/>
                                      </p:to>
                                    </p:set>
                                    <p:anim calcmode="lin" valueType="num">
                                      <p:cBhvr additive="base">
                                        <p:cTn id="17" dur="500" fill="hold"/>
                                        <p:tgtEl>
                                          <p:spTgt spid="64520"/>
                                        </p:tgtEl>
                                        <p:attrNameLst>
                                          <p:attrName>ppt_x</p:attrName>
                                        </p:attrNameLst>
                                      </p:cBhvr>
                                      <p:tavLst>
                                        <p:tav tm="0">
                                          <p:val>
                                            <p:strVal val="1+#ppt_w/2"/>
                                          </p:val>
                                        </p:tav>
                                        <p:tav tm="100000">
                                          <p:val>
                                            <p:strVal val="#ppt_x"/>
                                          </p:val>
                                        </p:tav>
                                      </p:tavLst>
                                    </p:anim>
                                    <p:anim calcmode="lin" valueType="num">
                                      <p:cBhvr additive="base">
                                        <p:cTn id="18" dur="500" fill="hold"/>
                                        <p:tgtEl>
                                          <p:spTgt spid="64520"/>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800"/>
                            </p:stCondLst>
                            <p:childTnLst>
                              <p:par>
                                <p:cTn id="20" presetID="23" presetClass="entr" presetSubtype="16"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childTnLst>
                                </p:cTn>
                              </p:par>
                            </p:childTnLst>
                          </p:cTn>
                        </p:par>
                        <p:par>
                          <p:cTn id="24" fill="hold" nodeType="afterGroup">
                            <p:stCondLst>
                              <p:cond delay="2300"/>
                            </p:stCondLst>
                            <p:childTnLst>
                              <p:par>
                                <p:cTn id="25" presetID="2" presetClass="entr" presetSubtype="2" fill="hold" grpId="0" nodeType="afterEffect">
                                  <p:stCondLst>
                                    <p:cond delay="100"/>
                                  </p:stCondLst>
                                  <p:childTnLst>
                                    <p:set>
                                      <p:cBhvr>
                                        <p:cTn id="26" dur="1" fill="hold">
                                          <p:stCondLst>
                                            <p:cond delay="0"/>
                                          </p:stCondLst>
                                        </p:cTn>
                                        <p:tgtEl>
                                          <p:spTgt spid="64523"/>
                                        </p:tgtEl>
                                        <p:attrNameLst>
                                          <p:attrName>style.visibility</p:attrName>
                                        </p:attrNameLst>
                                      </p:cBhvr>
                                      <p:to>
                                        <p:strVal val="visible"/>
                                      </p:to>
                                    </p:set>
                                    <p:anim calcmode="lin" valueType="num">
                                      <p:cBhvr additive="base">
                                        <p:cTn id="27" dur="500" fill="hold"/>
                                        <p:tgtEl>
                                          <p:spTgt spid="64523"/>
                                        </p:tgtEl>
                                        <p:attrNameLst>
                                          <p:attrName>ppt_x</p:attrName>
                                        </p:attrNameLst>
                                      </p:cBhvr>
                                      <p:tavLst>
                                        <p:tav tm="0">
                                          <p:val>
                                            <p:strVal val="1+#ppt_w/2"/>
                                          </p:val>
                                        </p:tav>
                                        <p:tav tm="100000">
                                          <p:val>
                                            <p:strVal val="#ppt_x"/>
                                          </p:val>
                                        </p:tav>
                                      </p:tavLst>
                                    </p:anim>
                                    <p:anim calcmode="lin" valueType="num">
                                      <p:cBhvr additive="base">
                                        <p:cTn id="28" dur="500" fill="hold"/>
                                        <p:tgtEl>
                                          <p:spTgt spid="64523"/>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900"/>
                            </p:stCondLst>
                            <p:childTnLst>
                              <p:par>
                                <p:cTn id="30" presetID="2" presetClass="entr" presetSubtype="2" fill="hold" grpId="0" nodeType="afterEffect">
                                  <p:stCondLst>
                                    <p:cond delay="200"/>
                                  </p:stCondLst>
                                  <p:childTnLst>
                                    <p:set>
                                      <p:cBhvr>
                                        <p:cTn id="31" dur="1" fill="hold">
                                          <p:stCondLst>
                                            <p:cond delay="0"/>
                                          </p:stCondLst>
                                        </p:cTn>
                                        <p:tgtEl>
                                          <p:spTgt spid="64524"/>
                                        </p:tgtEl>
                                        <p:attrNameLst>
                                          <p:attrName>style.visibility</p:attrName>
                                        </p:attrNameLst>
                                      </p:cBhvr>
                                      <p:to>
                                        <p:strVal val="visible"/>
                                      </p:to>
                                    </p:set>
                                    <p:anim calcmode="lin" valueType="num">
                                      <p:cBhvr additive="base">
                                        <p:cTn id="32" dur="500" fill="hold"/>
                                        <p:tgtEl>
                                          <p:spTgt spid="64524"/>
                                        </p:tgtEl>
                                        <p:attrNameLst>
                                          <p:attrName>ppt_x</p:attrName>
                                        </p:attrNameLst>
                                      </p:cBhvr>
                                      <p:tavLst>
                                        <p:tav tm="0">
                                          <p:val>
                                            <p:strVal val="1+#ppt_w/2"/>
                                          </p:val>
                                        </p:tav>
                                        <p:tav tm="100000">
                                          <p:val>
                                            <p:strVal val="#ppt_x"/>
                                          </p:val>
                                        </p:tav>
                                      </p:tavLst>
                                    </p:anim>
                                    <p:anim calcmode="lin" valueType="num">
                                      <p:cBhvr additive="base">
                                        <p:cTn id="33" dur="500" fill="hold"/>
                                        <p:tgtEl>
                                          <p:spTgt spid="64524"/>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600"/>
                            </p:stCondLst>
                            <p:childTnLst>
                              <p:par>
                                <p:cTn id="35" presetID="23" presetClass="entr" presetSubtype="16"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par>
                          <p:cTn id="39" fill="hold" nodeType="afterGroup">
                            <p:stCondLst>
                              <p:cond delay="4100"/>
                            </p:stCondLst>
                            <p:childTnLst>
                              <p:par>
                                <p:cTn id="40" presetID="2" presetClass="entr" presetSubtype="2" fill="hold" grpId="0" nodeType="afterEffect">
                                  <p:stCondLst>
                                    <p:cond delay="100"/>
                                  </p:stCondLst>
                                  <p:childTnLst>
                                    <p:set>
                                      <p:cBhvr>
                                        <p:cTn id="41" dur="1" fill="hold">
                                          <p:stCondLst>
                                            <p:cond delay="0"/>
                                          </p:stCondLst>
                                        </p:cTn>
                                        <p:tgtEl>
                                          <p:spTgt spid="64527"/>
                                        </p:tgtEl>
                                        <p:attrNameLst>
                                          <p:attrName>style.visibility</p:attrName>
                                        </p:attrNameLst>
                                      </p:cBhvr>
                                      <p:to>
                                        <p:strVal val="visible"/>
                                      </p:to>
                                    </p:set>
                                    <p:anim calcmode="lin" valueType="num">
                                      <p:cBhvr additive="base">
                                        <p:cTn id="42" dur="500" fill="hold"/>
                                        <p:tgtEl>
                                          <p:spTgt spid="64527"/>
                                        </p:tgtEl>
                                        <p:attrNameLst>
                                          <p:attrName>ppt_x</p:attrName>
                                        </p:attrNameLst>
                                      </p:cBhvr>
                                      <p:tavLst>
                                        <p:tav tm="0">
                                          <p:val>
                                            <p:strVal val="1+#ppt_w/2"/>
                                          </p:val>
                                        </p:tav>
                                        <p:tav tm="100000">
                                          <p:val>
                                            <p:strVal val="#ppt_x"/>
                                          </p:val>
                                        </p:tav>
                                      </p:tavLst>
                                    </p:anim>
                                    <p:anim calcmode="lin" valueType="num">
                                      <p:cBhvr additive="base">
                                        <p:cTn id="43" dur="500" fill="hold"/>
                                        <p:tgtEl>
                                          <p:spTgt spid="64527"/>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4700"/>
                            </p:stCondLst>
                            <p:childTnLst>
                              <p:par>
                                <p:cTn id="45" presetID="2" presetClass="entr" presetSubtype="2" fill="hold" grpId="0" nodeType="afterEffect">
                                  <p:stCondLst>
                                    <p:cond delay="200"/>
                                  </p:stCondLst>
                                  <p:childTnLst>
                                    <p:set>
                                      <p:cBhvr>
                                        <p:cTn id="46" dur="1" fill="hold">
                                          <p:stCondLst>
                                            <p:cond delay="0"/>
                                          </p:stCondLst>
                                        </p:cTn>
                                        <p:tgtEl>
                                          <p:spTgt spid="64528"/>
                                        </p:tgtEl>
                                        <p:attrNameLst>
                                          <p:attrName>style.visibility</p:attrName>
                                        </p:attrNameLst>
                                      </p:cBhvr>
                                      <p:to>
                                        <p:strVal val="visible"/>
                                      </p:to>
                                    </p:set>
                                    <p:anim calcmode="lin" valueType="num">
                                      <p:cBhvr additive="base">
                                        <p:cTn id="47" dur="500" fill="hold"/>
                                        <p:tgtEl>
                                          <p:spTgt spid="64528"/>
                                        </p:tgtEl>
                                        <p:attrNameLst>
                                          <p:attrName>ppt_x</p:attrName>
                                        </p:attrNameLst>
                                      </p:cBhvr>
                                      <p:tavLst>
                                        <p:tav tm="0">
                                          <p:val>
                                            <p:strVal val="1+#ppt_w/2"/>
                                          </p:val>
                                        </p:tav>
                                        <p:tav tm="100000">
                                          <p:val>
                                            <p:strVal val="#ppt_x"/>
                                          </p:val>
                                        </p:tav>
                                      </p:tavLst>
                                    </p:anim>
                                    <p:anim calcmode="lin" valueType="num">
                                      <p:cBhvr additive="base">
                                        <p:cTn id="48" dur="500" fill="hold"/>
                                        <p:tgtEl>
                                          <p:spTgt spid="64528"/>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5400"/>
                            </p:stCondLst>
                            <p:childTnLst>
                              <p:par>
                                <p:cTn id="50" presetID="23" presetClass="entr" presetSubtype="16" fill="hold" grpId="0" nodeType="afterEffect">
                                  <p:stCondLst>
                                    <p:cond delay="0"/>
                                  </p:stCondLst>
                                  <p:childTnLst>
                                    <p:set>
                                      <p:cBhvr>
                                        <p:cTn id="51" dur="1" fill="hold">
                                          <p:stCondLst>
                                            <p:cond delay="0"/>
                                          </p:stCondLst>
                                        </p:cTn>
                                        <p:tgtEl>
                                          <p:spTgt spid="5"/>
                                        </p:tgtEl>
                                        <p:attrNameLst>
                                          <p:attrName>style.visibility</p:attrName>
                                        </p:attrNameLst>
                                      </p:cBhvr>
                                      <p:to>
                                        <p:strVal val="visible"/>
                                      </p:to>
                                    </p:set>
                                    <p:anim calcmode="lin" valueType="num">
                                      <p:cBhvr>
                                        <p:cTn id="52" dur="500" fill="hold"/>
                                        <p:tgtEl>
                                          <p:spTgt spid="5"/>
                                        </p:tgtEl>
                                        <p:attrNameLst>
                                          <p:attrName>ppt_w</p:attrName>
                                        </p:attrNameLst>
                                      </p:cBhvr>
                                      <p:tavLst>
                                        <p:tav tm="0">
                                          <p:val>
                                            <p:fltVal val="0"/>
                                          </p:val>
                                        </p:tav>
                                        <p:tav tm="100000">
                                          <p:val>
                                            <p:strVal val="#ppt_w"/>
                                          </p:val>
                                        </p:tav>
                                      </p:tavLst>
                                    </p:anim>
                                    <p:anim calcmode="lin" valueType="num">
                                      <p:cBhvr>
                                        <p:cTn id="53" dur="500" fill="hold"/>
                                        <p:tgtEl>
                                          <p:spTgt spid="5"/>
                                        </p:tgtEl>
                                        <p:attrNameLst>
                                          <p:attrName>ppt_h</p:attrName>
                                        </p:attrNameLst>
                                      </p:cBhvr>
                                      <p:tavLst>
                                        <p:tav tm="0">
                                          <p:val>
                                            <p:fltVal val="0"/>
                                          </p:val>
                                        </p:tav>
                                        <p:tav tm="100000">
                                          <p:val>
                                            <p:strVal val="#ppt_h"/>
                                          </p:val>
                                        </p:tav>
                                      </p:tavLst>
                                    </p:anim>
                                  </p:childTnLst>
                                </p:cTn>
                              </p:par>
                            </p:childTnLst>
                          </p:cTn>
                        </p:par>
                        <p:par>
                          <p:cTn id="54" fill="hold" nodeType="afterGroup">
                            <p:stCondLst>
                              <p:cond delay="5900"/>
                            </p:stCondLst>
                            <p:childTnLst>
                              <p:par>
                                <p:cTn id="55" presetID="2" presetClass="entr" presetSubtype="2" fill="hold" grpId="0" nodeType="afterEffect">
                                  <p:stCondLst>
                                    <p:cond delay="100"/>
                                  </p:stCondLst>
                                  <p:childTnLst>
                                    <p:set>
                                      <p:cBhvr>
                                        <p:cTn id="56" dur="1" fill="hold">
                                          <p:stCondLst>
                                            <p:cond delay="0"/>
                                          </p:stCondLst>
                                        </p:cTn>
                                        <p:tgtEl>
                                          <p:spTgt spid="64531"/>
                                        </p:tgtEl>
                                        <p:attrNameLst>
                                          <p:attrName>style.visibility</p:attrName>
                                        </p:attrNameLst>
                                      </p:cBhvr>
                                      <p:to>
                                        <p:strVal val="visible"/>
                                      </p:to>
                                    </p:set>
                                    <p:anim calcmode="lin" valueType="num">
                                      <p:cBhvr additive="base">
                                        <p:cTn id="57" dur="500" fill="hold"/>
                                        <p:tgtEl>
                                          <p:spTgt spid="64531"/>
                                        </p:tgtEl>
                                        <p:attrNameLst>
                                          <p:attrName>ppt_x</p:attrName>
                                        </p:attrNameLst>
                                      </p:cBhvr>
                                      <p:tavLst>
                                        <p:tav tm="0">
                                          <p:val>
                                            <p:strVal val="1+#ppt_w/2"/>
                                          </p:val>
                                        </p:tav>
                                        <p:tav tm="100000">
                                          <p:val>
                                            <p:strVal val="#ppt_x"/>
                                          </p:val>
                                        </p:tav>
                                      </p:tavLst>
                                    </p:anim>
                                    <p:anim calcmode="lin" valueType="num">
                                      <p:cBhvr additive="base">
                                        <p:cTn id="58" dur="500" fill="hold"/>
                                        <p:tgtEl>
                                          <p:spTgt spid="64531"/>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6500"/>
                            </p:stCondLst>
                            <p:childTnLst>
                              <p:par>
                                <p:cTn id="60" presetID="2" presetClass="entr" presetSubtype="2" fill="hold" grpId="0" nodeType="afterEffect">
                                  <p:stCondLst>
                                    <p:cond delay="200"/>
                                  </p:stCondLst>
                                  <p:childTnLst>
                                    <p:set>
                                      <p:cBhvr>
                                        <p:cTn id="61" dur="1" fill="hold">
                                          <p:stCondLst>
                                            <p:cond delay="0"/>
                                          </p:stCondLst>
                                        </p:cTn>
                                        <p:tgtEl>
                                          <p:spTgt spid="64532"/>
                                        </p:tgtEl>
                                        <p:attrNameLst>
                                          <p:attrName>style.visibility</p:attrName>
                                        </p:attrNameLst>
                                      </p:cBhvr>
                                      <p:to>
                                        <p:strVal val="visible"/>
                                      </p:to>
                                    </p:set>
                                    <p:anim calcmode="lin" valueType="num">
                                      <p:cBhvr additive="base">
                                        <p:cTn id="62" dur="500" fill="hold"/>
                                        <p:tgtEl>
                                          <p:spTgt spid="64532"/>
                                        </p:tgtEl>
                                        <p:attrNameLst>
                                          <p:attrName>ppt_x</p:attrName>
                                        </p:attrNameLst>
                                      </p:cBhvr>
                                      <p:tavLst>
                                        <p:tav tm="0">
                                          <p:val>
                                            <p:strVal val="1+#ppt_w/2"/>
                                          </p:val>
                                        </p:tav>
                                        <p:tav tm="100000">
                                          <p:val>
                                            <p:strVal val="#ppt_x"/>
                                          </p:val>
                                        </p:tav>
                                      </p:tavLst>
                                    </p:anim>
                                    <p:anim calcmode="lin" valueType="num">
                                      <p:cBhvr additive="base">
                                        <p:cTn id="63" dur="500" fill="hold"/>
                                        <p:tgtEl>
                                          <p:spTgt spid="64532"/>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7200"/>
                            </p:stCondLst>
                            <p:childTnLst>
                              <p:par>
                                <p:cTn id="65" presetID="2" presetClass="entr" presetSubtype="4" fill="hold" nodeType="afterEffect">
                                  <p:stCondLst>
                                    <p:cond delay="0"/>
                                  </p:stCondLst>
                                  <p:childTnLst>
                                    <p:set>
                                      <p:cBhvr>
                                        <p:cTn id="66" dur="1" fill="hold">
                                          <p:stCondLst>
                                            <p:cond delay="0"/>
                                          </p:stCondLst>
                                        </p:cTn>
                                        <p:tgtEl>
                                          <p:spTgt spid="6"/>
                                        </p:tgtEl>
                                        <p:attrNameLst>
                                          <p:attrName>style.visibility</p:attrName>
                                        </p:attrNameLst>
                                      </p:cBhvr>
                                      <p:to>
                                        <p:strVal val="visible"/>
                                      </p:to>
                                    </p:set>
                                    <p:anim calcmode="lin" valueType="num">
                                      <p:cBhvr additive="base">
                                        <p:cTn id="67" dur="500" fill="hold"/>
                                        <p:tgtEl>
                                          <p:spTgt spid="6"/>
                                        </p:tgtEl>
                                        <p:attrNameLst>
                                          <p:attrName>ppt_x</p:attrName>
                                        </p:attrNameLst>
                                      </p:cBhvr>
                                      <p:tavLst>
                                        <p:tav tm="0">
                                          <p:val>
                                            <p:strVal val="#ppt_x"/>
                                          </p:val>
                                        </p:tav>
                                        <p:tav tm="100000">
                                          <p:val>
                                            <p:strVal val="#ppt_x"/>
                                          </p:val>
                                        </p:tav>
                                      </p:tavLst>
                                    </p:anim>
                                    <p:anim calcmode="lin" valueType="num">
                                      <p:cBhvr additive="base">
                                        <p:cTn id="6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4519" grpId="0" autoUpdateAnimBg="0"/>
      <p:bldP spid="64520" grpId="0" autoUpdateAnimBg="0"/>
      <p:bldGraphic spid="3" grpId="0">
        <p:bldAsOne/>
      </p:bldGraphic>
      <p:bldP spid="64523" grpId="0" autoUpdateAnimBg="0"/>
      <p:bldP spid="64524" grpId="0" autoUpdateAnimBg="0"/>
      <p:bldGraphic spid="4" grpId="0">
        <p:bldAsOne/>
      </p:bldGraphic>
      <p:bldP spid="64527" grpId="0" autoUpdateAnimBg="0"/>
      <p:bldP spid="64528" grpId="0" autoUpdateAnimBg="0"/>
      <p:bldGraphic spid="5" grpId="0">
        <p:bldAsOne/>
      </p:bldGraphic>
      <p:bldP spid="64531" grpId="0" autoUpdateAnimBg="0"/>
      <p:bldP spid="64532"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8"/>
          <p:cNvGrpSpPr/>
          <p:nvPr/>
        </p:nvGrpSpPr>
        <p:grpSpPr>
          <a:xfrm>
            <a:off x="2902543" y="2444982"/>
            <a:ext cx="396479" cy="851560"/>
            <a:chOff x="2898075" y="2990338"/>
            <a:chExt cx="528638" cy="1135062"/>
          </a:xfrm>
          <a:solidFill>
            <a:schemeClr val="accent1"/>
          </a:solidFill>
        </p:grpSpPr>
        <p:sp>
          <p:nvSpPr>
            <p:cNvPr id="3" name="Freeform 5"/>
            <p:cNvSpPr/>
            <p:nvPr/>
          </p:nvSpPr>
          <p:spPr bwMode="auto">
            <a:xfrm>
              <a:off x="2898075" y="3236400"/>
              <a:ext cx="528638" cy="889000"/>
            </a:xfrm>
            <a:custGeom>
              <a:avLst/>
              <a:gdLst>
                <a:gd name="T0" fmla="*/ 69 w 75"/>
                <a:gd name="T1" fmla="*/ 1 h 126"/>
                <a:gd name="T2" fmla="*/ 65 w 75"/>
                <a:gd name="T3" fmla="*/ 0 h 126"/>
                <a:gd name="T4" fmla="*/ 8 w 75"/>
                <a:gd name="T5" fmla="*/ 0 h 126"/>
                <a:gd name="T6" fmla="*/ 2 w 75"/>
                <a:gd name="T7" fmla="*/ 4 h 126"/>
                <a:gd name="T8" fmla="*/ 0 w 75"/>
                <a:gd name="T9" fmla="*/ 8 h 126"/>
                <a:gd name="T10" fmla="*/ 0 w 75"/>
                <a:gd name="T11" fmla="*/ 9 h 126"/>
                <a:gd name="T12" fmla="*/ 0 w 75"/>
                <a:gd name="T13" fmla="*/ 11 h 126"/>
                <a:gd name="T14" fmla="*/ 0 w 75"/>
                <a:gd name="T15" fmla="*/ 57 h 126"/>
                <a:gd name="T16" fmla="*/ 6 w 75"/>
                <a:gd name="T17" fmla="*/ 63 h 126"/>
                <a:gd name="T18" fmla="*/ 12 w 75"/>
                <a:gd name="T19" fmla="*/ 57 h 126"/>
                <a:gd name="T20" fmla="*/ 12 w 75"/>
                <a:gd name="T21" fmla="*/ 20 h 126"/>
                <a:gd name="T22" fmla="*/ 16 w 75"/>
                <a:gd name="T23" fmla="*/ 20 h 126"/>
                <a:gd name="T24" fmla="*/ 16 w 75"/>
                <a:gd name="T25" fmla="*/ 65 h 126"/>
                <a:gd name="T26" fmla="*/ 16 w 75"/>
                <a:gd name="T27" fmla="*/ 66 h 126"/>
                <a:gd name="T28" fmla="*/ 16 w 75"/>
                <a:gd name="T29" fmla="*/ 67 h 126"/>
                <a:gd name="T30" fmla="*/ 16 w 75"/>
                <a:gd name="T31" fmla="*/ 118 h 126"/>
                <a:gd name="T32" fmla="*/ 24 w 75"/>
                <a:gd name="T33" fmla="*/ 126 h 126"/>
                <a:gd name="T34" fmla="*/ 33 w 75"/>
                <a:gd name="T35" fmla="*/ 118 h 126"/>
                <a:gd name="T36" fmla="*/ 33 w 75"/>
                <a:gd name="T37" fmla="*/ 74 h 126"/>
                <a:gd name="T38" fmla="*/ 42 w 75"/>
                <a:gd name="T39" fmla="*/ 74 h 126"/>
                <a:gd name="T40" fmla="*/ 42 w 75"/>
                <a:gd name="T41" fmla="*/ 118 h 126"/>
                <a:gd name="T42" fmla="*/ 51 w 75"/>
                <a:gd name="T43" fmla="*/ 126 h 126"/>
                <a:gd name="T44" fmla="*/ 60 w 75"/>
                <a:gd name="T45" fmla="*/ 118 h 126"/>
                <a:gd name="T46" fmla="*/ 60 w 75"/>
                <a:gd name="T47" fmla="*/ 67 h 126"/>
                <a:gd name="T48" fmla="*/ 60 w 75"/>
                <a:gd name="T49" fmla="*/ 66 h 126"/>
                <a:gd name="T50" fmla="*/ 60 w 75"/>
                <a:gd name="T51" fmla="*/ 65 h 126"/>
                <a:gd name="T52" fmla="*/ 60 w 75"/>
                <a:gd name="T53" fmla="*/ 20 h 126"/>
                <a:gd name="T54" fmla="*/ 63 w 75"/>
                <a:gd name="T55" fmla="*/ 20 h 126"/>
                <a:gd name="T56" fmla="*/ 63 w 75"/>
                <a:gd name="T57" fmla="*/ 56 h 126"/>
                <a:gd name="T58" fmla="*/ 69 w 75"/>
                <a:gd name="T59" fmla="*/ 62 h 126"/>
                <a:gd name="T60" fmla="*/ 75 w 75"/>
                <a:gd name="T61" fmla="*/ 56 h 126"/>
                <a:gd name="T62" fmla="*/ 75 w 75"/>
                <a:gd name="T63" fmla="*/ 7 h 126"/>
                <a:gd name="T64" fmla="*/ 69 w 75"/>
                <a:gd name="T65" fmla="*/ 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 h="126">
                  <a:moveTo>
                    <a:pt x="69" y="1"/>
                  </a:moveTo>
                  <a:cubicBezTo>
                    <a:pt x="68" y="1"/>
                    <a:pt x="67" y="0"/>
                    <a:pt x="65" y="0"/>
                  </a:cubicBezTo>
                  <a:cubicBezTo>
                    <a:pt x="8" y="0"/>
                    <a:pt x="8" y="0"/>
                    <a:pt x="8" y="0"/>
                  </a:cubicBezTo>
                  <a:cubicBezTo>
                    <a:pt x="6" y="0"/>
                    <a:pt x="3" y="2"/>
                    <a:pt x="2" y="4"/>
                  </a:cubicBezTo>
                  <a:cubicBezTo>
                    <a:pt x="0" y="5"/>
                    <a:pt x="0" y="6"/>
                    <a:pt x="0" y="8"/>
                  </a:cubicBezTo>
                  <a:cubicBezTo>
                    <a:pt x="0" y="9"/>
                    <a:pt x="0" y="9"/>
                    <a:pt x="0" y="9"/>
                  </a:cubicBezTo>
                  <a:cubicBezTo>
                    <a:pt x="0" y="11"/>
                    <a:pt x="0" y="11"/>
                    <a:pt x="0" y="11"/>
                  </a:cubicBezTo>
                  <a:cubicBezTo>
                    <a:pt x="0" y="57"/>
                    <a:pt x="0" y="57"/>
                    <a:pt x="0" y="57"/>
                  </a:cubicBezTo>
                  <a:cubicBezTo>
                    <a:pt x="0" y="60"/>
                    <a:pt x="2" y="63"/>
                    <a:pt x="6" y="63"/>
                  </a:cubicBezTo>
                  <a:cubicBezTo>
                    <a:pt x="9" y="63"/>
                    <a:pt x="12" y="60"/>
                    <a:pt x="12" y="57"/>
                  </a:cubicBezTo>
                  <a:cubicBezTo>
                    <a:pt x="12" y="20"/>
                    <a:pt x="12" y="20"/>
                    <a:pt x="12" y="20"/>
                  </a:cubicBezTo>
                  <a:cubicBezTo>
                    <a:pt x="16" y="20"/>
                    <a:pt x="16" y="20"/>
                    <a:pt x="16" y="20"/>
                  </a:cubicBezTo>
                  <a:cubicBezTo>
                    <a:pt x="16" y="65"/>
                    <a:pt x="16" y="65"/>
                    <a:pt x="16" y="65"/>
                  </a:cubicBezTo>
                  <a:cubicBezTo>
                    <a:pt x="16" y="65"/>
                    <a:pt x="16" y="66"/>
                    <a:pt x="16" y="66"/>
                  </a:cubicBezTo>
                  <a:cubicBezTo>
                    <a:pt x="16" y="66"/>
                    <a:pt x="16" y="67"/>
                    <a:pt x="16" y="67"/>
                  </a:cubicBezTo>
                  <a:cubicBezTo>
                    <a:pt x="16" y="118"/>
                    <a:pt x="16" y="118"/>
                    <a:pt x="16" y="118"/>
                  </a:cubicBezTo>
                  <a:cubicBezTo>
                    <a:pt x="16" y="123"/>
                    <a:pt x="20" y="126"/>
                    <a:pt x="24" y="126"/>
                  </a:cubicBezTo>
                  <a:cubicBezTo>
                    <a:pt x="29" y="126"/>
                    <a:pt x="33" y="123"/>
                    <a:pt x="33" y="118"/>
                  </a:cubicBezTo>
                  <a:cubicBezTo>
                    <a:pt x="33" y="74"/>
                    <a:pt x="33" y="74"/>
                    <a:pt x="33" y="74"/>
                  </a:cubicBezTo>
                  <a:cubicBezTo>
                    <a:pt x="42" y="74"/>
                    <a:pt x="42" y="74"/>
                    <a:pt x="42" y="74"/>
                  </a:cubicBezTo>
                  <a:cubicBezTo>
                    <a:pt x="42" y="118"/>
                    <a:pt x="42" y="118"/>
                    <a:pt x="42" y="118"/>
                  </a:cubicBezTo>
                  <a:cubicBezTo>
                    <a:pt x="42" y="123"/>
                    <a:pt x="46" y="126"/>
                    <a:pt x="51" y="126"/>
                  </a:cubicBezTo>
                  <a:cubicBezTo>
                    <a:pt x="56" y="126"/>
                    <a:pt x="60" y="123"/>
                    <a:pt x="60" y="118"/>
                  </a:cubicBezTo>
                  <a:cubicBezTo>
                    <a:pt x="60" y="67"/>
                    <a:pt x="60" y="67"/>
                    <a:pt x="60" y="67"/>
                  </a:cubicBezTo>
                  <a:cubicBezTo>
                    <a:pt x="60" y="66"/>
                    <a:pt x="60" y="66"/>
                    <a:pt x="60" y="66"/>
                  </a:cubicBezTo>
                  <a:cubicBezTo>
                    <a:pt x="60" y="66"/>
                    <a:pt x="60" y="65"/>
                    <a:pt x="60" y="65"/>
                  </a:cubicBezTo>
                  <a:cubicBezTo>
                    <a:pt x="60" y="20"/>
                    <a:pt x="60" y="20"/>
                    <a:pt x="60" y="20"/>
                  </a:cubicBezTo>
                  <a:cubicBezTo>
                    <a:pt x="63" y="20"/>
                    <a:pt x="63" y="20"/>
                    <a:pt x="63" y="20"/>
                  </a:cubicBezTo>
                  <a:cubicBezTo>
                    <a:pt x="63" y="56"/>
                    <a:pt x="63" y="56"/>
                    <a:pt x="63" y="56"/>
                  </a:cubicBezTo>
                  <a:cubicBezTo>
                    <a:pt x="63" y="60"/>
                    <a:pt x="66" y="62"/>
                    <a:pt x="69" y="62"/>
                  </a:cubicBezTo>
                  <a:cubicBezTo>
                    <a:pt x="73" y="62"/>
                    <a:pt x="75" y="60"/>
                    <a:pt x="75" y="56"/>
                  </a:cubicBezTo>
                  <a:cubicBezTo>
                    <a:pt x="75" y="7"/>
                    <a:pt x="75" y="7"/>
                    <a:pt x="75" y="7"/>
                  </a:cubicBezTo>
                  <a:cubicBezTo>
                    <a:pt x="75" y="4"/>
                    <a:pt x="73" y="2"/>
                    <a:pt x="69" y="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Oval 6"/>
            <p:cNvSpPr>
              <a:spLocks noChangeArrowheads="1"/>
            </p:cNvSpPr>
            <p:nvPr/>
          </p:nvSpPr>
          <p:spPr bwMode="auto">
            <a:xfrm>
              <a:off x="3039363" y="2990338"/>
              <a:ext cx="231775" cy="2111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5" name="Freeform 7"/>
          <p:cNvSpPr>
            <a:spLocks noEditPoints="1"/>
          </p:cNvSpPr>
          <p:nvPr/>
        </p:nvSpPr>
        <p:spPr bwMode="auto">
          <a:xfrm>
            <a:off x="1933375" y="3731253"/>
            <a:ext cx="307181" cy="413275"/>
          </a:xfrm>
          <a:custGeom>
            <a:avLst/>
            <a:gdLst>
              <a:gd name="T0" fmla="*/ 13 w 58"/>
              <a:gd name="T1" fmla="*/ 3 h 78"/>
              <a:gd name="T2" fmla="*/ 49 w 58"/>
              <a:gd name="T3" fmla="*/ 4 h 78"/>
              <a:gd name="T4" fmla="*/ 55 w 58"/>
              <a:gd name="T5" fmla="*/ 40 h 78"/>
              <a:gd name="T6" fmla="*/ 48 w 58"/>
              <a:gd name="T7" fmla="*/ 75 h 78"/>
              <a:gd name="T8" fmla="*/ 9 w 58"/>
              <a:gd name="T9" fmla="*/ 75 h 78"/>
              <a:gd name="T10" fmla="*/ 2 w 58"/>
              <a:gd name="T11" fmla="*/ 40 h 78"/>
              <a:gd name="T12" fmla="*/ 2 w 58"/>
              <a:gd name="T13" fmla="*/ 24 h 78"/>
              <a:gd name="T14" fmla="*/ 13 w 58"/>
              <a:gd name="T15" fmla="*/ 3 h 78"/>
              <a:gd name="T16" fmla="*/ 9 w 58"/>
              <a:gd name="T17" fmla="*/ 36 h 78"/>
              <a:gd name="T18" fmla="*/ 11 w 58"/>
              <a:gd name="T19" fmla="*/ 58 h 78"/>
              <a:gd name="T20" fmla="*/ 29 w 58"/>
              <a:gd name="T21" fmla="*/ 59 h 78"/>
              <a:gd name="T22" fmla="*/ 46 w 58"/>
              <a:gd name="T23" fmla="*/ 58 h 78"/>
              <a:gd name="T24" fmla="*/ 48 w 58"/>
              <a:gd name="T25" fmla="*/ 35 h 78"/>
              <a:gd name="T26" fmla="*/ 46 w 58"/>
              <a:gd name="T27" fmla="*/ 12 h 78"/>
              <a:gd name="T28" fmla="*/ 14 w 58"/>
              <a:gd name="T29" fmla="*/ 11 h 78"/>
              <a:gd name="T30" fmla="*/ 9 w 58"/>
              <a:gd name="T31" fmla="*/ 36 h 78"/>
              <a:gd name="T32" fmla="*/ 29 w 58"/>
              <a:gd name="T33" fmla="*/ 71 h 78"/>
              <a:gd name="T34" fmla="*/ 27 w 58"/>
              <a:gd name="T35" fmla="*/ 63 h 78"/>
              <a:gd name="T36" fmla="*/ 29 w 58"/>
              <a:gd name="T37" fmla="*/ 7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8" h="78">
                <a:moveTo>
                  <a:pt x="13" y="3"/>
                </a:moveTo>
                <a:cubicBezTo>
                  <a:pt x="20" y="1"/>
                  <a:pt x="43" y="0"/>
                  <a:pt x="49" y="4"/>
                </a:cubicBezTo>
                <a:cubicBezTo>
                  <a:pt x="58" y="8"/>
                  <a:pt x="55" y="27"/>
                  <a:pt x="55" y="40"/>
                </a:cubicBezTo>
                <a:cubicBezTo>
                  <a:pt x="55" y="53"/>
                  <a:pt x="58" y="71"/>
                  <a:pt x="48" y="75"/>
                </a:cubicBezTo>
                <a:cubicBezTo>
                  <a:pt x="42" y="78"/>
                  <a:pt x="15" y="77"/>
                  <a:pt x="9" y="75"/>
                </a:cubicBezTo>
                <a:cubicBezTo>
                  <a:pt x="0" y="71"/>
                  <a:pt x="2" y="54"/>
                  <a:pt x="2" y="40"/>
                </a:cubicBezTo>
                <a:cubicBezTo>
                  <a:pt x="2" y="33"/>
                  <a:pt x="2" y="28"/>
                  <a:pt x="2" y="24"/>
                </a:cubicBezTo>
                <a:cubicBezTo>
                  <a:pt x="2" y="13"/>
                  <a:pt x="1" y="5"/>
                  <a:pt x="13" y="3"/>
                </a:cubicBezTo>
                <a:close/>
                <a:moveTo>
                  <a:pt x="9" y="36"/>
                </a:moveTo>
                <a:cubicBezTo>
                  <a:pt x="9" y="45"/>
                  <a:pt x="8" y="55"/>
                  <a:pt x="11" y="58"/>
                </a:cubicBezTo>
                <a:cubicBezTo>
                  <a:pt x="14" y="61"/>
                  <a:pt x="25" y="59"/>
                  <a:pt x="29" y="59"/>
                </a:cubicBezTo>
                <a:cubicBezTo>
                  <a:pt x="33" y="59"/>
                  <a:pt x="44" y="60"/>
                  <a:pt x="46" y="58"/>
                </a:cubicBezTo>
                <a:cubicBezTo>
                  <a:pt x="50" y="54"/>
                  <a:pt x="48" y="43"/>
                  <a:pt x="48" y="35"/>
                </a:cubicBezTo>
                <a:cubicBezTo>
                  <a:pt x="48" y="27"/>
                  <a:pt x="50" y="16"/>
                  <a:pt x="46" y="12"/>
                </a:cubicBezTo>
                <a:cubicBezTo>
                  <a:pt x="43" y="9"/>
                  <a:pt x="21" y="9"/>
                  <a:pt x="14" y="11"/>
                </a:cubicBezTo>
                <a:cubicBezTo>
                  <a:pt x="7" y="13"/>
                  <a:pt x="9" y="24"/>
                  <a:pt x="9" y="36"/>
                </a:cubicBezTo>
                <a:close/>
                <a:moveTo>
                  <a:pt x="29" y="71"/>
                </a:moveTo>
                <a:cubicBezTo>
                  <a:pt x="35" y="71"/>
                  <a:pt x="34" y="60"/>
                  <a:pt x="27" y="63"/>
                </a:cubicBezTo>
                <a:cubicBezTo>
                  <a:pt x="22" y="65"/>
                  <a:pt x="25" y="72"/>
                  <a:pt x="29" y="7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Freeform 8"/>
          <p:cNvSpPr>
            <a:spLocks noEditPoints="1"/>
          </p:cNvSpPr>
          <p:nvPr/>
        </p:nvSpPr>
        <p:spPr bwMode="auto">
          <a:xfrm>
            <a:off x="2896591" y="4244571"/>
            <a:ext cx="456009" cy="344197"/>
          </a:xfrm>
          <a:custGeom>
            <a:avLst/>
            <a:gdLst>
              <a:gd name="T0" fmla="*/ 80 w 86"/>
              <a:gd name="T1" fmla="*/ 0 h 65"/>
              <a:gd name="T2" fmla="*/ 5 w 86"/>
              <a:gd name="T3" fmla="*/ 0 h 65"/>
              <a:gd name="T4" fmla="*/ 0 w 86"/>
              <a:gd name="T5" fmla="*/ 5 h 65"/>
              <a:gd name="T6" fmla="*/ 0 w 86"/>
              <a:gd name="T7" fmla="*/ 60 h 65"/>
              <a:gd name="T8" fmla="*/ 5 w 86"/>
              <a:gd name="T9" fmla="*/ 65 h 65"/>
              <a:gd name="T10" fmla="*/ 80 w 86"/>
              <a:gd name="T11" fmla="*/ 65 h 65"/>
              <a:gd name="T12" fmla="*/ 86 w 86"/>
              <a:gd name="T13" fmla="*/ 60 h 65"/>
              <a:gd name="T14" fmla="*/ 86 w 86"/>
              <a:gd name="T15" fmla="*/ 5 h 65"/>
              <a:gd name="T16" fmla="*/ 80 w 86"/>
              <a:gd name="T17" fmla="*/ 0 h 65"/>
              <a:gd name="T18" fmla="*/ 48 w 86"/>
              <a:gd name="T19" fmla="*/ 58 h 65"/>
              <a:gd name="T20" fmla="*/ 45 w 86"/>
              <a:gd name="T21" fmla="*/ 61 h 65"/>
              <a:gd name="T22" fmla="*/ 41 w 86"/>
              <a:gd name="T23" fmla="*/ 61 h 65"/>
              <a:gd name="T24" fmla="*/ 38 w 86"/>
              <a:gd name="T25" fmla="*/ 58 h 65"/>
              <a:gd name="T26" fmla="*/ 38 w 86"/>
              <a:gd name="T27" fmla="*/ 54 h 65"/>
              <a:gd name="T28" fmla="*/ 41 w 86"/>
              <a:gd name="T29" fmla="*/ 51 h 65"/>
              <a:gd name="T30" fmla="*/ 45 w 86"/>
              <a:gd name="T31" fmla="*/ 51 h 65"/>
              <a:gd name="T32" fmla="*/ 48 w 86"/>
              <a:gd name="T33" fmla="*/ 54 h 65"/>
              <a:gd name="T34" fmla="*/ 48 w 86"/>
              <a:gd name="T35" fmla="*/ 58 h 65"/>
              <a:gd name="T36" fmla="*/ 78 w 86"/>
              <a:gd name="T37" fmla="*/ 45 h 65"/>
              <a:gd name="T38" fmla="*/ 75 w 86"/>
              <a:gd name="T39" fmla="*/ 48 h 65"/>
              <a:gd name="T40" fmla="*/ 11 w 86"/>
              <a:gd name="T41" fmla="*/ 48 h 65"/>
              <a:gd name="T42" fmla="*/ 7 w 86"/>
              <a:gd name="T43" fmla="*/ 45 h 65"/>
              <a:gd name="T44" fmla="*/ 7 w 86"/>
              <a:gd name="T45" fmla="*/ 10 h 65"/>
              <a:gd name="T46" fmla="*/ 11 w 86"/>
              <a:gd name="T47" fmla="*/ 7 h 65"/>
              <a:gd name="T48" fmla="*/ 75 w 86"/>
              <a:gd name="T49" fmla="*/ 7 h 65"/>
              <a:gd name="T50" fmla="*/ 78 w 86"/>
              <a:gd name="T51" fmla="*/ 10 h 65"/>
              <a:gd name="T52" fmla="*/ 78 w 86"/>
              <a:gd name="T53" fmla="*/ 4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65">
                <a:moveTo>
                  <a:pt x="80" y="0"/>
                </a:moveTo>
                <a:cubicBezTo>
                  <a:pt x="5" y="0"/>
                  <a:pt x="5" y="0"/>
                  <a:pt x="5" y="0"/>
                </a:cubicBezTo>
                <a:cubicBezTo>
                  <a:pt x="3" y="0"/>
                  <a:pt x="0" y="3"/>
                  <a:pt x="0" y="5"/>
                </a:cubicBezTo>
                <a:cubicBezTo>
                  <a:pt x="0" y="60"/>
                  <a:pt x="0" y="60"/>
                  <a:pt x="0" y="60"/>
                </a:cubicBezTo>
                <a:cubicBezTo>
                  <a:pt x="0" y="62"/>
                  <a:pt x="3" y="65"/>
                  <a:pt x="5" y="65"/>
                </a:cubicBezTo>
                <a:cubicBezTo>
                  <a:pt x="80" y="65"/>
                  <a:pt x="80" y="65"/>
                  <a:pt x="80" y="65"/>
                </a:cubicBezTo>
                <a:cubicBezTo>
                  <a:pt x="83" y="65"/>
                  <a:pt x="86" y="62"/>
                  <a:pt x="86" y="60"/>
                </a:cubicBezTo>
                <a:cubicBezTo>
                  <a:pt x="86" y="5"/>
                  <a:pt x="86" y="5"/>
                  <a:pt x="86" y="5"/>
                </a:cubicBezTo>
                <a:cubicBezTo>
                  <a:pt x="86" y="3"/>
                  <a:pt x="83" y="0"/>
                  <a:pt x="80" y="0"/>
                </a:cubicBezTo>
                <a:close/>
                <a:moveTo>
                  <a:pt x="48" y="58"/>
                </a:moveTo>
                <a:cubicBezTo>
                  <a:pt x="48" y="60"/>
                  <a:pt x="47" y="61"/>
                  <a:pt x="45" y="61"/>
                </a:cubicBezTo>
                <a:cubicBezTo>
                  <a:pt x="41" y="61"/>
                  <a:pt x="41" y="61"/>
                  <a:pt x="41" y="61"/>
                </a:cubicBezTo>
                <a:cubicBezTo>
                  <a:pt x="39" y="61"/>
                  <a:pt x="38" y="60"/>
                  <a:pt x="38" y="58"/>
                </a:cubicBezTo>
                <a:cubicBezTo>
                  <a:pt x="38" y="54"/>
                  <a:pt x="38" y="54"/>
                  <a:pt x="38" y="54"/>
                </a:cubicBezTo>
                <a:cubicBezTo>
                  <a:pt x="38" y="52"/>
                  <a:pt x="39" y="51"/>
                  <a:pt x="41" y="51"/>
                </a:cubicBezTo>
                <a:cubicBezTo>
                  <a:pt x="45" y="51"/>
                  <a:pt x="45" y="51"/>
                  <a:pt x="45" y="51"/>
                </a:cubicBezTo>
                <a:cubicBezTo>
                  <a:pt x="47" y="51"/>
                  <a:pt x="48" y="52"/>
                  <a:pt x="48" y="54"/>
                </a:cubicBezTo>
                <a:lnTo>
                  <a:pt x="48" y="58"/>
                </a:lnTo>
                <a:close/>
                <a:moveTo>
                  <a:pt x="78" y="45"/>
                </a:moveTo>
                <a:cubicBezTo>
                  <a:pt x="78" y="46"/>
                  <a:pt x="77" y="48"/>
                  <a:pt x="75" y="48"/>
                </a:cubicBezTo>
                <a:cubicBezTo>
                  <a:pt x="11" y="48"/>
                  <a:pt x="11" y="48"/>
                  <a:pt x="11" y="48"/>
                </a:cubicBezTo>
                <a:cubicBezTo>
                  <a:pt x="9" y="48"/>
                  <a:pt x="7" y="46"/>
                  <a:pt x="7" y="45"/>
                </a:cubicBezTo>
                <a:cubicBezTo>
                  <a:pt x="7" y="10"/>
                  <a:pt x="7" y="10"/>
                  <a:pt x="7" y="10"/>
                </a:cubicBezTo>
                <a:cubicBezTo>
                  <a:pt x="7" y="9"/>
                  <a:pt x="9" y="7"/>
                  <a:pt x="11" y="7"/>
                </a:cubicBezTo>
                <a:cubicBezTo>
                  <a:pt x="75" y="7"/>
                  <a:pt x="75" y="7"/>
                  <a:pt x="75" y="7"/>
                </a:cubicBezTo>
                <a:cubicBezTo>
                  <a:pt x="77" y="7"/>
                  <a:pt x="78" y="9"/>
                  <a:pt x="78" y="10"/>
                </a:cubicBezTo>
                <a:lnTo>
                  <a:pt x="78" y="4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Freeform 9"/>
          <p:cNvSpPr>
            <a:spLocks noEditPoints="1"/>
          </p:cNvSpPr>
          <p:nvPr/>
        </p:nvSpPr>
        <p:spPr bwMode="auto">
          <a:xfrm>
            <a:off x="4071736" y="3688378"/>
            <a:ext cx="280988" cy="360870"/>
          </a:xfrm>
          <a:custGeom>
            <a:avLst/>
            <a:gdLst>
              <a:gd name="T0" fmla="*/ 0 w 236"/>
              <a:gd name="T1" fmla="*/ 0 h 303"/>
              <a:gd name="T2" fmla="*/ 0 w 236"/>
              <a:gd name="T3" fmla="*/ 303 h 303"/>
              <a:gd name="T4" fmla="*/ 236 w 236"/>
              <a:gd name="T5" fmla="*/ 303 h 303"/>
              <a:gd name="T6" fmla="*/ 236 w 236"/>
              <a:gd name="T7" fmla="*/ 0 h 303"/>
              <a:gd name="T8" fmla="*/ 0 w 236"/>
              <a:gd name="T9" fmla="*/ 0 h 303"/>
              <a:gd name="T10" fmla="*/ 85 w 236"/>
              <a:gd name="T11" fmla="*/ 258 h 303"/>
              <a:gd name="T12" fmla="*/ 36 w 236"/>
              <a:gd name="T13" fmla="*/ 258 h 303"/>
              <a:gd name="T14" fmla="*/ 36 w 236"/>
              <a:gd name="T15" fmla="*/ 205 h 303"/>
              <a:gd name="T16" fmla="*/ 85 w 236"/>
              <a:gd name="T17" fmla="*/ 205 h 303"/>
              <a:gd name="T18" fmla="*/ 85 w 236"/>
              <a:gd name="T19" fmla="*/ 258 h 303"/>
              <a:gd name="T20" fmla="*/ 85 w 236"/>
              <a:gd name="T21" fmla="*/ 183 h 303"/>
              <a:gd name="T22" fmla="*/ 36 w 236"/>
              <a:gd name="T23" fmla="*/ 183 h 303"/>
              <a:gd name="T24" fmla="*/ 36 w 236"/>
              <a:gd name="T25" fmla="*/ 129 h 303"/>
              <a:gd name="T26" fmla="*/ 85 w 236"/>
              <a:gd name="T27" fmla="*/ 129 h 303"/>
              <a:gd name="T28" fmla="*/ 85 w 236"/>
              <a:gd name="T29" fmla="*/ 183 h 303"/>
              <a:gd name="T30" fmla="*/ 209 w 236"/>
              <a:gd name="T31" fmla="*/ 232 h 303"/>
              <a:gd name="T32" fmla="*/ 107 w 236"/>
              <a:gd name="T33" fmla="*/ 232 h 303"/>
              <a:gd name="T34" fmla="*/ 107 w 236"/>
              <a:gd name="T35" fmla="*/ 129 h 303"/>
              <a:gd name="T36" fmla="*/ 209 w 236"/>
              <a:gd name="T37" fmla="*/ 129 h 303"/>
              <a:gd name="T38" fmla="*/ 209 w 236"/>
              <a:gd name="T39" fmla="*/ 232 h 303"/>
              <a:gd name="T40" fmla="*/ 209 w 236"/>
              <a:gd name="T41" fmla="*/ 98 h 303"/>
              <a:gd name="T42" fmla="*/ 31 w 236"/>
              <a:gd name="T43" fmla="*/ 98 h 303"/>
              <a:gd name="T44" fmla="*/ 31 w 236"/>
              <a:gd name="T45" fmla="*/ 36 h 303"/>
              <a:gd name="T46" fmla="*/ 209 w 236"/>
              <a:gd name="T47" fmla="*/ 36 h 303"/>
              <a:gd name="T48" fmla="*/ 209 w 236"/>
              <a:gd name="T49" fmla="*/ 9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303">
                <a:moveTo>
                  <a:pt x="0" y="0"/>
                </a:moveTo>
                <a:lnTo>
                  <a:pt x="0" y="303"/>
                </a:lnTo>
                <a:lnTo>
                  <a:pt x="236" y="303"/>
                </a:lnTo>
                <a:lnTo>
                  <a:pt x="236" y="0"/>
                </a:lnTo>
                <a:lnTo>
                  <a:pt x="0" y="0"/>
                </a:lnTo>
                <a:close/>
                <a:moveTo>
                  <a:pt x="85" y="258"/>
                </a:moveTo>
                <a:lnTo>
                  <a:pt x="36" y="258"/>
                </a:lnTo>
                <a:lnTo>
                  <a:pt x="36" y="205"/>
                </a:lnTo>
                <a:lnTo>
                  <a:pt x="85" y="205"/>
                </a:lnTo>
                <a:lnTo>
                  <a:pt x="85" y="258"/>
                </a:lnTo>
                <a:close/>
                <a:moveTo>
                  <a:pt x="85" y="183"/>
                </a:moveTo>
                <a:lnTo>
                  <a:pt x="36" y="183"/>
                </a:lnTo>
                <a:lnTo>
                  <a:pt x="36" y="129"/>
                </a:lnTo>
                <a:lnTo>
                  <a:pt x="85" y="129"/>
                </a:lnTo>
                <a:lnTo>
                  <a:pt x="85" y="183"/>
                </a:lnTo>
                <a:close/>
                <a:moveTo>
                  <a:pt x="209" y="232"/>
                </a:moveTo>
                <a:lnTo>
                  <a:pt x="107" y="232"/>
                </a:lnTo>
                <a:lnTo>
                  <a:pt x="107" y="129"/>
                </a:lnTo>
                <a:lnTo>
                  <a:pt x="209" y="129"/>
                </a:lnTo>
                <a:lnTo>
                  <a:pt x="209" y="232"/>
                </a:lnTo>
                <a:close/>
                <a:moveTo>
                  <a:pt x="209" y="98"/>
                </a:moveTo>
                <a:lnTo>
                  <a:pt x="31" y="98"/>
                </a:lnTo>
                <a:lnTo>
                  <a:pt x="31" y="36"/>
                </a:lnTo>
                <a:lnTo>
                  <a:pt x="209" y="36"/>
                </a:lnTo>
                <a:lnTo>
                  <a:pt x="209" y="9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7" name="组合 45"/>
          <p:cNvGrpSpPr/>
          <p:nvPr/>
        </p:nvGrpSpPr>
        <p:grpSpPr>
          <a:xfrm>
            <a:off x="4034828" y="1533872"/>
            <a:ext cx="423863" cy="413275"/>
            <a:chOff x="4407788" y="1775900"/>
            <a:chExt cx="565150" cy="550863"/>
          </a:xfrm>
          <a:solidFill>
            <a:schemeClr val="accent2"/>
          </a:solidFill>
        </p:grpSpPr>
        <p:sp>
          <p:nvSpPr>
            <p:cNvPr id="8" name="Freeform 10"/>
            <p:cNvSpPr/>
            <p:nvPr/>
          </p:nvSpPr>
          <p:spPr bwMode="auto">
            <a:xfrm>
              <a:off x="4696713" y="2185475"/>
              <a:ext cx="92075" cy="127000"/>
            </a:xfrm>
            <a:custGeom>
              <a:avLst/>
              <a:gdLst>
                <a:gd name="T0" fmla="*/ 0 w 13"/>
                <a:gd name="T1" fmla="*/ 0 h 18"/>
                <a:gd name="T2" fmla="*/ 0 w 13"/>
                <a:gd name="T3" fmla="*/ 18 h 18"/>
                <a:gd name="T4" fmla="*/ 13 w 13"/>
                <a:gd name="T5" fmla="*/ 3 h 18"/>
                <a:gd name="T6" fmla="*/ 0 w 13"/>
                <a:gd name="T7" fmla="*/ 0 h 18"/>
              </a:gdLst>
              <a:ahLst/>
              <a:cxnLst>
                <a:cxn ang="0">
                  <a:pos x="T0" y="T1"/>
                </a:cxn>
                <a:cxn ang="0">
                  <a:pos x="T2" y="T3"/>
                </a:cxn>
                <a:cxn ang="0">
                  <a:pos x="T4" y="T5"/>
                </a:cxn>
                <a:cxn ang="0">
                  <a:pos x="T6" y="T7"/>
                </a:cxn>
              </a:cxnLst>
              <a:rect l="0" t="0" r="r" b="b"/>
              <a:pathLst>
                <a:path w="13" h="18">
                  <a:moveTo>
                    <a:pt x="0" y="0"/>
                  </a:moveTo>
                  <a:cubicBezTo>
                    <a:pt x="0" y="18"/>
                    <a:pt x="0" y="18"/>
                    <a:pt x="0" y="18"/>
                  </a:cubicBezTo>
                  <a:cubicBezTo>
                    <a:pt x="5" y="17"/>
                    <a:pt x="10" y="11"/>
                    <a:pt x="13" y="3"/>
                  </a:cubicBezTo>
                  <a:cubicBezTo>
                    <a:pt x="9" y="1"/>
                    <a:pt x="5" y="0"/>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Freeform 11"/>
            <p:cNvSpPr/>
            <p:nvPr/>
          </p:nvSpPr>
          <p:spPr bwMode="auto">
            <a:xfrm>
              <a:off x="4696713" y="2058475"/>
              <a:ext cx="112712" cy="119063"/>
            </a:xfrm>
            <a:custGeom>
              <a:avLst/>
              <a:gdLst>
                <a:gd name="T0" fmla="*/ 16 w 16"/>
                <a:gd name="T1" fmla="*/ 0 h 17"/>
                <a:gd name="T2" fmla="*/ 0 w 16"/>
                <a:gd name="T3" fmla="*/ 0 h 17"/>
                <a:gd name="T4" fmla="*/ 0 w 16"/>
                <a:gd name="T5" fmla="*/ 14 h 17"/>
                <a:gd name="T6" fmla="*/ 14 w 16"/>
                <a:gd name="T7" fmla="*/ 17 h 17"/>
                <a:gd name="T8" fmla="*/ 16 w 16"/>
                <a:gd name="T9" fmla="*/ 0 h 17"/>
              </a:gdLst>
              <a:ahLst/>
              <a:cxnLst>
                <a:cxn ang="0">
                  <a:pos x="T0" y="T1"/>
                </a:cxn>
                <a:cxn ang="0">
                  <a:pos x="T2" y="T3"/>
                </a:cxn>
                <a:cxn ang="0">
                  <a:pos x="T4" y="T5"/>
                </a:cxn>
                <a:cxn ang="0">
                  <a:pos x="T6" y="T7"/>
                </a:cxn>
                <a:cxn ang="0">
                  <a:pos x="T8" y="T9"/>
                </a:cxn>
              </a:cxnLst>
              <a:rect l="0" t="0" r="r" b="b"/>
              <a:pathLst>
                <a:path w="16" h="17">
                  <a:moveTo>
                    <a:pt x="16" y="0"/>
                  </a:moveTo>
                  <a:cubicBezTo>
                    <a:pt x="0" y="0"/>
                    <a:pt x="0" y="0"/>
                    <a:pt x="0" y="0"/>
                  </a:cubicBezTo>
                  <a:cubicBezTo>
                    <a:pt x="0" y="14"/>
                    <a:pt x="0" y="14"/>
                    <a:pt x="0" y="14"/>
                  </a:cubicBezTo>
                  <a:cubicBezTo>
                    <a:pt x="5" y="14"/>
                    <a:pt x="10" y="15"/>
                    <a:pt x="14" y="17"/>
                  </a:cubicBezTo>
                  <a:cubicBezTo>
                    <a:pt x="15" y="12"/>
                    <a:pt x="16" y="6"/>
                    <a:pt x="1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Freeform 12"/>
            <p:cNvSpPr/>
            <p:nvPr/>
          </p:nvSpPr>
          <p:spPr bwMode="auto">
            <a:xfrm>
              <a:off x="4696713" y="1909250"/>
              <a:ext cx="112712" cy="120650"/>
            </a:xfrm>
            <a:custGeom>
              <a:avLst/>
              <a:gdLst>
                <a:gd name="T0" fmla="*/ 0 w 16"/>
                <a:gd name="T1" fmla="*/ 3 h 17"/>
                <a:gd name="T2" fmla="*/ 0 w 16"/>
                <a:gd name="T3" fmla="*/ 17 h 17"/>
                <a:gd name="T4" fmla="*/ 16 w 16"/>
                <a:gd name="T5" fmla="*/ 17 h 17"/>
                <a:gd name="T6" fmla="*/ 14 w 16"/>
                <a:gd name="T7" fmla="*/ 0 h 17"/>
                <a:gd name="T8" fmla="*/ 0 w 16"/>
                <a:gd name="T9" fmla="*/ 3 h 17"/>
              </a:gdLst>
              <a:ahLst/>
              <a:cxnLst>
                <a:cxn ang="0">
                  <a:pos x="T0" y="T1"/>
                </a:cxn>
                <a:cxn ang="0">
                  <a:pos x="T2" y="T3"/>
                </a:cxn>
                <a:cxn ang="0">
                  <a:pos x="T4" y="T5"/>
                </a:cxn>
                <a:cxn ang="0">
                  <a:pos x="T6" y="T7"/>
                </a:cxn>
                <a:cxn ang="0">
                  <a:pos x="T8" y="T9"/>
                </a:cxn>
              </a:cxnLst>
              <a:rect l="0" t="0" r="r" b="b"/>
              <a:pathLst>
                <a:path w="16" h="17">
                  <a:moveTo>
                    <a:pt x="0" y="3"/>
                  </a:moveTo>
                  <a:cubicBezTo>
                    <a:pt x="0" y="17"/>
                    <a:pt x="0" y="17"/>
                    <a:pt x="0" y="17"/>
                  </a:cubicBezTo>
                  <a:cubicBezTo>
                    <a:pt x="16" y="17"/>
                    <a:pt x="16" y="17"/>
                    <a:pt x="16" y="17"/>
                  </a:cubicBezTo>
                  <a:cubicBezTo>
                    <a:pt x="16" y="11"/>
                    <a:pt x="15" y="5"/>
                    <a:pt x="14" y="0"/>
                  </a:cubicBezTo>
                  <a:cubicBezTo>
                    <a:pt x="9" y="2"/>
                    <a:pt x="5" y="3"/>
                    <a:pt x="0" y="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Freeform 13"/>
            <p:cNvSpPr/>
            <p:nvPr/>
          </p:nvSpPr>
          <p:spPr bwMode="auto">
            <a:xfrm>
              <a:off x="4577650" y="2185475"/>
              <a:ext cx="98425" cy="133350"/>
            </a:xfrm>
            <a:custGeom>
              <a:avLst/>
              <a:gdLst>
                <a:gd name="T0" fmla="*/ 14 w 14"/>
                <a:gd name="T1" fmla="*/ 19 h 19"/>
                <a:gd name="T2" fmla="*/ 14 w 14"/>
                <a:gd name="T3" fmla="*/ 0 h 19"/>
                <a:gd name="T4" fmla="*/ 0 w 14"/>
                <a:gd name="T5" fmla="*/ 3 h 19"/>
                <a:gd name="T6" fmla="*/ 14 w 14"/>
                <a:gd name="T7" fmla="*/ 19 h 19"/>
              </a:gdLst>
              <a:ahLst/>
              <a:cxnLst>
                <a:cxn ang="0">
                  <a:pos x="T0" y="T1"/>
                </a:cxn>
                <a:cxn ang="0">
                  <a:pos x="T2" y="T3"/>
                </a:cxn>
                <a:cxn ang="0">
                  <a:pos x="T4" y="T5"/>
                </a:cxn>
                <a:cxn ang="0">
                  <a:pos x="T6" y="T7"/>
                </a:cxn>
              </a:cxnLst>
              <a:rect l="0" t="0" r="r" b="b"/>
              <a:pathLst>
                <a:path w="14" h="19">
                  <a:moveTo>
                    <a:pt x="14" y="19"/>
                  </a:moveTo>
                  <a:cubicBezTo>
                    <a:pt x="14" y="0"/>
                    <a:pt x="14" y="0"/>
                    <a:pt x="14" y="0"/>
                  </a:cubicBezTo>
                  <a:cubicBezTo>
                    <a:pt x="9" y="0"/>
                    <a:pt x="4" y="1"/>
                    <a:pt x="0" y="3"/>
                  </a:cubicBezTo>
                  <a:cubicBezTo>
                    <a:pt x="3" y="11"/>
                    <a:pt x="8" y="17"/>
                    <a:pt x="14"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Freeform 14"/>
            <p:cNvSpPr/>
            <p:nvPr/>
          </p:nvSpPr>
          <p:spPr bwMode="auto">
            <a:xfrm>
              <a:off x="4555425" y="1917188"/>
              <a:ext cx="120650" cy="112712"/>
            </a:xfrm>
            <a:custGeom>
              <a:avLst/>
              <a:gdLst>
                <a:gd name="T0" fmla="*/ 0 w 17"/>
                <a:gd name="T1" fmla="*/ 16 h 16"/>
                <a:gd name="T2" fmla="*/ 17 w 17"/>
                <a:gd name="T3" fmla="*/ 16 h 16"/>
                <a:gd name="T4" fmla="*/ 17 w 17"/>
                <a:gd name="T5" fmla="*/ 3 h 16"/>
                <a:gd name="T6" fmla="*/ 2 w 17"/>
                <a:gd name="T7" fmla="*/ 0 h 16"/>
                <a:gd name="T8" fmla="*/ 0 w 17"/>
                <a:gd name="T9" fmla="*/ 16 h 16"/>
              </a:gdLst>
              <a:ahLst/>
              <a:cxnLst>
                <a:cxn ang="0">
                  <a:pos x="T0" y="T1"/>
                </a:cxn>
                <a:cxn ang="0">
                  <a:pos x="T2" y="T3"/>
                </a:cxn>
                <a:cxn ang="0">
                  <a:pos x="T4" y="T5"/>
                </a:cxn>
                <a:cxn ang="0">
                  <a:pos x="T6" y="T7"/>
                </a:cxn>
                <a:cxn ang="0">
                  <a:pos x="T8" y="T9"/>
                </a:cxn>
              </a:cxnLst>
              <a:rect l="0" t="0" r="r" b="b"/>
              <a:pathLst>
                <a:path w="17" h="16">
                  <a:moveTo>
                    <a:pt x="0" y="16"/>
                  </a:moveTo>
                  <a:cubicBezTo>
                    <a:pt x="17" y="16"/>
                    <a:pt x="17" y="16"/>
                    <a:pt x="17" y="16"/>
                  </a:cubicBezTo>
                  <a:cubicBezTo>
                    <a:pt x="17" y="3"/>
                    <a:pt x="17" y="3"/>
                    <a:pt x="17" y="3"/>
                  </a:cubicBezTo>
                  <a:cubicBezTo>
                    <a:pt x="12" y="2"/>
                    <a:pt x="7" y="1"/>
                    <a:pt x="2" y="0"/>
                  </a:cubicBezTo>
                  <a:cubicBezTo>
                    <a:pt x="1" y="5"/>
                    <a:pt x="0" y="10"/>
                    <a:pt x="0" y="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Freeform 15"/>
            <p:cNvSpPr/>
            <p:nvPr/>
          </p:nvSpPr>
          <p:spPr bwMode="auto">
            <a:xfrm>
              <a:off x="4696713" y="1790188"/>
              <a:ext cx="85725" cy="112712"/>
            </a:xfrm>
            <a:custGeom>
              <a:avLst/>
              <a:gdLst>
                <a:gd name="T0" fmla="*/ 0 w 12"/>
                <a:gd name="T1" fmla="*/ 0 h 16"/>
                <a:gd name="T2" fmla="*/ 0 w 12"/>
                <a:gd name="T3" fmla="*/ 16 h 16"/>
                <a:gd name="T4" fmla="*/ 12 w 12"/>
                <a:gd name="T5" fmla="*/ 13 h 16"/>
                <a:gd name="T6" fmla="*/ 0 w 12"/>
                <a:gd name="T7" fmla="*/ 0 h 16"/>
              </a:gdLst>
              <a:ahLst/>
              <a:cxnLst>
                <a:cxn ang="0">
                  <a:pos x="T0" y="T1"/>
                </a:cxn>
                <a:cxn ang="0">
                  <a:pos x="T2" y="T3"/>
                </a:cxn>
                <a:cxn ang="0">
                  <a:pos x="T4" y="T5"/>
                </a:cxn>
                <a:cxn ang="0">
                  <a:pos x="T6" y="T7"/>
                </a:cxn>
              </a:cxnLst>
              <a:rect l="0" t="0" r="r" b="b"/>
              <a:pathLst>
                <a:path w="12" h="16">
                  <a:moveTo>
                    <a:pt x="0" y="0"/>
                  </a:moveTo>
                  <a:cubicBezTo>
                    <a:pt x="0" y="16"/>
                    <a:pt x="0" y="16"/>
                    <a:pt x="0" y="16"/>
                  </a:cubicBezTo>
                  <a:cubicBezTo>
                    <a:pt x="4" y="16"/>
                    <a:pt x="8" y="15"/>
                    <a:pt x="12" y="13"/>
                  </a:cubicBezTo>
                  <a:cubicBezTo>
                    <a:pt x="9" y="6"/>
                    <a:pt x="5" y="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Freeform 16"/>
            <p:cNvSpPr/>
            <p:nvPr/>
          </p:nvSpPr>
          <p:spPr bwMode="auto">
            <a:xfrm>
              <a:off x="4584000" y="1782250"/>
              <a:ext cx="92075" cy="120650"/>
            </a:xfrm>
            <a:custGeom>
              <a:avLst/>
              <a:gdLst>
                <a:gd name="T0" fmla="*/ 13 w 13"/>
                <a:gd name="T1" fmla="*/ 17 h 17"/>
                <a:gd name="T2" fmla="*/ 13 w 13"/>
                <a:gd name="T3" fmla="*/ 0 h 17"/>
                <a:gd name="T4" fmla="*/ 0 w 13"/>
                <a:gd name="T5" fmla="*/ 15 h 17"/>
                <a:gd name="T6" fmla="*/ 13 w 13"/>
                <a:gd name="T7" fmla="*/ 17 h 17"/>
              </a:gdLst>
              <a:ahLst/>
              <a:cxnLst>
                <a:cxn ang="0">
                  <a:pos x="T0" y="T1"/>
                </a:cxn>
                <a:cxn ang="0">
                  <a:pos x="T2" y="T3"/>
                </a:cxn>
                <a:cxn ang="0">
                  <a:pos x="T4" y="T5"/>
                </a:cxn>
                <a:cxn ang="0">
                  <a:pos x="T6" y="T7"/>
                </a:cxn>
              </a:cxnLst>
              <a:rect l="0" t="0" r="r" b="b"/>
              <a:pathLst>
                <a:path w="13" h="17">
                  <a:moveTo>
                    <a:pt x="13" y="17"/>
                  </a:moveTo>
                  <a:cubicBezTo>
                    <a:pt x="13" y="0"/>
                    <a:pt x="13" y="0"/>
                    <a:pt x="13" y="0"/>
                  </a:cubicBezTo>
                  <a:cubicBezTo>
                    <a:pt x="7" y="2"/>
                    <a:pt x="3" y="7"/>
                    <a:pt x="0" y="15"/>
                  </a:cubicBezTo>
                  <a:cubicBezTo>
                    <a:pt x="4" y="16"/>
                    <a:pt x="8" y="17"/>
                    <a:pt x="13" y="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Freeform 17"/>
            <p:cNvSpPr/>
            <p:nvPr/>
          </p:nvSpPr>
          <p:spPr bwMode="auto">
            <a:xfrm>
              <a:off x="4555425" y="2058475"/>
              <a:ext cx="120650" cy="119063"/>
            </a:xfrm>
            <a:custGeom>
              <a:avLst/>
              <a:gdLst>
                <a:gd name="T0" fmla="*/ 2 w 17"/>
                <a:gd name="T1" fmla="*/ 17 h 17"/>
                <a:gd name="T2" fmla="*/ 17 w 17"/>
                <a:gd name="T3" fmla="*/ 14 h 17"/>
                <a:gd name="T4" fmla="*/ 17 w 17"/>
                <a:gd name="T5" fmla="*/ 0 h 17"/>
                <a:gd name="T6" fmla="*/ 0 w 17"/>
                <a:gd name="T7" fmla="*/ 0 h 17"/>
                <a:gd name="T8" fmla="*/ 2 w 17"/>
                <a:gd name="T9" fmla="*/ 17 h 17"/>
              </a:gdLst>
              <a:ahLst/>
              <a:cxnLst>
                <a:cxn ang="0">
                  <a:pos x="T0" y="T1"/>
                </a:cxn>
                <a:cxn ang="0">
                  <a:pos x="T2" y="T3"/>
                </a:cxn>
                <a:cxn ang="0">
                  <a:pos x="T4" y="T5"/>
                </a:cxn>
                <a:cxn ang="0">
                  <a:pos x="T6" y="T7"/>
                </a:cxn>
                <a:cxn ang="0">
                  <a:pos x="T8" y="T9"/>
                </a:cxn>
              </a:cxnLst>
              <a:rect l="0" t="0" r="r" b="b"/>
              <a:pathLst>
                <a:path w="17" h="17">
                  <a:moveTo>
                    <a:pt x="2" y="17"/>
                  </a:moveTo>
                  <a:cubicBezTo>
                    <a:pt x="6" y="15"/>
                    <a:pt x="11" y="14"/>
                    <a:pt x="17" y="14"/>
                  </a:cubicBezTo>
                  <a:cubicBezTo>
                    <a:pt x="17" y="0"/>
                    <a:pt x="17" y="0"/>
                    <a:pt x="17" y="0"/>
                  </a:cubicBezTo>
                  <a:cubicBezTo>
                    <a:pt x="0" y="0"/>
                    <a:pt x="0" y="0"/>
                    <a:pt x="0" y="0"/>
                  </a:cubicBezTo>
                  <a:cubicBezTo>
                    <a:pt x="0" y="6"/>
                    <a:pt x="1" y="12"/>
                    <a:pt x="2" y="1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Freeform 18"/>
            <p:cNvSpPr/>
            <p:nvPr/>
          </p:nvSpPr>
          <p:spPr bwMode="auto">
            <a:xfrm>
              <a:off x="4407788" y="2058475"/>
              <a:ext cx="134937" cy="176213"/>
            </a:xfrm>
            <a:custGeom>
              <a:avLst/>
              <a:gdLst>
                <a:gd name="T0" fmla="*/ 19 w 19"/>
                <a:gd name="T1" fmla="*/ 19 h 25"/>
                <a:gd name="T2" fmla="*/ 16 w 19"/>
                <a:gd name="T3" fmla="*/ 0 h 25"/>
                <a:gd name="T4" fmla="*/ 0 w 19"/>
                <a:gd name="T5" fmla="*/ 0 h 25"/>
                <a:gd name="T6" fmla="*/ 10 w 19"/>
                <a:gd name="T7" fmla="*/ 25 h 25"/>
                <a:gd name="T8" fmla="*/ 19 w 19"/>
                <a:gd name="T9" fmla="*/ 19 h 25"/>
              </a:gdLst>
              <a:ahLst/>
              <a:cxnLst>
                <a:cxn ang="0">
                  <a:pos x="T0" y="T1"/>
                </a:cxn>
                <a:cxn ang="0">
                  <a:pos x="T2" y="T3"/>
                </a:cxn>
                <a:cxn ang="0">
                  <a:pos x="T4" y="T5"/>
                </a:cxn>
                <a:cxn ang="0">
                  <a:pos x="T6" y="T7"/>
                </a:cxn>
                <a:cxn ang="0">
                  <a:pos x="T8" y="T9"/>
                </a:cxn>
              </a:cxnLst>
              <a:rect l="0" t="0" r="r" b="b"/>
              <a:pathLst>
                <a:path w="19" h="25">
                  <a:moveTo>
                    <a:pt x="19" y="19"/>
                  </a:moveTo>
                  <a:cubicBezTo>
                    <a:pt x="17" y="13"/>
                    <a:pt x="17" y="7"/>
                    <a:pt x="16" y="0"/>
                  </a:cubicBezTo>
                  <a:cubicBezTo>
                    <a:pt x="0" y="0"/>
                    <a:pt x="0" y="0"/>
                    <a:pt x="0" y="0"/>
                  </a:cubicBezTo>
                  <a:cubicBezTo>
                    <a:pt x="0" y="10"/>
                    <a:pt x="4" y="19"/>
                    <a:pt x="10" y="25"/>
                  </a:cubicBezTo>
                  <a:cubicBezTo>
                    <a:pt x="12" y="23"/>
                    <a:pt x="16" y="20"/>
                    <a:pt x="19" y="1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Freeform 19"/>
            <p:cNvSpPr/>
            <p:nvPr/>
          </p:nvSpPr>
          <p:spPr bwMode="auto">
            <a:xfrm>
              <a:off x="4745925" y="1775900"/>
              <a:ext cx="120650" cy="92075"/>
            </a:xfrm>
            <a:custGeom>
              <a:avLst/>
              <a:gdLst>
                <a:gd name="T0" fmla="*/ 0 w 17"/>
                <a:gd name="T1" fmla="*/ 0 h 13"/>
                <a:gd name="T2" fmla="*/ 9 w 17"/>
                <a:gd name="T3" fmla="*/ 13 h 13"/>
                <a:gd name="T4" fmla="*/ 17 w 17"/>
                <a:gd name="T5" fmla="*/ 8 h 13"/>
                <a:gd name="T6" fmla="*/ 0 w 17"/>
                <a:gd name="T7" fmla="*/ 0 h 13"/>
              </a:gdLst>
              <a:ahLst/>
              <a:cxnLst>
                <a:cxn ang="0">
                  <a:pos x="T0" y="T1"/>
                </a:cxn>
                <a:cxn ang="0">
                  <a:pos x="T2" y="T3"/>
                </a:cxn>
                <a:cxn ang="0">
                  <a:pos x="T4" y="T5"/>
                </a:cxn>
                <a:cxn ang="0">
                  <a:pos x="T6" y="T7"/>
                </a:cxn>
              </a:cxnLst>
              <a:rect l="0" t="0" r="r" b="b"/>
              <a:pathLst>
                <a:path w="17" h="13">
                  <a:moveTo>
                    <a:pt x="0" y="0"/>
                  </a:moveTo>
                  <a:cubicBezTo>
                    <a:pt x="3" y="2"/>
                    <a:pt x="7" y="7"/>
                    <a:pt x="9" y="13"/>
                  </a:cubicBezTo>
                  <a:cubicBezTo>
                    <a:pt x="12" y="12"/>
                    <a:pt x="15" y="10"/>
                    <a:pt x="17" y="8"/>
                  </a:cubicBezTo>
                  <a:cubicBezTo>
                    <a:pt x="12" y="4"/>
                    <a:pt x="6" y="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Freeform 20"/>
            <p:cNvSpPr/>
            <p:nvPr/>
          </p:nvSpPr>
          <p:spPr bwMode="auto">
            <a:xfrm>
              <a:off x="4823713" y="2058475"/>
              <a:ext cx="149225" cy="182563"/>
            </a:xfrm>
            <a:custGeom>
              <a:avLst/>
              <a:gdLst>
                <a:gd name="T0" fmla="*/ 3 w 21"/>
                <a:gd name="T1" fmla="*/ 0 h 26"/>
                <a:gd name="T2" fmla="*/ 0 w 21"/>
                <a:gd name="T3" fmla="*/ 19 h 26"/>
                <a:gd name="T4" fmla="*/ 10 w 21"/>
                <a:gd name="T5" fmla="*/ 26 h 26"/>
                <a:gd name="T6" fmla="*/ 21 w 21"/>
                <a:gd name="T7" fmla="*/ 0 h 26"/>
                <a:gd name="T8" fmla="*/ 3 w 21"/>
                <a:gd name="T9" fmla="*/ 0 h 26"/>
              </a:gdLst>
              <a:ahLst/>
              <a:cxnLst>
                <a:cxn ang="0">
                  <a:pos x="T0" y="T1"/>
                </a:cxn>
                <a:cxn ang="0">
                  <a:pos x="T2" y="T3"/>
                </a:cxn>
                <a:cxn ang="0">
                  <a:pos x="T4" y="T5"/>
                </a:cxn>
                <a:cxn ang="0">
                  <a:pos x="T6" y="T7"/>
                </a:cxn>
                <a:cxn ang="0">
                  <a:pos x="T8" y="T9"/>
                </a:cxn>
              </a:cxnLst>
              <a:rect l="0" t="0" r="r" b="b"/>
              <a:pathLst>
                <a:path w="21" h="26">
                  <a:moveTo>
                    <a:pt x="3" y="0"/>
                  </a:moveTo>
                  <a:cubicBezTo>
                    <a:pt x="2" y="7"/>
                    <a:pt x="2" y="13"/>
                    <a:pt x="0" y="19"/>
                  </a:cubicBezTo>
                  <a:cubicBezTo>
                    <a:pt x="4" y="21"/>
                    <a:pt x="7" y="23"/>
                    <a:pt x="10" y="26"/>
                  </a:cubicBezTo>
                  <a:cubicBezTo>
                    <a:pt x="16" y="19"/>
                    <a:pt x="20" y="10"/>
                    <a:pt x="21" y="0"/>
                  </a:cubicBezTo>
                  <a:cubicBezTo>
                    <a:pt x="3" y="0"/>
                    <a:pt x="3" y="0"/>
                    <a:pt x="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Freeform 21"/>
            <p:cNvSpPr/>
            <p:nvPr/>
          </p:nvSpPr>
          <p:spPr bwMode="auto">
            <a:xfrm>
              <a:off x="4499863" y="1775900"/>
              <a:ext cx="119062" cy="98425"/>
            </a:xfrm>
            <a:custGeom>
              <a:avLst/>
              <a:gdLst>
                <a:gd name="T0" fmla="*/ 8 w 17"/>
                <a:gd name="T1" fmla="*/ 14 h 14"/>
                <a:gd name="T2" fmla="*/ 17 w 17"/>
                <a:gd name="T3" fmla="*/ 0 h 14"/>
                <a:gd name="T4" fmla="*/ 0 w 17"/>
                <a:gd name="T5" fmla="*/ 8 h 14"/>
                <a:gd name="T6" fmla="*/ 8 w 17"/>
                <a:gd name="T7" fmla="*/ 14 h 14"/>
              </a:gdLst>
              <a:ahLst/>
              <a:cxnLst>
                <a:cxn ang="0">
                  <a:pos x="T0" y="T1"/>
                </a:cxn>
                <a:cxn ang="0">
                  <a:pos x="T2" y="T3"/>
                </a:cxn>
                <a:cxn ang="0">
                  <a:pos x="T4" y="T5"/>
                </a:cxn>
                <a:cxn ang="0">
                  <a:pos x="T6" y="T7"/>
                </a:cxn>
              </a:cxnLst>
              <a:rect l="0" t="0" r="r" b="b"/>
              <a:pathLst>
                <a:path w="17" h="14">
                  <a:moveTo>
                    <a:pt x="8" y="14"/>
                  </a:moveTo>
                  <a:cubicBezTo>
                    <a:pt x="10" y="8"/>
                    <a:pt x="13" y="3"/>
                    <a:pt x="17" y="0"/>
                  </a:cubicBezTo>
                  <a:cubicBezTo>
                    <a:pt x="11" y="1"/>
                    <a:pt x="5" y="4"/>
                    <a:pt x="0" y="8"/>
                  </a:cubicBezTo>
                  <a:cubicBezTo>
                    <a:pt x="3" y="10"/>
                    <a:pt x="5" y="12"/>
                    <a:pt x="8" y="1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Freeform 22"/>
            <p:cNvSpPr/>
            <p:nvPr/>
          </p:nvSpPr>
          <p:spPr bwMode="auto">
            <a:xfrm>
              <a:off x="4823713" y="1853688"/>
              <a:ext cx="141287" cy="176212"/>
            </a:xfrm>
            <a:custGeom>
              <a:avLst/>
              <a:gdLst>
                <a:gd name="T0" fmla="*/ 0 w 20"/>
                <a:gd name="T1" fmla="*/ 7 h 25"/>
                <a:gd name="T2" fmla="*/ 2 w 20"/>
                <a:gd name="T3" fmla="*/ 25 h 25"/>
                <a:gd name="T4" fmla="*/ 20 w 20"/>
                <a:gd name="T5" fmla="*/ 25 h 25"/>
                <a:gd name="T6" fmla="*/ 9 w 20"/>
                <a:gd name="T7" fmla="*/ 0 h 25"/>
                <a:gd name="T8" fmla="*/ 0 w 20"/>
                <a:gd name="T9" fmla="*/ 7 h 25"/>
              </a:gdLst>
              <a:ahLst/>
              <a:cxnLst>
                <a:cxn ang="0">
                  <a:pos x="T0" y="T1"/>
                </a:cxn>
                <a:cxn ang="0">
                  <a:pos x="T2" y="T3"/>
                </a:cxn>
                <a:cxn ang="0">
                  <a:pos x="T4" y="T5"/>
                </a:cxn>
                <a:cxn ang="0">
                  <a:pos x="T6" y="T7"/>
                </a:cxn>
                <a:cxn ang="0">
                  <a:pos x="T8" y="T9"/>
                </a:cxn>
              </a:cxnLst>
              <a:rect l="0" t="0" r="r" b="b"/>
              <a:pathLst>
                <a:path w="20" h="25">
                  <a:moveTo>
                    <a:pt x="0" y="7"/>
                  </a:moveTo>
                  <a:cubicBezTo>
                    <a:pt x="1" y="12"/>
                    <a:pt x="2" y="18"/>
                    <a:pt x="2" y="25"/>
                  </a:cubicBezTo>
                  <a:cubicBezTo>
                    <a:pt x="20" y="25"/>
                    <a:pt x="20" y="25"/>
                    <a:pt x="20" y="25"/>
                  </a:cubicBezTo>
                  <a:cubicBezTo>
                    <a:pt x="20" y="15"/>
                    <a:pt x="16" y="6"/>
                    <a:pt x="9" y="0"/>
                  </a:cubicBezTo>
                  <a:cubicBezTo>
                    <a:pt x="6" y="2"/>
                    <a:pt x="3" y="5"/>
                    <a:pt x="0" y="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Freeform 23"/>
            <p:cNvSpPr/>
            <p:nvPr/>
          </p:nvSpPr>
          <p:spPr bwMode="auto">
            <a:xfrm>
              <a:off x="4407788" y="1853688"/>
              <a:ext cx="134937" cy="176212"/>
            </a:xfrm>
            <a:custGeom>
              <a:avLst/>
              <a:gdLst>
                <a:gd name="T0" fmla="*/ 17 w 19"/>
                <a:gd name="T1" fmla="*/ 25 h 25"/>
                <a:gd name="T2" fmla="*/ 19 w 19"/>
                <a:gd name="T3" fmla="*/ 7 h 25"/>
                <a:gd name="T4" fmla="*/ 10 w 19"/>
                <a:gd name="T5" fmla="*/ 0 h 25"/>
                <a:gd name="T6" fmla="*/ 0 w 19"/>
                <a:gd name="T7" fmla="*/ 25 h 25"/>
                <a:gd name="T8" fmla="*/ 17 w 19"/>
                <a:gd name="T9" fmla="*/ 25 h 25"/>
              </a:gdLst>
              <a:ahLst/>
              <a:cxnLst>
                <a:cxn ang="0">
                  <a:pos x="T0" y="T1"/>
                </a:cxn>
                <a:cxn ang="0">
                  <a:pos x="T2" y="T3"/>
                </a:cxn>
                <a:cxn ang="0">
                  <a:pos x="T4" y="T5"/>
                </a:cxn>
                <a:cxn ang="0">
                  <a:pos x="T6" y="T7"/>
                </a:cxn>
                <a:cxn ang="0">
                  <a:pos x="T8" y="T9"/>
                </a:cxn>
              </a:cxnLst>
              <a:rect l="0" t="0" r="r" b="b"/>
              <a:pathLst>
                <a:path w="19" h="25">
                  <a:moveTo>
                    <a:pt x="17" y="25"/>
                  </a:moveTo>
                  <a:cubicBezTo>
                    <a:pt x="17" y="19"/>
                    <a:pt x="18" y="12"/>
                    <a:pt x="19" y="7"/>
                  </a:cubicBezTo>
                  <a:cubicBezTo>
                    <a:pt x="16" y="5"/>
                    <a:pt x="13" y="3"/>
                    <a:pt x="10" y="0"/>
                  </a:cubicBezTo>
                  <a:cubicBezTo>
                    <a:pt x="4" y="7"/>
                    <a:pt x="0" y="16"/>
                    <a:pt x="0" y="25"/>
                  </a:cubicBezTo>
                  <a:cubicBezTo>
                    <a:pt x="17" y="25"/>
                    <a:pt x="17" y="25"/>
                    <a:pt x="17" y="2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Freeform 24"/>
            <p:cNvSpPr/>
            <p:nvPr/>
          </p:nvSpPr>
          <p:spPr bwMode="auto">
            <a:xfrm>
              <a:off x="4745925" y="2220400"/>
              <a:ext cx="127000" cy="106363"/>
            </a:xfrm>
            <a:custGeom>
              <a:avLst/>
              <a:gdLst>
                <a:gd name="T0" fmla="*/ 10 w 18"/>
                <a:gd name="T1" fmla="*/ 0 h 15"/>
                <a:gd name="T2" fmla="*/ 0 w 18"/>
                <a:gd name="T3" fmla="*/ 15 h 15"/>
                <a:gd name="T4" fmla="*/ 18 w 18"/>
                <a:gd name="T5" fmla="*/ 6 h 15"/>
                <a:gd name="T6" fmla="*/ 10 w 18"/>
                <a:gd name="T7" fmla="*/ 0 h 15"/>
              </a:gdLst>
              <a:ahLst/>
              <a:cxnLst>
                <a:cxn ang="0">
                  <a:pos x="T0" y="T1"/>
                </a:cxn>
                <a:cxn ang="0">
                  <a:pos x="T2" y="T3"/>
                </a:cxn>
                <a:cxn ang="0">
                  <a:pos x="T4" y="T5"/>
                </a:cxn>
                <a:cxn ang="0">
                  <a:pos x="T6" y="T7"/>
                </a:cxn>
              </a:cxnLst>
              <a:rect l="0" t="0" r="r" b="b"/>
              <a:pathLst>
                <a:path w="18" h="15">
                  <a:moveTo>
                    <a:pt x="10" y="0"/>
                  </a:moveTo>
                  <a:cubicBezTo>
                    <a:pt x="7" y="7"/>
                    <a:pt x="4" y="12"/>
                    <a:pt x="0" y="15"/>
                  </a:cubicBezTo>
                  <a:cubicBezTo>
                    <a:pt x="7" y="13"/>
                    <a:pt x="13" y="10"/>
                    <a:pt x="18" y="6"/>
                  </a:cubicBezTo>
                  <a:cubicBezTo>
                    <a:pt x="15" y="4"/>
                    <a:pt x="13" y="2"/>
                    <a:pt x="1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Freeform 25"/>
            <p:cNvSpPr/>
            <p:nvPr/>
          </p:nvSpPr>
          <p:spPr bwMode="auto">
            <a:xfrm>
              <a:off x="4499863" y="2220400"/>
              <a:ext cx="112712" cy="98425"/>
            </a:xfrm>
            <a:custGeom>
              <a:avLst/>
              <a:gdLst>
                <a:gd name="T0" fmla="*/ 7 w 16"/>
                <a:gd name="T1" fmla="*/ 0 h 14"/>
                <a:gd name="T2" fmla="*/ 0 w 16"/>
                <a:gd name="T3" fmla="*/ 5 h 14"/>
                <a:gd name="T4" fmla="*/ 16 w 16"/>
                <a:gd name="T5" fmla="*/ 14 h 14"/>
                <a:gd name="T6" fmla="*/ 7 w 16"/>
                <a:gd name="T7" fmla="*/ 0 h 14"/>
              </a:gdLst>
              <a:ahLst/>
              <a:cxnLst>
                <a:cxn ang="0">
                  <a:pos x="T0" y="T1"/>
                </a:cxn>
                <a:cxn ang="0">
                  <a:pos x="T2" y="T3"/>
                </a:cxn>
                <a:cxn ang="0">
                  <a:pos x="T4" y="T5"/>
                </a:cxn>
                <a:cxn ang="0">
                  <a:pos x="T6" y="T7"/>
                </a:cxn>
              </a:cxnLst>
              <a:rect l="0" t="0" r="r" b="b"/>
              <a:pathLst>
                <a:path w="16" h="14">
                  <a:moveTo>
                    <a:pt x="7" y="0"/>
                  </a:moveTo>
                  <a:cubicBezTo>
                    <a:pt x="4" y="1"/>
                    <a:pt x="2" y="3"/>
                    <a:pt x="0" y="5"/>
                  </a:cubicBezTo>
                  <a:cubicBezTo>
                    <a:pt x="4" y="10"/>
                    <a:pt x="10" y="13"/>
                    <a:pt x="16" y="14"/>
                  </a:cubicBezTo>
                  <a:cubicBezTo>
                    <a:pt x="13" y="11"/>
                    <a:pt x="9" y="6"/>
                    <a:pt x="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4" name="Freeform 26"/>
          <p:cNvSpPr>
            <a:spLocks noEditPoints="1"/>
          </p:cNvSpPr>
          <p:nvPr/>
        </p:nvSpPr>
        <p:spPr bwMode="auto">
          <a:xfrm>
            <a:off x="1796454" y="1512434"/>
            <a:ext cx="391715" cy="396601"/>
          </a:xfrm>
          <a:custGeom>
            <a:avLst/>
            <a:gdLst>
              <a:gd name="T0" fmla="*/ 74 w 74"/>
              <a:gd name="T1" fmla="*/ 65 h 75"/>
              <a:gd name="T2" fmla="*/ 55 w 74"/>
              <a:gd name="T3" fmla="*/ 47 h 75"/>
              <a:gd name="T4" fmla="*/ 58 w 74"/>
              <a:gd name="T5" fmla="*/ 30 h 75"/>
              <a:gd name="T6" fmla="*/ 28 w 74"/>
              <a:gd name="T7" fmla="*/ 1 h 75"/>
              <a:gd name="T8" fmla="*/ 1 w 74"/>
              <a:gd name="T9" fmla="*/ 33 h 75"/>
              <a:gd name="T10" fmla="*/ 32 w 74"/>
              <a:gd name="T11" fmla="*/ 62 h 75"/>
              <a:gd name="T12" fmla="*/ 47 w 74"/>
              <a:gd name="T13" fmla="*/ 56 h 75"/>
              <a:gd name="T14" fmla="*/ 66 w 74"/>
              <a:gd name="T15" fmla="*/ 74 h 75"/>
              <a:gd name="T16" fmla="*/ 68 w 74"/>
              <a:gd name="T17" fmla="*/ 74 h 75"/>
              <a:gd name="T18" fmla="*/ 74 w 74"/>
              <a:gd name="T19" fmla="*/ 67 h 75"/>
              <a:gd name="T20" fmla="*/ 74 w 74"/>
              <a:gd name="T21" fmla="*/ 65 h 75"/>
              <a:gd name="T22" fmla="*/ 10 w 74"/>
              <a:gd name="T23" fmla="*/ 32 h 75"/>
              <a:gd name="T24" fmla="*/ 29 w 74"/>
              <a:gd name="T25" fmla="*/ 11 h 75"/>
              <a:gd name="T26" fmla="*/ 49 w 74"/>
              <a:gd name="T27" fmla="*/ 31 h 75"/>
              <a:gd name="T28" fmla="*/ 31 w 74"/>
              <a:gd name="T29" fmla="*/ 52 h 75"/>
              <a:gd name="T30" fmla="*/ 10 w 74"/>
              <a:gd name="T31"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 h="75">
                <a:moveTo>
                  <a:pt x="74" y="65"/>
                </a:moveTo>
                <a:cubicBezTo>
                  <a:pt x="55" y="47"/>
                  <a:pt x="55" y="47"/>
                  <a:pt x="55" y="47"/>
                </a:cubicBezTo>
                <a:cubicBezTo>
                  <a:pt x="57" y="42"/>
                  <a:pt x="59" y="36"/>
                  <a:pt x="58" y="30"/>
                </a:cubicBezTo>
                <a:cubicBezTo>
                  <a:pt x="57" y="13"/>
                  <a:pt x="44" y="0"/>
                  <a:pt x="28" y="1"/>
                </a:cubicBezTo>
                <a:cubicBezTo>
                  <a:pt x="12" y="2"/>
                  <a:pt x="0" y="16"/>
                  <a:pt x="1" y="33"/>
                </a:cubicBezTo>
                <a:cubicBezTo>
                  <a:pt x="2" y="49"/>
                  <a:pt x="16" y="63"/>
                  <a:pt x="32" y="62"/>
                </a:cubicBezTo>
                <a:cubicBezTo>
                  <a:pt x="37" y="62"/>
                  <a:pt x="43" y="60"/>
                  <a:pt x="47" y="56"/>
                </a:cubicBezTo>
                <a:cubicBezTo>
                  <a:pt x="66" y="74"/>
                  <a:pt x="66" y="74"/>
                  <a:pt x="66" y="74"/>
                </a:cubicBezTo>
                <a:cubicBezTo>
                  <a:pt x="66" y="75"/>
                  <a:pt x="67" y="75"/>
                  <a:pt x="68" y="74"/>
                </a:cubicBezTo>
                <a:cubicBezTo>
                  <a:pt x="74" y="67"/>
                  <a:pt x="74" y="67"/>
                  <a:pt x="74" y="67"/>
                </a:cubicBezTo>
                <a:cubicBezTo>
                  <a:pt x="74" y="67"/>
                  <a:pt x="74" y="66"/>
                  <a:pt x="74" y="65"/>
                </a:cubicBezTo>
                <a:close/>
                <a:moveTo>
                  <a:pt x="10" y="32"/>
                </a:moveTo>
                <a:cubicBezTo>
                  <a:pt x="10" y="21"/>
                  <a:pt x="18" y="11"/>
                  <a:pt x="29" y="11"/>
                </a:cubicBezTo>
                <a:cubicBezTo>
                  <a:pt x="39" y="10"/>
                  <a:pt x="49" y="19"/>
                  <a:pt x="49" y="31"/>
                </a:cubicBezTo>
                <a:cubicBezTo>
                  <a:pt x="50" y="42"/>
                  <a:pt x="42" y="52"/>
                  <a:pt x="31" y="52"/>
                </a:cubicBezTo>
                <a:cubicBezTo>
                  <a:pt x="20" y="53"/>
                  <a:pt x="11" y="44"/>
                  <a:pt x="10" y="3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8" name="组合 46"/>
          <p:cNvGrpSpPr/>
          <p:nvPr/>
        </p:nvGrpSpPr>
        <p:grpSpPr>
          <a:xfrm>
            <a:off x="4452737" y="2683180"/>
            <a:ext cx="519113" cy="375163"/>
            <a:chOff x="4965000" y="3307838"/>
            <a:chExt cx="692150" cy="500062"/>
          </a:xfrm>
          <a:solidFill>
            <a:schemeClr val="accent2"/>
          </a:solidFill>
        </p:grpSpPr>
        <p:sp>
          <p:nvSpPr>
            <p:cNvPr id="25" name="Freeform 27"/>
            <p:cNvSpPr/>
            <p:nvPr/>
          </p:nvSpPr>
          <p:spPr bwMode="auto">
            <a:xfrm>
              <a:off x="5290438" y="3441188"/>
              <a:ext cx="366712" cy="366712"/>
            </a:xfrm>
            <a:custGeom>
              <a:avLst/>
              <a:gdLst>
                <a:gd name="T0" fmla="*/ 33 w 52"/>
                <a:gd name="T1" fmla="*/ 32 h 52"/>
                <a:gd name="T2" fmla="*/ 32 w 52"/>
                <a:gd name="T3" fmla="*/ 29 h 52"/>
                <a:gd name="T4" fmla="*/ 34 w 52"/>
                <a:gd name="T5" fmla="*/ 22 h 52"/>
                <a:gd name="T6" fmla="*/ 36 w 52"/>
                <a:gd name="T7" fmla="*/ 21 h 52"/>
                <a:gd name="T8" fmla="*/ 36 w 52"/>
                <a:gd name="T9" fmla="*/ 18 h 52"/>
                <a:gd name="T10" fmla="*/ 36 w 52"/>
                <a:gd name="T11" fmla="*/ 17 h 52"/>
                <a:gd name="T12" fmla="*/ 37 w 52"/>
                <a:gd name="T13" fmla="*/ 9 h 52"/>
                <a:gd name="T14" fmla="*/ 29 w 52"/>
                <a:gd name="T15" fmla="*/ 1 h 52"/>
                <a:gd name="T16" fmla="*/ 19 w 52"/>
                <a:gd name="T17" fmla="*/ 2 h 52"/>
                <a:gd name="T18" fmla="*/ 15 w 52"/>
                <a:gd name="T19" fmla="*/ 9 h 52"/>
                <a:gd name="T20" fmla="*/ 16 w 52"/>
                <a:gd name="T21" fmla="*/ 17 h 52"/>
                <a:gd name="T22" fmla="*/ 15 w 52"/>
                <a:gd name="T23" fmla="*/ 19 h 52"/>
                <a:gd name="T24" fmla="*/ 17 w 52"/>
                <a:gd name="T25" fmla="*/ 22 h 52"/>
                <a:gd name="T26" fmla="*/ 19 w 52"/>
                <a:gd name="T27" fmla="*/ 31 h 52"/>
                <a:gd name="T28" fmla="*/ 7 w 52"/>
                <a:gd name="T29" fmla="*/ 39 h 52"/>
                <a:gd name="T30" fmla="*/ 0 w 52"/>
                <a:gd name="T31" fmla="*/ 52 h 52"/>
                <a:gd name="T32" fmla="*/ 52 w 52"/>
                <a:gd name="T33" fmla="*/ 52 h 52"/>
                <a:gd name="T34" fmla="*/ 48 w 52"/>
                <a:gd name="T35" fmla="*/ 39 h 52"/>
                <a:gd name="T36" fmla="*/ 33 w 52"/>
                <a:gd name="T37"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52">
                  <a:moveTo>
                    <a:pt x="33" y="32"/>
                  </a:moveTo>
                  <a:cubicBezTo>
                    <a:pt x="33" y="31"/>
                    <a:pt x="32" y="30"/>
                    <a:pt x="32" y="29"/>
                  </a:cubicBezTo>
                  <a:cubicBezTo>
                    <a:pt x="33" y="26"/>
                    <a:pt x="34" y="22"/>
                    <a:pt x="34" y="22"/>
                  </a:cubicBezTo>
                  <a:cubicBezTo>
                    <a:pt x="34" y="22"/>
                    <a:pt x="35" y="22"/>
                    <a:pt x="36" y="21"/>
                  </a:cubicBezTo>
                  <a:cubicBezTo>
                    <a:pt x="37" y="19"/>
                    <a:pt x="36" y="18"/>
                    <a:pt x="36" y="18"/>
                  </a:cubicBezTo>
                  <a:cubicBezTo>
                    <a:pt x="36" y="18"/>
                    <a:pt x="36" y="17"/>
                    <a:pt x="36" y="17"/>
                  </a:cubicBezTo>
                  <a:cubicBezTo>
                    <a:pt x="36" y="15"/>
                    <a:pt x="37" y="12"/>
                    <a:pt x="37" y="9"/>
                  </a:cubicBezTo>
                  <a:cubicBezTo>
                    <a:pt x="36" y="4"/>
                    <a:pt x="31" y="1"/>
                    <a:pt x="29" y="1"/>
                  </a:cubicBezTo>
                  <a:cubicBezTo>
                    <a:pt x="27" y="0"/>
                    <a:pt x="23" y="0"/>
                    <a:pt x="19" y="2"/>
                  </a:cubicBezTo>
                  <a:cubicBezTo>
                    <a:pt x="16" y="4"/>
                    <a:pt x="15" y="7"/>
                    <a:pt x="15" y="9"/>
                  </a:cubicBezTo>
                  <a:cubicBezTo>
                    <a:pt x="15" y="12"/>
                    <a:pt x="16" y="17"/>
                    <a:pt x="16" y="17"/>
                  </a:cubicBezTo>
                  <a:cubicBezTo>
                    <a:pt x="16" y="17"/>
                    <a:pt x="15" y="17"/>
                    <a:pt x="15" y="19"/>
                  </a:cubicBezTo>
                  <a:cubicBezTo>
                    <a:pt x="15" y="21"/>
                    <a:pt x="17" y="22"/>
                    <a:pt x="17" y="22"/>
                  </a:cubicBezTo>
                  <a:cubicBezTo>
                    <a:pt x="17" y="22"/>
                    <a:pt x="20" y="28"/>
                    <a:pt x="19" y="31"/>
                  </a:cubicBezTo>
                  <a:cubicBezTo>
                    <a:pt x="18" y="33"/>
                    <a:pt x="12" y="35"/>
                    <a:pt x="7" y="39"/>
                  </a:cubicBezTo>
                  <a:cubicBezTo>
                    <a:pt x="1" y="42"/>
                    <a:pt x="0" y="52"/>
                    <a:pt x="0" y="52"/>
                  </a:cubicBezTo>
                  <a:cubicBezTo>
                    <a:pt x="52" y="52"/>
                    <a:pt x="52" y="52"/>
                    <a:pt x="52" y="52"/>
                  </a:cubicBezTo>
                  <a:cubicBezTo>
                    <a:pt x="52" y="52"/>
                    <a:pt x="51" y="43"/>
                    <a:pt x="48" y="39"/>
                  </a:cubicBezTo>
                  <a:cubicBezTo>
                    <a:pt x="44" y="36"/>
                    <a:pt x="34" y="35"/>
                    <a:pt x="33" y="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Freeform 28"/>
            <p:cNvSpPr/>
            <p:nvPr/>
          </p:nvSpPr>
          <p:spPr bwMode="auto">
            <a:xfrm>
              <a:off x="5290438" y="3666613"/>
              <a:ext cx="182562" cy="141287"/>
            </a:xfrm>
            <a:custGeom>
              <a:avLst/>
              <a:gdLst>
                <a:gd name="T0" fmla="*/ 0 w 26"/>
                <a:gd name="T1" fmla="*/ 20 h 20"/>
                <a:gd name="T2" fmla="*/ 26 w 26"/>
                <a:gd name="T3" fmla="*/ 20 h 20"/>
                <a:gd name="T4" fmla="*/ 20 w 26"/>
                <a:gd name="T5" fmla="*/ 2 h 20"/>
                <a:gd name="T6" fmla="*/ 18 w 26"/>
                <a:gd name="T7" fmla="*/ 0 h 20"/>
                <a:gd name="T8" fmla="*/ 7 w 26"/>
                <a:gd name="T9" fmla="*/ 7 h 20"/>
                <a:gd name="T10" fmla="*/ 0 w 26"/>
                <a:gd name="T11" fmla="*/ 20 h 20"/>
              </a:gdLst>
              <a:ahLst/>
              <a:cxnLst>
                <a:cxn ang="0">
                  <a:pos x="T0" y="T1"/>
                </a:cxn>
                <a:cxn ang="0">
                  <a:pos x="T2" y="T3"/>
                </a:cxn>
                <a:cxn ang="0">
                  <a:pos x="T4" y="T5"/>
                </a:cxn>
                <a:cxn ang="0">
                  <a:pos x="T6" y="T7"/>
                </a:cxn>
                <a:cxn ang="0">
                  <a:pos x="T8" y="T9"/>
                </a:cxn>
                <a:cxn ang="0">
                  <a:pos x="T10" y="T11"/>
                </a:cxn>
              </a:cxnLst>
              <a:rect l="0" t="0" r="r" b="b"/>
              <a:pathLst>
                <a:path w="26" h="20">
                  <a:moveTo>
                    <a:pt x="0" y="20"/>
                  </a:moveTo>
                  <a:cubicBezTo>
                    <a:pt x="26" y="20"/>
                    <a:pt x="26" y="20"/>
                    <a:pt x="26" y="20"/>
                  </a:cubicBezTo>
                  <a:cubicBezTo>
                    <a:pt x="26" y="20"/>
                    <a:pt x="25" y="7"/>
                    <a:pt x="20" y="2"/>
                  </a:cubicBezTo>
                  <a:cubicBezTo>
                    <a:pt x="19" y="2"/>
                    <a:pt x="19" y="1"/>
                    <a:pt x="18" y="0"/>
                  </a:cubicBezTo>
                  <a:cubicBezTo>
                    <a:pt x="15" y="2"/>
                    <a:pt x="11" y="4"/>
                    <a:pt x="7" y="7"/>
                  </a:cubicBezTo>
                  <a:cubicBezTo>
                    <a:pt x="2" y="10"/>
                    <a:pt x="1" y="17"/>
                    <a:pt x="0" y="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7" name="Freeform 29"/>
            <p:cNvSpPr/>
            <p:nvPr/>
          </p:nvSpPr>
          <p:spPr bwMode="auto">
            <a:xfrm>
              <a:off x="4965000" y="3307838"/>
              <a:ext cx="417513" cy="500062"/>
            </a:xfrm>
            <a:custGeom>
              <a:avLst/>
              <a:gdLst>
                <a:gd name="T0" fmla="*/ 51 w 59"/>
                <a:gd name="T1" fmla="*/ 54 h 71"/>
                <a:gd name="T2" fmla="*/ 57 w 59"/>
                <a:gd name="T3" fmla="*/ 50 h 71"/>
                <a:gd name="T4" fmla="*/ 59 w 59"/>
                <a:gd name="T5" fmla="*/ 49 h 71"/>
                <a:gd name="T6" fmla="*/ 46 w 59"/>
                <a:gd name="T7" fmla="*/ 43 h 71"/>
                <a:gd name="T8" fmla="*/ 45 w 59"/>
                <a:gd name="T9" fmla="*/ 39 h 71"/>
                <a:gd name="T10" fmla="*/ 47 w 59"/>
                <a:gd name="T11" fmla="*/ 30 h 71"/>
                <a:gd name="T12" fmla="*/ 50 w 59"/>
                <a:gd name="T13" fmla="*/ 27 h 71"/>
                <a:gd name="T14" fmla="*/ 50 w 59"/>
                <a:gd name="T15" fmla="*/ 23 h 71"/>
                <a:gd name="T16" fmla="*/ 50 w 59"/>
                <a:gd name="T17" fmla="*/ 22 h 71"/>
                <a:gd name="T18" fmla="*/ 51 w 59"/>
                <a:gd name="T19" fmla="*/ 11 h 71"/>
                <a:gd name="T20" fmla="*/ 40 w 59"/>
                <a:gd name="T21" fmla="*/ 1 h 71"/>
                <a:gd name="T22" fmla="*/ 27 w 59"/>
                <a:gd name="T23" fmla="*/ 2 h 71"/>
                <a:gd name="T24" fmla="*/ 20 w 59"/>
                <a:gd name="T25" fmla="*/ 12 h 71"/>
                <a:gd name="T26" fmla="*/ 22 w 59"/>
                <a:gd name="T27" fmla="*/ 23 h 71"/>
                <a:gd name="T28" fmla="*/ 20 w 59"/>
                <a:gd name="T29" fmla="*/ 26 h 71"/>
                <a:gd name="T30" fmla="*/ 23 w 59"/>
                <a:gd name="T31" fmla="*/ 30 h 71"/>
                <a:gd name="T32" fmla="*/ 26 w 59"/>
                <a:gd name="T33" fmla="*/ 41 h 71"/>
                <a:gd name="T34" fmla="*/ 10 w 59"/>
                <a:gd name="T35" fmla="*/ 53 h 71"/>
                <a:gd name="T36" fmla="*/ 0 w 59"/>
                <a:gd name="T37" fmla="*/ 71 h 71"/>
                <a:gd name="T38" fmla="*/ 42 w 59"/>
                <a:gd name="T39" fmla="*/ 71 h 71"/>
                <a:gd name="T40" fmla="*/ 51 w 59"/>
                <a:gd name="T41" fmla="*/ 54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 h="71">
                  <a:moveTo>
                    <a:pt x="51" y="54"/>
                  </a:moveTo>
                  <a:cubicBezTo>
                    <a:pt x="53" y="53"/>
                    <a:pt x="55" y="52"/>
                    <a:pt x="57" y="50"/>
                  </a:cubicBezTo>
                  <a:cubicBezTo>
                    <a:pt x="58" y="50"/>
                    <a:pt x="59" y="50"/>
                    <a:pt x="59" y="49"/>
                  </a:cubicBezTo>
                  <a:cubicBezTo>
                    <a:pt x="54" y="47"/>
                    <a:pt x="47" y="45"/>
                    <a:pt x="46" y="43"/>
                  </a:cubicBezTo>
                  <a:cubicBezTo>
                    <a:pt x="46" y="42"/>
                    <a:pt x="45" y="41"/>
                    <a:pt x="45" y="39"/>
                  </a:cubicBezTo>
                  <a:cubicBezTo>
                    <a:pt x="45" y="35"/>
                    <a:pt x="47" y="30"/>
                    <a:pt x="47" y="30"/>
                  </a:cubicBezTo>
                  <a:cubicBezTo>
                    <a:pt x="47" y="30"/>
                    <a:pt x="49" y="29"/>
                    <a:pt x="50" y="27"/>
                  </a:cubicBezTo>
                  <a:cubicBezTo>
                    <a:pt x="51" y="26"/>
                    <a:pt x="50" y="23"/>
                    <a:pt x="50" y="23"/>
                  </a:cubicBezTo>
                  <a:cubicBezTo>
                    <a:pt x="50" y="23"/>
                    <a:pt x="50" y="23"/>
                    <a:pt x="50" y="22"/>
                  </a:cubicBezTo>
                  <a:cubicBezTo>
                    <a:pt x="50" y="20"/>
                    <a:pt x="51" y="16"/>
                    <a:pt x="51" y="11"/>
                  </a:cubicBezTo>
                  <a:cubicBezTo>
                    <a:pt x="50" y="4"/>
                    <a:pt x="43" y="1"/>
                    <a:pt x="40" y="1"/>
                  </a:cubicBezTo>
                  <a:cubicBezTo>
                    <a:pt x="37" y="0"/>
                    <a:pt x="32" y="0"/>
                    <a:pt x="27" y="2"/>
                  </a:cubicBezTo>
                  <a:cubicBezTo>
                    <a:pt x="22" y="4"/>
                    <a:pt x="21" y="9"/>
                    <a:pt x="20" y="12"/>
                  </a:cubicBezTo>
                  <a:cubicBezTo>
                    <a:pt x="20" y="15"/>
                    <a:pt x="22" y="23"/>
                    <a:pt x="22" y="23"/>
                  </a:cubicBezTo>
                  <a:cubicBezTo>
                    <a:pt x="22" y="23"/>
                    <a:pt x="20" y="23"/>
                    <a:pt x="20" y="26"/>
                  </a:cubicBezTo>
                  <a:cubicBezTo>
                    <a:pt x="21" y="28"/>
                    <a:pt x="23" y="30"/>
                    <a:pt x="23" y="30"/>
                  </a:cubicBezTo>
                  <a:cubicBezTo>
                    <a:pt x="23" y="30"/>
                    <a:pt x="27" y="38"/>
                    <a:pt x="26" y="41"/>
                  </a:cubicBezTo>
                  <a:cubicBezTo>
                    <a:pt x="25" y="44"/>
                    <a:pt x="16" y="48"/>
                    <a:pt x="10" y="53"/>
                  </a:cubicBezTo>
                  <a:cubicBezTo>
                    <a:pt x="2" y="57"/>
                    <a:pt x="0" y="71"/>
                    <a:pt x="0" y="71"/>
                  </a:cubicBezTo>
                  <a:cubicBezTo>
                    <a:pt x="42" y="71"/>
                    <a:pt x="42" y="71"/>
                    <a:pt x="42" y="71"/>
                  </a:cubicBezTo>
                  <a:cubicBezTo>
                    <a:pt x="42" y="69"/>
                    <a:pt x="44" y="58"/>
                    <a:pt x="51" y="5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28" name="Freeform 30"/>
          <p:cNvSpPr/>
          <p:nvPr/>
        </p:nvSpPr>
        <p:spPr bwMode="auto">
          <a:xfrm>
            <a:off x="1329727" y="2698662"/>
            <a:ext cx="419100" cy="365635"/>
          </a:xfrm>
          <a:custGeom>
            <a:avLst/>
            <a:gdLst>
              <a:gd name="T0" fmla="*/ 0 w 79"/>
              <a:gd name="T1" fmla="*/ 26 h 69"/>
              <a:gd name="T2" fmla="*/ 20 w 79"/>
              <a:gd name="T3" fmla="*/ 49 h 69"/>
              <a:gd name="T4" fmla="*/ 15 w 79"/>
              <a:gd name="T5" fmla="*/ 69 h 69"/>
              <a:gd name="T6" fmla="*/ 39 w 79"/>
              <a:gd name="T7" fmla="*/ 53 h 69"/>
              <a:gd name="T8" fmla="*/ 45 w 79"/>
              <a:gd name="T9" fmla="*/ 52 h 69"/>
              <a:gd name="T10" fmla="*/ 79 w 79"/>
              <a:gd name="T11" fmla="*/ 26 h 69"/>
              <a:gd name="T12" fmla="*/ 39 w 79"/>
              <a:gd name="T13" fmla="*/ 0 h 69"/>
              <a:gd name="T14" fmla="*/ 0 w 79"/>
              <a:gd name="T15" fmla="*/ 26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69">
                <a:moveTo>
                  <a:pt x="0" y="26"/>
                </a:moveTo>
                <a:cubicBezTo>
                  <a:pt x="0" y="36"/>
                  <a:pt x="8" y="44"/>
                  <a:pt x="20" y="49"/>
                </a:cubicBezTo>
                <a:cubicBezTo>
                  <a:pt x="23" y="50"/>
                  <a:pt x="15" y="69"/>
                  <a:pt x="15" y="69"/>
                </a:cubicBezTo>
                <a:cubicBezTo>
                  <a:pt x="39" y="53"/>
                  <a:pt x="39" y="53"/>
                  <a:pt x="39" y="53"/>
                </a:cubicBezTo>
                <a:cubicBezTo>
                  <a:pt x="39" y="53"/>
                  <a:pt x="43" y="52"/>
                  <a:pt x="45" y="52"/>
                </a:cubicBezTo>
                <a:cubicBezTo>
                  <a:pt x="64" y="51"/>
                  <a:pt x="79" y="40"/>
                  <a:pt x="79" y="26"/>
                </a:cubicBezTo>
                <a:cubicBezTo>
                  <a:pt x="79" y="11"/>
                  <a:pt x="61" y="0"/>
                  <a:pt x="39" y="0"/>
                </a:cubicBezTo>
                <a:cubicBezTo>
                  <a:pt x="18" y="0"/>
                  <a:pt x="0" y="11"/>
                  <a:pt x="0" y="2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9" name="组合 47"/>
          <p:cNvGrpSpPr/>
          <p:nvPr/>
        </p:nvGrpSpPr>
        <p:grpSpPr>
          <a:xfrm>
            <a:off x="2913259" y="1168237"/>
            <a:ext cx="375047" cy="376354"/>
            <a:chOff x="2912363" y="1288538"/>
            <a:chExt cx="500062" cy="501650"/>
          </a:xfrm>
          <a:solidFill>
            <a:schemeClr val="accent1"/>
          </a:solidFill>
        </p:grpSpPr>
        <p:sp>
          <p:nvSpPr>
            <p:cNvPr id="29" name="Freeform 31"/>
            <p:cNvSpPr>
              <a:spLocks noEditPoints="1"/>
            </p:cNvSpPr>
            <p:nvPr/>
          </p:nvSpPr>
          <p:spPr bwMode="auto">
            <a:xfrm>
              <a:off x="3207638" y="1542538"/>
              <a:ext cx="204787" cy="204787"/>
            </a:xfrm>
            <a:custGeom>
              <a:avLst/>
              <a:gdLst>
                <a:gd name="T0" fmla="*/ 15 w 29"/>
                <a:gd name="T1" fmla="*/ 0 h 29"/>
                <a:gd name="T2" fmla="*/ 0 w 29"/>
                <a:gd name="T3" fmla="*/ 14 h 29"/>
                <a:gd name="T4" fmla="*/ 15 w 29"/>
                <a:gd name="T5" fmla="*/ 29 h 29"/>
                <a:gd name="T6" fmla="*/ 29 w 29"/>
                <a:gd name="T7" fmla="*/ 14 h 29"/>
                <a:gd name="T8" fmla="*/ 15 w 29"/>
                <a:gd name="T9" fmla="*/ 0 h 29"/>
                <a:gd name="T10" fmla="*/ 23 w 29"/>
                <a:gd name="T11" fmla="*/ 16 h 29"/>
                <a:gd name="T12" fmla="*/ 17 w 29"/>
                <a:gd name="T13" fmla="*/ 16 h 29"/>
                <a:gd name="T14" fmla="*/ 17 w 29"/>
                <a:gd name="T15" fmla="*/ 23 h 29"/>
                <a:gd name="T16" fmla="*/ 13 w 29"/>
                <a:gd name="T17" fmla="*/ 23 h 29"/>
                <a:gd name="T18" fmla="*/ 13 w 29"/>
                <a:gd name="T19" fmla="*/ 16 h 29"/>
                <a:gd name="T20" fmla="*/ 7 w 29"/>
                <a:gd name="T21" fmla="*/ 16 h 29"/>
                <a:gd name="T22" fmla="*/ 7 w 29"/>
                <a:gd name="T23" fmla="*/ 12 h 29"/>
                <a:gd name="T24" fmla="*/ 13 w 29"/>
                <a:gd name="T25" fmla="*/ 12 h 29"/>
                <a:gd name="T26" fmla="*/ 13 w 29"/>
                <a:gd name="T27" fmla="*/ 5 h 29"/>
                <a:gd name="T28" fmla="*/ 17 w 29"/>
                <a:gd name="T29" fmla="*/ 5 h 29"/>
                <a:gd name="T30" fmla="*/ 17 w 29"/>
                <a:gd name="T31" fmla="*/ 12 h 29"/>
                <a:gd name="T32" fmla="*/ 23 w 29"/>
                <a:gd name="T33" fmla="*/ 12 h 29"/>
                <a:gd name="T34" fmla="*/ 23 w 29"/>
                <a:gd name="T3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 h="29">
                  <a:moveTo>
                    <a:pt x="15" y="0"/>
                  </a:moveTo>
                  <a:cubicBezTo>
                    <a:pt x="7" y="0"/>
                    <a:pt x="0" y="6"/>
                    <a:pt x="0" y="14"/>
                  </a:cubicBezTo>
                  <a:cubicBezTo>
                    <a:pt x="0" y="22"/>
                    <a:pt x="7" y="29"/>
                    <a:pt x="15" y="29"/>
                  </a:cubicBezTo>
                  <a:cubicBezTo>
                    <a:pt x="22" y="29"/>
                    <a:pt x="29" y="22"/>
                    <a:pt x="29" y="14"/>
                  </a:cubicBezTo>
                  <a:cubicBezTo>
                    <a:pt x="29" y="6"/>
                    <a:pt x="22" y="0"/>
                    <a:pt x="15" y="0"/>
                  </a:cubicBezTo>
                  <a:close/>
                  <a:moveTo>
                    <a:pt x="23" y="16"/>
                  </a:moveTo>
                  <a:cubicBezTo>
                    <a:pt x="17" y="16"/>
                    <a:pt x="17" y="16"/>
                    <a:pt x="17" y="16"/>
                  </a:cubicBezTo>
                  <a:cubicBezTo>
                    <a:pt x="17" y="23"/>
                    <a:pt x="17" y="23"/>
                    <a:pt x="17" y="23"/>
                  </a:cubicBezTo>
                  <a:cubicBezTo>
                    <a:pt x="13" y="23"/>
                    <a:pt x="13" y="23"/>
                    <a:pt x="13" y="23"/>
                  </a:cubicBezTo>
                  <a:cubicBezTo>
                    <a:pt x="13" y="16"/>
                    <a:pt x="13" y="16"/>
                    <a:pt x="13" y="16"/>
                  </a:cubicBezTo>
                  <a:cubicBezTo>
                    <a:pt x="7" y="16"/>
                    <a:pt x="7" y="16"/>
                    <a:pt x="7" y="16"/>
                  </a:cubicBezTo>
                  <a:cubicBezTo>
                    <a:pt x="7" y="12"/>
                    <a:pt x="7" y="12"/>
                    <a:pt x="7" y="12"/>
                  </a:cubicBezTo>
                  <a:cubicBezTo>
                    <a:pt x="13" y="12"/>
                    <a:pt x="13" y="12"/>
                    <a:pt x="13" y="12"/>
                  </a:cubicBezTo>
                  <a:cubicBezTo>
                    <a:pt x="13" y="5"/>
                    <a:pt x="13" y="5"/>
                    <a:pt x="13" y="5"/>
                  </a:cubicBezTo>
                  <a:cubicBezTo>
                    <a:pt x="17" y="5"/>
                    <a:pt x="17" y="5"/>
                    <a:pt x="17" y="5"/>
                  </a:cubicBezTo>
                  <a:cubicBezTo>
                    <a:pt x="17" y="12"/>
                    <a:pt x="17" y="12"/>
                    <a:pt x="17" y="12"/>
                  </a:cubicBezTo>
                  <a:cubicBezTo>
                    <a:pt x="23" y="12"/>
                    <a:pt x="23" y="12"/>
                    <a:pt x="23" y="12"/>
                  </a:cubicBezTo>
                  <a:cubicBezTo>
                    <a:pt x="23" y="16"/>
                    <a:pt x="23" y="16"/>
                    <a:pt x="23" y="1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Freeform 32"/>
            <p:cNvSpPr/>
            <p:nvPr/>
          </p:nvSpPr>
          <p:spPr bwMode="auto">
            <a:xfrm>
              <a:off x="3207638" y="1606038"/>
              <a:ext cx="149225" cy="141287"/>
            </a:xfrm>
            <a:custGeom>
              <a:avLst/>
              <a:gdLst>
                <a:gd name="T0" fmla="*/ 15 w 21"/>
                <a:gd name="T1" fmla="*/ 20 h 20"/>
                <a:gd name="T2" fmla="*/ 21 w 21"/>
                <a:gd name="T3" fmla="*/ 18 h 20"/>
                <a:gd name="T4" fmla="*/ 17 w 21"/>
                <a:gd name="T5" fmla="*/ 9 h 20"/>
                <a:gd name="T6" fmla="*/ 17 w 21"/>
                <a:gd name="T7" fmla="*/ 8 h 20"/>
                <a:gd name="T8" fmla="*/ 17 w 21"/>
                <a:gd name="T9" fmla="*/ 14 h 20"/>
                <a:gd name="T10" fmla="*/ 13 w 21"/>
                <a:gd name="T11" fmla="*/ 14 h 20"/>
                <a:gd name="T12" fmla="*/ 13 w 21"/>
                <a:gd name="T13" fmla="*/ 7 h 20"/>
                <a:gd name="T14" fmla="*/ 7 w 21"/>
                <a:gd name="T15" fmla="*/ 7 h 20"/>
                <a:gd name="T16" fmla="*/ 7 w 21"/>
                <a:gd name="T17" fmla="*/ 3 h 20"/>
                <a:gd name="T18" fmla="*/ 9 w 21"/>
                <a:gd name="T19" fmla="*/ 3 h 20"/>
                <a:gd name="T20" fmla="*/ 1 w 21"/>
                <a:gd name="T21" fmla="*/ 0 h 20"/>
                <a:gd name="T22" fmla="*/ 0 w 21"/>
                <a:gd name="T23" fmla="*/ 5 h 20"/>
                <a:gd name="T24" fmla="*/ 15 w 21"/>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0">
                  <a:moveTo>
                    <a:pt x="15" y="20"/>
                  </a:moveTo>
                  <a:cubicBezTo>
                    <a:pt x="17" y="20"/>
                    <a:pt x="19" y="19"/>
                    <a:pt x="21" y="18"/>
                  </a:cubicBezTo>
                  <a:cubicBezTo>
                    <a:pt x="20" y="15"/>
                    <a:pt x="19" y="11"/>
                    <a:pt x="17" y="9"/>
                  </a:cubicBezTo>
                  <a:cubicBezTo>
                    <a:pt x="17" y="8"/>
                    <a:pt x="17" y="8"/>
                    <a:pt x="17" y="8"/>
                  </a:cubicBezTo>
                  <a:cubicBezTo>
                    <a:pt x="17" y="14"/>
                    <a:pt x="17" y="14"/>
                    <a:pt x="17" y="14"/>
                  </a:cubicBezTo>
                  <a:cubicBezTo>
                    <a:pt x="13" y="14"/>
                    <a:pt x="13" y="14"/>
                    <a:pt x="13" y="14"/>
                  </a:cubicBezTo>
                  <a:cubicBezTo>
                    <a:pt x="13" y="7"/>
                    <a:pt x="13" y="7"/>
                    <a:pt x="13" y="7"/>
                  </a:cubicBezTo>
                  <a:cubicBezTo>
                    <a:pt x="7" y="7"/>
                    <a:pt x="7" y="7"/>
                    <a:pt x="7" y="7"/>
                  </a:cubicBezTo>
                  <a:cubicBezTo>
                    <a:pt x="7" y="3"/>
                    <a:pt x="7" y="3"/>
                    <a:pt x="7" y="3"/>
                  </a:cubicBezTo>
                  <a:cubicBezTo>
                    <a:pt x="9" y="3"/>
                    <a:pt x="9" y="3"/>
                    <a:pt x="9" y="3"/>
                  </a:cubicBezTo>
                  <a:cubicBezTo>
                    <a:pt x="6" y="2"/>
                    <a:pt x="3" y="1"/>
                    <a:pt x="1" y="0"/>
                  </a:cubicBezTo>
                  <a:cubicBezTo>
                    <a:pt x="0" y="1"/>
                    <a:pt x="0" y="3"/>
                    <a:pt x="0" y="5"/>
                  </a:cubicBezTo>
                  <a:cubicBezTo>
                    <a:pt x="0" y="13"/>
                    <a:pt x="7" y="20"/>
                    <a:pt x="15" y="2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Freeform 33"/>
            <p:cNvSpPr/>
            <p:nvPr/>
          </p:nvSpPr>
          <p:spPr bwMode="auto">
            <a:xfrm>
              <a:off x="2912363" y="1288538"/>
              <a:ext cx="458787" cy="501650"/>
            </a:xfrm>
            <a:custGeom>
              <a:avLst/>
              <a:gdLst>
                <a:gd name="T0" fmla="*/ 57 w 65"/>
                <a:gd name="T1" fmla="*/ 69 h 71"/>
                <a:gd name="T2" fmla="*/ 38 w 65"/>
                <a:gd name="T3" fmla="*/ 50 h 71"/>
                <a:gd name="T4" fmla="*/ 40 w 65"/>
                <a:gd name="T5" fmla="*/ 41 h 71"/>
                <a:gd name="T6" fmla="*/ 40 w 65"/>
                <a:gd name="T7" fmla="*/ 39 h 71"/>
                <a:gd name="T8" fmla="*/ 42 w 65"/>
                <a:gd name="T9" fmla="*/ 29 h 71"/>
                <a:gd name="T10" fmla="*/ 44 w 65"/>
                <a:gd name="T11" fmla="*/ 26 h 71"/>
                <a:gd name="T12" fmla="*/ 45 w 65"/>
                <a:gd name="T13" fmla="*/ 22 h 71"/>
                <a:gd name="T14" fmla="*/ 44 w 65"/>
                <a:gd name="T15" fmla="*/ 21 h 71"/>
                <a:gd name="T16" fmla="*/ 45 w 65"/>
                <a:gd name="T17" fmla="*/ 14 h 71"/>
                <a:gd name="T18" fmla="*/ 45 w 65"/>
                <a:gd name="T19" fmla="*/ 10 h 71"/>
                <a:gd name="T20" fmla="*/ 36 w 65"/>
                <a:gd name="T21" fmla="*/ 1 h 71"/>
                <a:gd name="T22" fmla="*/ 26 w 65"/>
                <a:gd name="T23" fmla="*/ 2 h 71"/>
                <a:gd name="T24" fmla="*/ 18 w 65"/>
                <a:gd name="T25" fmla="*/ 0 h 71"/>
                <a:gd name="T26" fmla="*/ 18 w 65"/>
                <a:gd name="T27" fmla="*/ 11 h 71"/>
                <a:gd name="T28" fmla="*/ 19 w 65"/>
                <a:gd name="T29" fmla="*/ 21 h 71"/>
                <a:gd name="T30" fmla="*/ 18 w 65"/>
                <a:gd name="T31" fmla="*/ 24 h 71"/>
                <a:gd name="T32" fmla="*/ 20 w 65"/>
                <a:gd name="T33" fmla="*/ 29 h 71"/>
                <a:gd name="T34" fmla="*/ 23 w 65"/>
                <a:gd name="T35" fmla="*/ 41 h 71"/>
                <a:gd name="T36" fmla="*/ 9 w 65"/>
                <a:gd name="T37" fmla="*/ 52 h 71"/>
                <a:gd name="T38" fmla="*/ 0 w 65"/>
                <a:gd name="T39" fmla="*/ 71 h 71"/>
                <a:gd name="T40" fmla="*/ 65 w 65"/>
                <a:gd name="T41" fmla="*/ 71 h 71"/>
                <a:gd name="T42" fmla="*/ 64 w 65"/>
                <a:gd name="T43" fmla="*/ 67 h 71"/>
                <a:gd name="T44" fmla="*/ 57 w 65"/>
                <a:gd name="T45" fmla="*/ 69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5" h="71">
                  <a:moveTo>
                    <a:pt x="57" y="69"/>
                  </a:moveTo>
                  <a:cubicBezTo>
                    <a:pt x="46" y="69"/>
                    <a:pt x="38" y="61"/>
                    <a:pt x="38" y="50"/>
                  </a:cubicBezTo>
                  <a:cubicBezTo>
                    <a:pt x="38" y="47"/>
                    <a:pt x="39" y="43"/>
                    <a:pt x="40" y="41"/>
                  </a:cubicBezTo>
                  <a:cubicBezTo>
                    <a:pt x="40" y="40"/>
                    <a:pt x="40" y="39"/>
                    <a:pt x="40" y="39"/>
                  </a:cubicBezTo>
                  <a:cubicBezTo>
                    <a:pt x="40" y="34"/>
                    <a:pt x="42" y="29"/>
                    <a:pt x="42" y="29"/>
                  </a:cubicBezTo>
                  <a:cubicBezTo>
                    <a:pt x="42" y="29"/>
                    <a:pt x="44" y="28"/>
                    <a:pt x="44" y="26"/>
                  </a:cubicBezTo>
                  <a:cubicBezTo>
                    <a:pt x="45" y="25"/>
                    <a:pt x="45" y="22"/>
                    <a:pt x="45" y="22"/>
                  </a:cubicBezTo>
                  <a:cubicBezTo>
                    <a:pt x="45" y="22"/>
                    <a:pt x="44" y="22"/>
                    <a:pt x="44" y="21"/>
                  </a:cubicBezTo>
                  <a:cubicBezTo>
                    <a:pt x="44" y="19"/>
                    <a:pt x="45" y="17"/>
                    <a:pt x="45" y="14"/>
                  </a:cubicBezTo>
                  <a:cubicBezTo>
                    <a:pt x="45" y="12"/>
                    <a:pt x="45" y="12"/>
                    <a:pt x="45" y="10"/>
                  </a:cubicBezTo>
                  <a:cubicBezTo>
                    <a:pt x="45" y="3"/>
                    <a:pt x="39" y="2"/>
                    <a:pt x="36" y="1"/>
                  </a:cubicBezTo>
                  <a:cubicBezTo>
                    <a:pt x="31" y="1"/>
                    <a:pt x="30" y="1"/>
                    <a:pt x="26" y="2"/>
                  </a:cubicBezTo>
                  <a:cubicBezTo>
                    <a:pt x="22" y="2"/>
                    <a:pt x="18" y="0"/>
                    <a:pt x="18" y="0"/>
                  </a:cubicBezTo>
                  <a:cubicBezTo>
                    <a:pt x="18" y="0"/>
                    <a:pt x="17" y="5"/>
                    <a:pt x="18" y="11"/>
                  </a:cubicBezTo>
                  <a:cubicBezTo>
                    <a:pt x="18" y="16"/>
                    <a:pt x="19" y="21"/>
                    <a:pt x="19" y="21"/>
                  </a:cubicBezTo>
                  <a:cubicBezTo>
                    <a:pt x="19" y="21"/>
                    <a:pt x="18" y="21"/>
                    <a:pt x="18" y="24"/>
                  </a:cubicBezTo>
                  <a:cubicBezTo>
                    <a:pt x="18" y="27"/>
                    <a:pt x="20" y="29"/>
                    <a:pt x="20" y="29"/>
                  </a:cubicBezTo>
                  <a:cubicBezTo>
                    <a:pt x="20" y="29"/>
                    <a:pt x="24" y="38"/>
                    <a:pt x="23" y="41"/>
                  </a:cubicBezTo>
                  <a:cubicBezTo>
                    <a:pt x="23" y="44"/>
                    <a:pt x="14" y="47"/>
                    <a:pt x="9" y="52"/>
                  </a:cubicBezTo>
                  <a:cubicBezTo>
                    <a:pt x="1" y="57"/>
                    <a:pt x="0" y="71"/>
                    <a:pt x="0" y="71"/>
                  </a:cubicBezTo>
                  <a:cubicBezTo>
                    <a:pt x="65" y="71"/>
                    <a:pt x="65" y="71"/>
                    <a:pt x="65" y="71"/>
                  </a:cubicBezTo>
                  <a:cubicBezTo>
                    <a:pt x="65" y="71"/>
                    <a:pt x="64" y="70"/>
                    <a:pt x="64" y="67"/>
                  </a:cubicBezTo>
                  <a:cubicBezTo>
                    <a:pt x="62" y="68"/>
                    <a:pt x="59" y="69"/>
                    <a:pt x="57" y="6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2" name="Freeform 34"/>
          <p:cNvSpPr/>
          <p:nvPr/>
        </p:nvSpPr>
        <p:spPr bwMode="auto">
          <a:xfrm>
            <a:off x="3680021" y="2730820"/>
            <a:ext cx="646509" cy="279883"/>
          </a:xfrm>
          <a:custGeom>
            <a:avLst/>
            <a:gdLst>
              <a:gd name="T0" fmla="*/ 122 w 122"/>
              <a:gd name="T1" fmla="*/ 27 h 53"/>
              <a:gd name="T2" fmla="*/ 81 w 122"/>
              <a:gd name="T3" fmla="*/ 0 h 53"/>
              <a:gd name="T4" fmla="*/ 7 w 122"/>
              <a:gd name="T5" fmla="*/ 0 h 53"/>
              <a:gd name="T6" fmla="*/ 0 w 122"/>
              <a:gd name="T7" fmla="*/ 4 h 53"/>
              <a:gd name="T8" fmla="*/ 0 w 122"/>
              <a:gd name="T9" fmla="*/ 49 h 53"/>
              <a:gd name="T10" fmla="*/ 7 w 122"/>
              <a:gd name="T11" fmla="*/ 53 h 53"/>
              <a:gd name="T12" fmla="*/ 83 w 122"/>
              <a:gd name="T13" fmla="*/ 53 h 53"/>
              <a:gd name="T14" fmla="*/ 122 w 122"/>
              <a:gd name="T15" fmla="*/ 27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53">
                <a:moveTo>
                  <a:pt x="122" y="27"/>
                </a:moveTo>
                <a:cubicBezTo>
                  <a:pt x="81" y="0"/>
                  <a:pt x="81" y="0"/>
                  <a:pt x="81" y="0"/>
                </a:cubicBezTo>
                <a:cubicBezTo>
                  <a:pt x="7" y="0"/>
                  <a:pt x="7" y="0"/>
                  <a:pt x="7" y="0"/>
                </a:cubicBezTo>
                <a:cubicBezTo>
                  <a:pt x="3" y="0"/>
                  <a:pt x="0" y="2"/>
                  <a:pt x="0" y="4"/>
                </a:cubicBezTo>
                <a:cubicBezTo>
                  <a:pt x="0" y="49"/>
                  <a:pt x="0" y="49"/>
                  <a:pt x="0" y="49"/>
                </a:cubicBezTo>
                <a:cubicBezTo>
                  <a:pt x="0" y="51"/>
                  <a:pt x="3" y="53"/>
                  <a:pt x="7" y="53"/>
                </a:cubicBezTo>
                <a:cubicBezTo>
                  <a:pt x="83" y="53"/>
                  <a:pt x="83" y="53"/>
                  <a:pt x="83" y="53"/>
                </a:cubicBezTo>
                <a:lnTo>
                  <a:pt x="122" y="2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3" name="Freeform 35"/>
          <p:cNvSpPr/>
          <p:nvPr/>
        </p:nvSpPr>
        <p:spPr bwMode="auto">
          <a:xfrm>
            <a:off x="1875033" y="2730820"/>
            <a:ext cx="651272" cy="279883"/>
          </a:xfrm>
          <a:custGeom>
            <a:avLst/>
            <a:gdLst>
              <a:gd name="T0" fmla="*/ 0 w 123"/>
              <a:gd name="T1" fmla="*/ 25 h 53"/>
              <a:gd name="T2" fmla="*/ 41 w 123"/>
              <a:gd name="T3" fmla="*/ 53 h 53"/>
              <a:gd name="T4" fmla="*/ 115 w 123"/>
              <a:gd name="T5" fmla="*/ 53 h 53"/>
              <a:gd name="T6" fmla="*/ 122 w 123"/>
              <a:gd name="T7" fmla="*/ 49 h 53"/>
              <a:gd name="T8" fmla="*/ 123 w 123"/>
              <a:gd name="T9" fmla="*/ 5 h 53"/>
              <a:gd name="T10" fmla="*/ 116 w 123"/>
              <a:gd name="T11" fmla="*/ 0 h 53"/>
              <a:gd name="T12" fmla="*/ 39 w 123"/>
              <a:gd name="T13" fmla="*/ 0 h 53"/>
              <a:gd name="T14" fmla="*/ 0 w 123"/>
              <a:gd name="T15" fmla="*/ 25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53">
                <a:moveTo>
                  <a:pt x="0" y="25"/>
                </a:moveTo>
                <a:cubicBezTo>
                  <a:pt x="41" y="53"/>
                  <a:pt x="41" y="53"/>
                  <a:pt x="41" y="53"/>
                </a:cubicBezTo>
                <a:cubicBezTo>
                  <a:pt x="115" y="53"/>
                  <a:pt x="115" y="53"/>
                  <a:pt x="115" y="53"/>
                </a:cubicBezTo>
                <a:cubicBezTo>
                  <a:pt x="119" y="53"/>
                  <a:pt x="122" y="51"/>
                  <a:pt x="122" y="49"/>
                </a:cubicBezTo>
                <a:cubicBezTo>
                  <a:pt x="123" y="5"/>
                  <a:pt x="123" y="5"/>
                  <a:pt x="123" y="5"/>
                </a:cubicBezTo>
                <a:cubicBezTo>
                  <a:pt x="123" y="2"/>
                  <a:pt x="120" y="0"/>
                  <a:pt x="116" y="0"/>
                </a:cubicBezTo>
                <a:cubicBezTo>
                  <a:pt x="39" y="0"/>
                  <a:pt x="39" y="0"/>
                  <a:pt x="39" y="0"/>
                </a:cubicBezTo>
                <a:lnTo>
                  <a:pt x="0" y="2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4" name="Freeform 36"/>
          <p:cNvSpPr/>
          <p:nvPr/>
        </p:nvSpPr>
        <p:spPr bwMode="auto">
          <a:xfrm>
            <a:off x="2950168" y="1644634"/>
            <a:ext cx="285750" cy="651473"/>
          </a:xfrm>
          <a:custGeom>
            <a:avLst/>
            <a:gdLst>
              <a:gd name="T0" fmla="*/ 27 w 54"/>
              <a:gd name="T1" fmla="*/ 0 h 123"/>
              <a:gd name="T2" fmla="*/ 0 w 54"/>
              <a:gd name="T3" fmla="*/ 42 h 123"/>
              <a:gd name="T4" fmla="*/ 0 w 54"/>
              <a:gd name="T5" fmla="*/ 116 h 123"/>
              <a:gd name="T6" fmla="*/ 5 w 54"/>
              <a:gd name="T7" fmla="*/ 123 h 123"/>
              <a:gd name="T8" fmla="*/ 49 w 54"/>
              <a:gd name="T9" fmla="*/ 123 h 123"/>
              <a:gd name="T10" fmla="*/ 54 w 54"/>
              <a:gd name="T11" fmla="*/ 116 h 123"/>
              <a:gd name="T12" fmla="*/ 53 w 54"/>
              <a:gd name="T13" fmla="*/ 39 h 123"/>
              <a:gd name="T14" fmla="*/ 27 w 54"/>
              <a:gd name="T15" fmla="*/ 0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3">
                <a:moveTo>
                  <a:pt x="27" y="0"/>
                </a:moveTo>
                <a:cubicBezTo>
                  <a:pt x="0" y="42"/>
                  <a:pt x="0" y="42"/>
                  <a:pt x="0" y="42"/>
                </a:cubicBezTo>
                <a:cubicBezTo>
                  <a:pt x="0" y="116"/>
                  <a:pt x="0" y="116"/>
                  <a:pt x="0" y="116"/>
                </a:cubicBezTo>
                <a:cubicBezTo>
                  <a:pt x="0" y="120"/>
                  <a:pt x="2" y="123"/>
                  <a:pt x="5" y="123"/>
                </a:cubicBezTo>
                <a:cubicBezTo>
                  <a:pt x="49" y="123"/>
                  <a:pt x="49" y="123"/>
                  <a:pt x="49" y="123"/>
                </a:cubicBezTo>
                <a:cubicBezTo>
                  <a:pt x="52" y="123"/>
                  <a:pt x="54" y="119"/>
                  <a:pt x="54" y="116"/>
                </a:cubicBezTo>
                <a:cubicBezTo>
                  <a:pt x="53" y="39"/>
                  <a:pt x="53" y="39"/>
                  <a:pt x="53" y="39"/>
                </a:cubicBezTo>
                <a:lnTo>
                  <a:pt x="2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5" name="Freeform 37"/>
          <p:cNvSpPr/>
          <p:nvPr/>
        </p:nvSpPr>
        <p:spPr bwMode="auto">
          <a:xfrm>
            <a:off x="2960884" y="3445415"/>
            <a:ext cx="279797" cy="651473"/>
          </a:xfrm>
          <a:custGeom>
            <a:avLst/>
            <a:gdLst>
              <a:gd name="T0" fmla="*/ 26 w 53"/>
              <a:gd name="T1" fmla="*/ 123 h 123"/>
              <a:gd name="T2" fmla="*/ 53 w 53"/>
              <a:gd name="T3" fmla="*/ 81 h 123"/>
              <a:gd name="T4" fmla="*/ 53 w 53"/>
              <a:gd name="T5" fmla="*/ 7 h 123"/>
              <a:gd name="T6" fmla="*/ 49 w 53"/>
              <a:gd name="T7" fmla="*/ 1 h 123"/>
              <a:gd name="T8" fmla="*/ 4 w 53"/>
              <a:gd name="T9" fmla="*/ 0 h 123"/>
              <a:gd name="T10" fmla="*/ 0 w 53"/>
              <a:gd name="T11" fmla="*/ 7 h 123"/>
              <a:gd name="T12" fmla="*/ 0 w 53"/>
              <a:gd name="T13" fmla="*/ 84 h 123"/>
              <a:gd name="T14" fmla="*/ 26 w 53"/>
              <a:gd name="T15" fmla="*/ 123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23">
                <a:moveTo>
                  <a:pt x="26" y="123"/>
                </a:moveTo>
                <a:cubicBezTo>
                  <a:pt x="53" y="81"/>
                  <a:pt x="53" y="81"/>
                  <a:pt x="53" y="81"/>
                </a:cubicBezTo>
                <a:cubicBezTo>
                  <a:pt x="53" y="7"/>
                  <a:pt x="53" y="7"/>
                  <a:pt x="53" y="7"/>
                </a:cubicBezTo>
                <a:cubicBezTo>
                  <a:pt x="53" y="4"/>
                  <a:pt x="51" y="1"/>
                  <a:pt x="49" y="1"/>
                </a:cubicBezTo>
                <a:cubicBezTo>
                  <a:pt x="4" y="0"/>
                  <a:pt x="4" y="0"/>
                  <a:pt x="4" y="0"/>
                </a:cubicBezTo>
                <a:cubicBezTo>
                  <a:pt x="2" y="0"/>
                  <a:pt x="0" y="3"/>
                  <a:pt x="0" y="7"/>
                </a:cubicBezTo>
                <a:cubicBezTo>
                  <a:pt x="0" y="84"/>
                  <a:pt x="0" y="84"/>
                  <a:pt x="0" y="84"/>
                </a:cubicBezTo>
                <a:lnTo>
                  <a:pt x="26" y="12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6" name="Freeform 38"/>
          <p:cNvSpPr/>
          <p:nvPr/>
        </p:nvSpPr>
        <p:spPr bwMode="auto">
          <a:xfrm>
            <a:off x="3426417" y="1978112"/>
            <a:ext cx="539354" cy="562149"/>
          </a:xfrm>
          <a:custGeom>
            <a:avLst/>
            <a:gdLst>
              <a:gd name="T0" fmla="*/ 102 w 102"/>
              <a:gd name="T1" fmla="*/ 0 h 106"/>
              <a:gd name="T2" fmla="*/ 53 w 102"/>
              <a:gd name="T3" fmla="*/ 12 h 106"/>
              <a:gd name="T4" fmla="*/ 3 w 102"/>
              <a:gd name="T5" fmla="*/ 66 h 106"/>
              <a:gd name="T6" fmla="*/ 1 w 102"/>
              <a:gd name="T7" fmla="*/ 74 h 106"/>
              <a:gd name="T8" fmla="*/ 34 w 102"/>
              <a:gd name="T9" fmla="*/ 104 h 106"/>
              <a:gd name="T10" fmla="*/ 42 w 102"/>
              <a:gd name="T11" fmla="*/ 102 h 106"/>
              <a:gd name="T12" fmla="*/ 94 w 102"/>
              <a:gd name="T13" fmla="*/ 46 h 106"/>
              <a:gd name="T14" fmla="*/ 102 w 102"/>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106">
                <a:moveTo>
                  <a:pt x="102" y="0"/>
                </a:moveTo>
                <a:cubicBezTo>
                  <a:pt x="53" y="12"/>
                  <a:pt x="53" y="12"/>
                  <a:pt x="53" y="12"/>
                </a:cubicBezTo>
                <a:cubicBezTo>
                  <a:pt x="3" y="66"/>
                  <a:pt x="3" y="66"/>
                  <a:pt x="3" y="66"/>
                </a:cubicBezTo>
                <a:cubicBezTo>
                  <a:pt x="0" y="69"/>
                  <a:pt x="0" y="72"/>
                  <a:pt x="1" y="74"/>
                </a:cubicBezTo>
                <a:cubicBezTo>
                  <a:pt x="34" y="104"/>
                  <a:pt x="34" y="104"/>
                  <a:pt x="34" y="104"/>
                </a:cubicBezTo>
                <a:cubicBezTo>
                  <a:pt x="36" y="106"/>
                  <a:pt x="39" y="105"/>
                  <a:pt x="42" y="102"/>
                </a:cubicBezTo>
                <a:cubicBezTo>
                  <a:pt x="94" y="46"/>
                  <a:pt x="94" y="46"/>
                  <a:pt x="94" y="46"/>
                </a:cubicBezTo>
                <a:lnTo>
                  <a:pt x="102"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7" name="Freeform 39"/>
          <p:cNvSpPr/>
          <p:nvPr/>
        </p:nvSpPr>
        <p:spPr bwMode="auto">
          <a:xfrm>
            <a:off x="2283418" y="3201261"/>
            <a:ext cx="544116" cy="562149"/>
          </a:xfrm>
          <a:custGeom>
            <a:avLst/>
            <a:gdLst>
              <a:gd name="T0" fmla="*/ 0 w 103"/>
              <a:gd name="T1" fmla="*/ 106 h 106"/>
              <a:gd name="T2" fmla="*/ 49 w 103"/>
              <a:gd name="T3" fmla="*/ 95 h 106"/>
              <a:gd name="T4" fmla="*/ 100 w 103"/>
              <a:gd name="T5" fmla="*/ 41 h 106"/>
              <a:gd name="T6" fmla="*/ 101 w 103"/>
              <a:gd name="T7" fmla="*/ 33 h 106"/>
              <a:gd name="T8" fmla="*/ 69 w 103"/>
              <a:gd name="T9" fmla="*/ 2 h 106"/>
              <a:gd name="T10" fmla="*/ 61 w 103"/>
              <a:gd name="T11" fmla="*/ 4 h 106"/>
              <a:gd name="T12" fmla="*/ 8 w 103"/>
              <a:gd name="T13" fmla="*/ 60 h 106"/>
              <a:gd name="T14" fmla="*/ 0 w 103"/>
              <a:gd name="T15" fmla="*/ 106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6">
                <a:moveTo>
                  <a:pt x="0" y="106"/>
                </a:moveTo>
                <a:cubicBezTo>
                  <a:pt x="49" y="95"/>
                  <a:pt x="49" y="95"/>
                  <a:pt x="49" y="95"/>
                </a:cubicBezTo>
                <a:cubicBezTo>
                  <a:pt x="100" y="41"/>
                  <a:pt x="100" y="41"/>
                  <a:pt x="100" y="41"/>
                </a:cubicBezTo>
                <a:cubicBezTo>
                  <a:pt x="102" y="38"/>
                  <a:pt x="103" y="34"/>
                  <a:pt x="101" y="33"/>
                </a:cubicBezTo>
                <a:cubicBezTo>
                  <a:pt x="69" y="2"/>
                  <a:pt x="69" y="2"/>
                  <a:pt x="69" y="2"/>
                </a:cubicBezTo>
                <a:cubicBezTo>
                  <a:pt x="67" y="0"/>
                  <a:pt x="63" y="1"/>
                  <a:pt x="61" y="4"/>
                </a:cubicBezTo>
                <a:cubicBezTo>
                  <a:pt x="8" y="60"/>
                  <a:pt x="8" y="60"/>
                  <a:pt x="8" y="60"/>
                </a:cubicBezTo>
                <a:lnTo>
                  <a:pt x="0" y="10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8" name="Freeform 40"/>
          <p:cNvSpPr/>
          <p:nvPr/>
        </p:nvSpPr>
        <p:spPr bwMode="auto">
          <a:xfrm>
            <a:off x="3415703" y="3190542"/>
            <a:ext cx="545306" cy="556194"/>
          </a:xfrm>
          <a:custGeom>
            <a:avLst/>
            <a:gdLst>
              <a:gd name="T0" fmla="*/ 103 w 103"/>
              <a:gd name="T1" fmla="*/ 105 h 105"/>
              <a:gd name="T2" fmla="*/ 93 w 103"/>
              <a:gd name="T3" fmla="*/ 56 h 105"/>
              <a:gd name="T4" fmla="*/ 41 w 103"/>
              <a:gd name="T5" fmla="*/ 3 h 105"/>
              <a:gd name="T6" fmla="*/ 33 w 103"/>
              <a:gd name="T7" fmla="*/ 1 h 105"/>
              <a:gd name="T8" fmla="*/ 2 w 103"/>
              <a:gd name="T9" fmla="*/ 33 h 105"/>
              <a:gd name="T10" fmla="*/ 3 w 103"/>
              <a:gd name="T11" fmla="*/ 41 h 105"/>
              <a:gd name="T12" fmla="*/ 57 w 103"/>
              <a:gd name="T13" fmla="*/ 95 h 105"/>
              <a:gd name="T14" fmla="*/ 103 w 103"/>
              <a:gd name="T15" fmla="*/ 105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5">
                <a:moveTo>
                  <a:pt x="103" y="105"/>
                </a:moveTo>
                <a:cubicBezTo>
                  <a:pt x="93" y="56"/>
                  <a:pt x="93" y="56"/>
                  <a:pt x="93" y="56"/>
                </a:cubicBezTo>
                <a:cubicBezTo>
                  <a:pt x="41" y="3"/>
                  <a:pt x="41" y="3"/>
                  <a:pt x="41" y="3"/>
                </a:cubicBezTo>
                <a:cubicBezTo>
                  <a:pt x="38" y="0"/>
                  <a:pt x="35" y="0"/>
                  <a:pt x="33" y="1"/>
                </a:cubicBezTo>
                <a:cubicBezTo>
                  <a:pt x="2" y="33"/>
                  <a:pt x="2" y="33"/>
                  <a:pt x="2" y="33"/>
                </a:cubicBezTo>
                <a:cubicBezTo>
                  <a:pt x="0" y="34"/>
                  <a:pt x="1" y="38"/>
                  <a:pt x="3" y="41"/>
                </a:cubicBezTo>
                <a:cubicBezTo>
                  <a:pt x="57" y="95"/>
                  <a:pt x="57" y="95"/>
                  <a:pt x="57" y="95"/>
                </a:cubicBezTo>
                <a:lnTo>
                  <a:pt x="103" y="10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9" name="Freeform 41"/>
          <p:cNvSpPr/>
          <p:nvPr/>
        </p:nvSpPr>
        <p:spPr bwMode="auto">
          <a:xfrm>
            <a:off x="2240556" y="1994787"/>
            <a:ext cx="545306" cy="555002"/>
          </a:xfrm>
          <a:custGeom>
            <a:avLst/>
            <a:gdLst>
              <a:gd name="T0" fmla="*/ 0 w 103"/>
              <a:gd name="T1" fmla="*/ 0 h 105"/>
              <a:gd name="T2" fmla="*/ 10 w 103"/>
              <a:gd name="T3" fmla="*/ 49 h 105"/>
              <a:gd name="T4" fmla="*/ 62 w 103"/>
              <a:gd name="T5" fmla="*/ 102 h 105"/>
              <a:gd name="T6" fmla="*/ 70 w 103"/>
              <a:gd name="T7" fmla="*/ 104 h 105"/>
              <a:gd name="T8" fmla="*/ 101 w 103"/>
              <a:gd name="T9" fmla="*/ 73 h 105"/>
              <a:gd name="T10" fmla="*/ 100 w 103"/>
              <a:gd name="T11" fmla="*/ 65 h 105"/>
              <a:gd name="T12" fmla="*/ 46 w 103"/>
              <a:gd name="T13" fmla="*/ 10 h 105"/>
              <a:gd name="T14" fmla="*/ 0 w 103"/>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3" h="105">
                <a:moveTo>
                  <a:pt x="0" y="0"/>
                </a:moveTo>
                <a:cubicBezTo>
                  <a:pt x="10" y="49"/>
                  <a:pt x="10" y="49"/>
                  <a:pt x="10" y="49"/>
                </a:cubicBezTo>
                <a:cubicBezTo>
                  <a:pt x="62" y="102"/>
                  <a:pt x="62" y="102"/>
                  <a:pt x="62" y="102"/>
                </a:cubicBezTo>
                <a:cubicBezTo>
                  <a:pt x="64" y="105"/>
                  <a:pt x="68" y="105"/>
                  <a:pt x="70" y="104"/>
                </a:cubicBezTo>
                <a:cubicBezTo>
                  <a:pt x="101" y="73"/>
                  <a:pt x="101" y="73"/>
                  <a:pt x="101" y="73"/>
                </a:cubicBezTo>
                <a:cubicBezTo>
                  <a:pt x="103" y="71"/>
                  <a:pt x="103" y="68"/>
                  <a:pt x="100" y="65"/>
                </a:cubicBezTo>
                <a:cubicBezTo>
                  <a:pt x="46" y="10"/>
                  <a:pt x="46" y="10"/>
                  <a:pt x="46" y="10"/>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0" name="TextBox 57"/>
          <p:cNvSpPr txBox="1"/>
          <p:nvPr/>
        </p:nvSpPr>
        <p:spPr bwMode="auto">
          <a:xfrm>
            <a:off x="5303291" y="1699185"/>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2" name="TextBox 57"/>
          <p:cNvSpPr txBox="1"/>
          <p:nvPr/>
        </p:nvSpPr>
        <p:spPr bwMode="auto">
          <a:xfrm>
            <a:off x="5303291" y="2580519"/>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4" name="TextBox 57"/>
          <p:cNvSpPr txBox="1"/>
          <p:nvPr/>
        </p:nvSpPr>
        <p:spPr bwMode="auto">
          <a:xfrm>
            <a:off x="5303291" y="3461854"/>
            <a:ext cx="2005013" cy="591829"/>
          </a:xfrm>
          <a:prstGeom prst="rect">
            <a:avLst/>
          </a:prstGeom>
          <a:noFill/>
        </p:spPr>
        <p:txBody>
          <a:bodyPr lIns="68580" tIns="34290" rIns="68580" bIns="34290">
            <a:spAutoFit/>
          </a:bodyPr>
          <a:lstStyle/>
          <a:p>
            <a:pPr algn="just">
              <a:lnSpc>
                <a:spcPct val="130000"/>
              </a:lnSpc>
              <a:defRPr/>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Open Sans Light" pitchFamily="34" charset="0"/>
              </a:rPr>
              <a:t>此处添加详细文本描述，建议与标题相关并符合整体语言风格，语言描述尽量简洁生动。</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321162"/>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80">
                                          <p:stCondLst>
                                            <p:cond delay="0"/>
                                          </p:stCondLst>
                                        </p:cTn>
                                        <p:tgtEl>
                                          <p:spTgt spid="46"/>
                                        </p:tgtEl>
                                      </p:cBhvr>
                                    </p:animEffect>
                                    <p:anim calcmode="lin" valueType="num">
                                      <p:cBhvr>
                                        <p:cTn id="8"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3" dur="26">
                                          <p:stCondLst>
                                            <p:cond delay="650"/>
                                          </p:stCondLst>
                                        </p:cTn>
                                        <p:tgtEl>
                                          <p:spTgt spid="46"/>
                                        </p:tgtEl>
                                      </p:cBhvr>
                                      <p:to x="100000" y="60000"/>
                                    </p:animScale>
                                    <p:animScale>
                                      <p:cBhvr>
                                        <p:cTn id="14" dur="166" decel="50000">
                                          <p:stCondLst>
                                            <p:cond delay="676"/>
                                          </p:stCondLst>
                                        </p:cTn>
                                        <p:tgtEl>
                                          <p:spTgt spid="46"/>
                                        </p:tgtEl>
                                      </p:cBhvr>
                                      <p:to x="100000" y="100000"/>
                                    </p:animScale>
                                    <p:animScale>
                                      <p:cBhvr>
                                        <p:cTn id="15" dur="26">
                                          <p:stCondLst>
                                            <p:cond delay="1312"/>
                                          </p:stCondLst>
                                        </p:cTn>
                                        <p:tgtEl>
                                          <p:spTgt spid="46"/>
                                        </p:tgtEl>
                                      </p:cBhvr>
                                      <p:to x="100000" y="80000"/>
                                    </p:animScale>
                                    <p:animScale>
                                      <p:cBhvr>
                                        <p:cTn id="16" dur="166" decel="50000">
                                          <p:stCondLst>
                                            <p:cond delay="1338"/>
                                          </p:stCondLst>
                                        </p:cTn>
                                        <p:tgtEl>
                                          <p:spTgt spid="46"/>
                                        </p:tgtEl>
                                      </p:cBhvr>
                                      <p:to x="100000" y="100000"/>
                                    </p:animScale>
                                    <p:animScale>
                                      <p:cBhvr>
                                        <p:cTn id="17" dur="26">
                                          <p:stCondLst>
                                            <p:cond delay="1642"/>
                                          </p:stCondLst>
                                        </p:cTn>
                                        <p:tgtEl>
                                          <p:spTgt spid="46"/>
                                        </p:tgtEl>
                                      </p:cBhvr>
                                      <p:to x="100000" y="90000"/>
                                    </p:animScale>
                                    <p:animScale>
                                      <p:cBhvr>
                                        <p:cTn id="18" dur="166" decel="50000">
                                          <p:stCondLst>
                                            <p:cond delay="1668"/>
                                          </p:stCondLst>
                                        </p:cTn>
                                        <p:tgtEl>
                                          <p:spTgt spid="46"/>
                                        </p:tgtEl>
                                      </p:cBhvr>
                                      <p:to x="100000" y="100000"/>
                                    </p:animScale>
                                    <p:animScale>
                                      <p:cBhvr>
                                        <p:cTn id="19" dur="26">
                                          <p:stCondLst>
                                            <p:cond delay="1808"/>
                                          </p:stCondLst>
                                        </p:cTn>
                                        <p:tgtEl>
                                          <p:spTgt spid="46"/>
                                        </p:tgtEl>
                                      </p:cBhvr>
                                      <p:to x="100000" y="95000"/>
                                    </p:animScale>
                                    <p:animScale>
                                      <p:cBhvr>
                                        <p:cTn id="20" dur="166" decel="50000">
                                          <p:stCondLst>
                                            <p:cond delay="1834"/>
                                          </p:stCondLst>
                                        </p:cTn>
                                        <p:tgtEl>
                                          <p:spTgt spid="46"/>
                                        </p:tgtEl>
                                      </p:cBhvr>
                                      <p:to x="100000" y="100000"/>
                                    </p:animScale>
                                  </p:childTnLst>
                                </p:cTn>
                              </p:par>
                            </p:childTnLst>
                          </p:cTn>
                        </p:par>
                        <p:par>
                          <p:cTn id="21" fill="hold">
                            <p:stCondLst>
                              <p:cond delay="2000"/>
                            </p:stCondLst>
                            <p:childTnLst>
                              <p:par>
                                <p:cTn id="22" presetID="22" presetClass="entr" presetSubtype="4"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down)">
                                      <p:cBhvr>
                                        <p:cTn id="24" dur="500"/>
                                        <p:tgtEl>
                                          <p:spTgt spid="3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ipe(up)">
                                      <p:cBhvr>
                                        <p:cTn id="36" dur="500"/>
                                        <p:tgtEl>
                                          <p:spTgt spid="35"/>
                                        </p:tgtEl>
                                      </p:cBhvr>
                                    </p:animEffect>
                                  </p:childTnLst>
                                </p:cTn>
                              </p:par>
                              <p:par>
                                <p:cTn id="37" presetID="22" presetClass="entr" presetSubtype="2"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right)">
                                      <p:cBhvr>
                                        <p:cTn id="42" dur="500"/>
                                        <p:tgtEl>
                                          <p:spTgt spid="33"/>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right)">
                                      <p:cBhvr>
                                        <p:cTn id="45" dur="500"/>
                                        <p:tgtEl>
                                          <p:spTgt spid="39"/>
                                        </p:tgtEl>
                                      </p:cBhvr>
                                    </p:animEffect>
                                  </p:childTnLst>
                                </p:cTn>
                              </p:par>
                            </p:childTnLst>
                          </p:cTn>
                        </p:par>
                        <p:par>
                          <p:cTn id="46" fill="hold">
                            <p:stCondLst>
                              <p:cond delay="2500"/>
                            </p:stCondLst>
                            <p:childTnLst>
                              <p:par>
                                <p:cTn id="47" presetID="10" presetClass="entr" presetSubtype="0" fill="hold" nodeType="after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500"/>
                                        <p:tgtEl>
                                          <p:spTgt spid="49"/>
                                        </p:tgtEl>
                                      </p:cBhvr>
                                    </p:animEffect>
                                  </p:childTnLst>
                                </p:cTn>
                              </p:par>
                              <p:par>
                                <p:cTn id="50" presetID="10"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par>
                                <p:cTn id="53" presetID="10"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fade">
                                      <p:cBhvr>
                                        <p:cTn id="58" dur="500"/>
                                        <p:tgtEl>
                                          <p:spTgt spid="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500"/>
                                        <p:tgtEl>
                                          <p:spTgt spid="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par>
                          <p:cTn id="71" fill="hold">
                            <p:stCondLst>
                              <p:cond delay="3000"/>
                            </p:stCondLst>
                            <p:childTnLst>
                              <p:par>
                                <p:cTn id="72" presetID="42" presetClass="entr" presetSubtype="0" fill="hold" grpId="0" nodeType="after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1000"/>
                                        <p:tgtEl>
                                          <p:spTgt spid="40"/>
                                        </p:tgtEl>
                                      </p:cBhvr>
                                    </p:animEffect>
                                    <p:anim calcmode="lin" valueType="num">
                                      <p:cBhvr>
                                        <p:cTn id="75" dur="1000" fill="hold"/>
                                        <p:tgtEl>
                                          <p:spTgt spid="40"/>
                                        </p:tgtEl>
                                        <p:attrNameLst>
                                          <p:attrName>ppt_x</p:attrName>
                                        </p:attrNameLst>
                                      </p:cBhvr>
                                      <p:tavLst>
                                        <p:tav tm="0">
                                          <p:val>
                                            <p:strVal val="#ppt_x"/>
                                          </p:val>
                                        </p:tav>
                                        <p:tav tm="100000">
                                          <p:val>
                                            <p:strVal val="#ppt_x"/>
                                          </p:val>
                                        </p:tav>
                                      </p:tavLst>
                                    </p:anim>
                                    <p:anim calcmode="lin" valueType="num">
                                      <p:cBhvr>
                                        <p:cTn id="76" dur="1000" fill="hold"/>
                                        <p:tgtEl>
                                          <p:spTgt spid="40"/>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650"/>
                                  </p:stCondLst>
                                  <p:childTnLst>
                                    <p:set>
                                      <p:cBhvr>
                                        <p:cTn id="78" dur="1" fill="hold">
                                          <p:stCondLst>
                                            <p:cond delay="0"/>
                                          </p:stCondLst>
                                        </p:cTn>
                                        <p:tgtEl>
                                          <p:spTgt spid="42"/>
                                        </p:tgtEl>
                                        <p:attrNameLst>
                                          <p:attrName>style.visibility</p:attrName>
                                        </p:attrNameLst>
                                      </p:cBhvr>
                                      <p:to>
                                        <p:strVal val="visible"/>
                                      </p:to>
                                    </p:set>
                                    <p:animEffect transition="in" filter="fade">
                                      <p:cBhvr>
                                        <p:cTn id="79" dur="1000"/>
                                        <p:tgtEl>
                                          <p:spTgt spid="42"/>
                                        </p:tgtEl>
                                      </p:cBhvr>
                                    </p:animEffect>
                                    <p:anim calcmode="lin" valueType="num">
                                      <p:cBhvr>
                                        <p:cTn id="80" dur="1000" fill="hold"/>
                                        <p:tgtEl>
                                          <p:spTgt spid="42"/>
                                        </p:tgtEl>
                                        <p:attrNameLst>
                                          <p:attrName>ppt_x</p:attrName>
                                        </p:attrNameLst>
                                      </p:cBhvr>
                                      <p:tavLst>
                                        <p:tav tm="0">
                                          <p:val>
                                            <p:strVal val="#ppt_x"/>
                                          </p:val>
                                        </p:tav>
                                        <p:tav tm="100000">
                                          <p:val>
                                            <p:strVal val="#ppt_x"/>
                                          </p:val>
                                        </p:tav>
                                      </p:tavLst>
                                    </p:anim>
                                    <p:anim calcmode="lin" valueType="num">
                                      <p:cBhvr>
                                        <p:cTn id="81" dur="1000" fill="hold"/>
                                        <p:tgtEl>
                                          <p:spTgt spid="42"/>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35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1000"/>
                                        <p:tgtEl>
                                          <p:spTgt spid="44"/>
                                        </p:tgtEl>
                                      </p:cBhvr>
                                    </p:animEffect>
                                    <p:anim calcmode="lin" valueType="num">
                                      <p:cBhvr>
                                        <p:cTn id="85" dur="1000" fill="hold"/>
                                        <p:tgtEl>
                                          <p:spTgt spid="44"/>
                                        </p:tgtEl>
                                        <p:attrNameLst>
                                          <p:attrName>ppt_x</p:attrName>
                                        </p:attrNameLst>
                                      </p:cBhvr>
                                      <p:tavLst>
                                        <p:tav tm="0">
                                          <p:val>
                                            <p:strVal val="#ppt_x"/>
                                          </p:val>
                                        </p:tav>
                                        <p:tav tm="100000">
                                          <p:val>
                                            <p:strVal val="#ppt_x"/>
                                          </p:val>
                                        </p:tav>
                                      </p:tavLst>
                                    </p:anim>
                                    <p:anim calcmode="lin" valueType="num">
                                      <p:cBhvr>
                                        <p:cTn id="86"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4" grpId="0" animBg="1"/>
      <p:bldP spid="28" grpId="0" animBg="1"/>
      <p:bldP spid="32" grpId="0" animBg="1"/>
      <p:bldP spid="33" grpId="0" animBg="1"/>
      <p:bldP spid="34" grpId="0" animBg="1"/>
      <p:bldP spid="35" grpId="0" animBg="1"/>
      <p:bldP spid="36" grpId="0" animBg="1"/>
      <p:bldP spid="37" grpId="0" animBg="1"/>
      <p:bldP spid="38" grpId="0" animBg="1"/>
      <p:bldP spid="39" grpId="0" animBg="1"/>
      <p:bldP spid="40" grpId="0"/>
      <p:bldP spid="42" grpId="0"/>
      <p:bldP spid="4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35"/>
          <p:cNvGrpSpPr/>
          <p:nvPr/>
        </p:nvGrpSpPr>
        <p:grpSpPr>
          <a:xfrm>
            <a:off x="3476306" y="1421114"/>
            <a:ext cx="2533683" cy="2523843"/>
            <a:chOff x="12895386" y="-62366"/>
            <a:chExt cx="2208955" cy="2199699"/>
          </a:xfrm>
          <a:solidFill>
            <a:schemeClr val="accent1"/>
          </a:solidFill>
        </p:grpSpPr>
        <p:sp>
          <p:nvSpPr>
            <p:cNvPr id="937"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8"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9"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0"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1"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2"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3"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4"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5"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6"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7"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8"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9"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0"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1"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2"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3"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4"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5"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6"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7"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8"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9"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0"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1"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2"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3"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4"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5"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6"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7"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8"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9"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0"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1"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2"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3"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4"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5"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6"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7"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8"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9"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0"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1"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2"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3"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4"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5"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6"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7"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8"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9"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0"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1"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5"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 name="组合 995"/>
            <p:cNvGrpSpPr/>
            <p:nvPr/>
          </p:nvGrpSpPr>
          <p:grpSpPr>
            <a:xfrm>
              <a:off x="13426027" y="462106"/>
              <a:ext cx="1144584" cy="1144585"/>
              <a:chOff x="5580783" y="1964978"/>
              <a:chExt cx="1144584" cy="1144585"/>
            </a:xfrm>
            <a:grpFill/>
          </p:grpSpPr>
          <p:sp>
            <p:nvSpPr>
              <p:cNvPr id="997"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8"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9"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0"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1"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2"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3"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4"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5"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6"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7"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8"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9"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0"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1"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2"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3"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4"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 name="组合 697"/>
          <p:cNvGrpSpPr/>
          <p:nvPr/>
        </p:nvGrpSpPr>
        <p:grpSpPr>
          <a:xfrm>
            <a:off x="1620516" y="966871"/>
            <a:ext cx="1656716" cy="1650284"/>
            <a:chOff x="12895386" y="-62366"/>
            <a:chExt cx="2208955" cy="2199699"/>
          </a:xfrm>
        </p:grpSpPr>
        <p:sp>
          <p:nvSpPr>
            <p:cNvPr id="572"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1"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2"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3"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4"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5"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6"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7"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8"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19"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0"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1"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2"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3"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4"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5"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6"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7"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8"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29"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0"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1"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2"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3"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4"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5"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6"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7"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8"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39"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0"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1"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2"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3"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4"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5"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6"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7"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8"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49"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0"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1"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2"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3"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4"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5"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6"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7"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8"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59"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0"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1"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2"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3"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4"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5"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6"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7"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68"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7" name="组合 668"/>
            <p:cNvGrpSpPr/>
            <p:nvPr/>
          </p:nvGrpSpPr>
          <p:grpSpPr>
            <a:xfrm>
              <a:off x="13426027" y="462106"/>
              <a:ext cx="1144584" cy="1144585"/>
              <a:chOff x="5580783" y="1964978"/>
              <a:chExt cx="1144584" cy="1144585"/>
            </a:xfrm>
            <a:solidFill>
              <a:srgbClr val="59ACB4">
                <a:alpha val="20000"/>
              </a:srgbClr>
            </a:solidFill>
          </p:grpSpPr>
          <p:sp>
            <p:nvSpPr>
              <p:cNvPr id="670"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1"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2"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3"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4"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5"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6"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7"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8"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79"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0"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1"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2"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3"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4"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5"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6"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687"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 name="组合 8"/>
          <p:cNvGrpSpPr/>
          <p:nvPr/>
        </p:nvGrpSpPr>
        <p:grpSpPr>
          <a:xfrm>
            <a:off x="3909975" y="1837622"/>
            <a:ext cx="2049244" cy="2436851"/>
            <a:chOff x="5213299" y="2449407"/>
            <a:chExt cx="2732325" cy="3248132"/>
          </a:xfrm>
          <a:solidFill>
            <a:schemeClr val="accent1"/>
          </a:solidFill>
        </p:grpSpPr>
        <p:sp>
          <p:nvSpPr>
            <p:cNvPr id="244" name="任意多边形 243"/>
            <p:cNvSpPr/>
            <p:nvPr/>
          </p:nvSpPr>
          <p:spPr>
            <a:xfrm rot="1380000" flipV="1">
              <a:off x="5802420" y="3478636"/>
              <a:ext cx="302146" cy="25200"/>
            </a:xfrm>
            <a:custGeom>
              <a:avLst/>
              <a:gdLst>
                <a:gd name="connsiteX0" fmla="*/ 0 w 302146"/>
                <a:gd name="connsiteY0" fmla="*/ 25200 h 25200"/>
                <a:gd name="connsiteX1" fmla="*/ 301589 w 302146"/>
                <a:gd name="connsiteY1" fmla="*/ 25200 h 25200"/>
                <a:gd name="connsiteX2" fmla="*/ 302146 w 302146"/>
                <a:gd name="connsiteY2" fmla="*/ 0 h 25200"/>
                <a:gd name="connsiteX3" fmla="*/ 4393 w 302146"/>
                <a:gd name="connsiteY3" fmla="*/ 0 h 25200"/>
              </a:gdLst>
              <a:ahLst/>
              <a:cxnLst>
                <a:cxn ang="0">
                  <a:pos x="connsiteX0" y="connsiteY0"/>
                </a:cxn>
                <a:cxn ang="0">
                  <a:pos x="connsiteX1" y="connsiteY1"/>
                </a:cxn>
                <a:cxn ang="0">
                  <a:pos x="connsiteX2" y="connsiteY2"/>
                </a:cxn>
                <a:cxn ang="0">
                  <a:pos x="connsiteX3" y="connsiteY3"/>
                </a:cxn>
              </a:cxnLst>
              <a:rect l="l" t="t" r="r" b="b"/>
              <a:pathLst>
                <a:path w="302146" h="25200">
                  <a:moveTo>
                    <a:pt x="0" y="25200"/>
                  </a:moveTo>
                  <a:lnTo>
                    <a:pt x="301589" y="25200"/>
                  </a:lnTo>
                  <a:lnTo>
                    <a:pt x="302146" y="0"/>
                  </a:lnTo>
                  <a:lnTo>
                    <a:pt x="439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任意多边形 242"/>
            <p:cNvSpPr/>
            <p:nvPr/>
          </p:nvSpPr>
          <p:spPr>
            <a:xfrm rot="1380000" flipV="1">
              <a:off x="5804624" y="3469385"/>
              <a:ext cx="310959" cy="25200"/>
            </a:xfrm>
            <a:custGeom>
              <a:avLst/>
              <a:gdLst>
                <a:gd name="connsiteX0" fmla="*/ 0 w 310959"/>
                <a:gd name="connsiteY0" fmla="*/ 25200 h 25200"/>
                <a:gd name="connsiteX1" fmla="*/ 310400 w 310959"/>
                <a:gd name="connsiteY1" fmla="*/ 25200 h 25200"/>
                <a:gd name="connsiteX2" fmla="*/ 310959 w 310959"/>
                <a:gd name="connsiteY2" fmla="*/ 0 h 25200"/>
                <a:gd name="connsiteX3" fmla="*/ 4394 w 310959"/>
                <a:gd name="connsiteY3" fmla="*/ 0 h 25200"/>
              </a:gdLst>
              <a:ahLst/>
              <a:cxnLst>
                <a:cxn ang="0">
                  <a:pos x="connsiteX0" y="connsiteY0"/>
                </a:cxn>
                <a:cxn ang="0">
                  <a:pos x="connsiteX1" y="connsiteY1"/>
                </a:cxn>
                <a:cxn ang="0">
                  <a:pos x="connsiteX2" y="connsiteY2"/>
                </a:cxn>
                <a:cxn ang="0">
                  <a:pos x="connsiteX3" y="connsiteY3"/>
                </a:cxn>
              </a:cxnLst>
              <a:rect l="l" t="t" r="r" b="b"/>
              <a:pathLst>
                <a:path w="310959" h="25200">
                  <a:moveTo>
                    <a:pt x="0" y="25200"/>
                  </a:moveTo>
                  <a:lnTo>
                    <a:pt x="310400" y="25200"/>
                  </a:lnTo>
                  <a:lnTo>
                    <a:pt x="310959" y="0"/>
                  </a:lnTo>
                  <a:lnTo>
                    <a:pt x="439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Freeform 1004"/>
            <p:cNvSpPr>
              <a:spLocks/>
            </p:cNvSpPr>
            <p:nvPr/>
          </p:nvSpPr>
          <p:spPr bwMode="auto">
            <a:xfrm>
              <a:off x="6781910" y="4334382"/>
              <a:ext cx="394096" cy="364449"/>
            </a:xfrm>
            <a:custGeom>
              <a:avLst/>
              <a:gdLst>
                <a:gd name="T0" fmla="*/ 95 w 95"/>
                <a:gd name="T1" fmla="*/ 26 h 78"/>
                <a:gd name="T2" fmla="*/ 17 w 95"/>
                <a:gd name="T3" fmla="*/ 78 h 78"/>
                <a:gd name="T4" fmla="*/ 0 w 95"/>
                <a:gd name="T5" fmla="*/ 54 h 78"/>
                <a:gd name="T6" fmla="*/ 78 w 95"/>
                <a:gd name="T7" fmla="*/ 0 h 78"/>
                <a:gd name="T8" fmla="*/ 95 w 95"/>
                <a:gd name="T9" fmla="*/ 26 h 78"/>
                <a:gd name="connsiteX0" fmla="*/ 10381 w 10381"/>
                <a:gd name="connsiteY0" fmla="*/ 3333 h 10000"/>
                <a:gd name="connsiteX1" fmla="*/ 2170 w 10381"/>
                <a:gd name="connsiteY1" fmla="*/ 10000 h 10000"/>
                <a:gd name="connsiteX2" fmla="*/ 0 w 10381"/>
                <a:gd name="connsiteY2" fmla="*/ 6000 h 10000"/>
                <a:gd name="connsiteX3" fmla="*/ 8592 w 10381"/>
                <a:gd name="connsiteY3" fmla="*/ 0 h 10000"/>
                <a:gd name="connsiteX4" fmla="*/ 10381 w 10381"/>
                <a:gd name="connsiteY4" fmla="*/ 3333 h 10000"/>
                <a:gd name="connsiteX0" fmla="*/ 10381 w 10381"/>
                <a:gd name="connsiteY0" fmla="*/ 3333 h 11153"/>
                <a:gd name="connsiteX1" fmla="*/ 2932 w 10381"/>
                <a:gd name="connsiteY1" fmla="*/ 11153 h 11153"/>
                <a:gd name="connsiteX2" fmla="*/ 0 w 10381"/>
                <a:gd name="connsiteY2" fmla="*/ 6000 h 11153"/>
                <a:gd name="connsiteX3" fmla="*/ 8592 w 10381"/>
                <a:gd name="connsiteY3" fmla="*/ 0 h 11153"/>
                <a:gd name="connsiteX4" fmla="*/ 10381 w 10381"/>
                <a:gd name="connsiteY4" fmla="*/ 3333 h 11153"/>
                <a:gd name="connsiteX0" fmla="*/ 10381 w 10381"/>
                <a:gd name="connsiteY0" fmla="*/ 3948 h 11768"/>
                <a:gd name="connsiteX1" fmla="*/ 2932 w 10381"/>
                <a:gd name="connsiteY1" fmla="*/ 11768 h 11768"/>
                <a:gd name="connsiteX2" fmla="*/ 0 w 10381"/>
                <a:gd name="connsiteY2" fmla="*/ 6615 h 11768"/>
                <a:gd name="connsiteX3" fmla="*/ 8211 w 10381"/>
                <a:gd name="connsiteY3" fmla="*/ 0 h 11768"/>
                <a:gd name="connsiteX4" fmla="*/ 10381 w 10381"/>
                <a:gd name="connsiteY4" fmla="*/ 3948 h 11768"/>
                <a:gd name="connsiteX0" fmla="*/ 10508 w 10508"/>
                <a:gd name="connsiteY0" fmla="*/ 4332 h 11768"/>
                <a:gd name="connsiteX1" fmla="*/ 2932 w 10508"/>
                <a:gd name="connsiteY1" fmla="*/ 11768 h 11768"/>
                <a:gd name="connsiteX2" fmla="*/ 0 w 10508"/>
                <a:gd name="connsiteY2" fmla="*/ 6615 h 11768"/>
                <a:gd name="connsiteX3" fmla="*/ 8211 w 10508"/>
                <a:gd name="connsiteY3" fmla="*/ 0 h 11768"/>
                <a:gd name="connsiteX4" fmla="*/ 10508 w 10508"/>
                <a:gd name="connsiteY4" fmla="*/ 4332 h 1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 h="11768">
                  <a:moveTo>
                    <a:pt x="10508" y="4332"/>
                  </a:moveTo>
                  <a:lnTo>
                    <a:pt x="2932" y="11768"/>
                  </a:lnTo>
                  <a:lnTo>
                    <a:pt x="0" y="6615"/>
                  </a:lnTo>
                  <a:lnTo>
                    <a:pt x="8211" y="0"/>
                  </a:lnTo>
                  <a:lnTo>
                    <a:pt x="10508" y="4332"/>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6" name="同心圆 165"/>
            <p:cNvSpPr>
              <a:spLocks noChangeAspect="1"/>
            </p:cNvSpPr>
            <p:nvPr/>
          </p:nvSpPr>
          <p:spPr>
            <a:xfrm>
              <a:off x="5236294" y="2460671"/>
              <a:ext cx="2213716" cy="2213717"/>
            </a:xfrm>
            <a:prstGeom prst="donut">
              <a:avLst>
                <a:gd name="adj" fmla="val 1170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0" name="组合 7"/>
            <p:cNvGrpSpPr/>
            <p:nvPr/>
          </p:nvGrpSpPr>
          <p:grpSpPr>
            <a:xfrm>
              <a:off x="5213299" y="2449407"/>
              <a:ext cx="2732325" cy="3248132"/>
              <a:chOff x="5213299" y="2449407"/>
              <a:chExt cx="2732325" cy="3248132"/>
            </a:xfrm>
            <a:grpFill/>
          </p:grpSpPr>
          <p:sp>
            <p:nvSpPr>
              <p:cNvPr id="160" name="同心圆 159"/>
              <p:cNvSpPr>
                <a:spLocks noChangeAspect="1"/>
              </p:cNvSpPr>
              <p:nvPr/>
            </p:nvSpPr>
            <p:spPr>
              <a:xfrm>
                <a:off x="5213299" y="2449407"/>
                <a:ext cx="2213716" cy="2213717"/>
              </a:xfrm>
              <a:prstGeom prst="donut">
                <a:avLst>
                  <a:gd name="adj" fmla="val 1170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1" name="Freeform 1005"/>
              <p:cNvSpPr>
                <a:spLocks/>
              </p:cNvSpPr>
              <p:nvPr/>
            </p:nvSpPr>
            <p:spPr bwMode="auto">
              <a:xfrm>
                <a:off x="6832894" y="4420634"/>
                <a:ext cx="1112730" cy="1276905"/>
              </a:xfrm>
              <a:custGeom>
                <a:avLst/>
                <a:gdLst>
                  <a:gd name="T0" fmla="*/ 127 w 129"/>
                  <a:gd name="T1" fmla="*/ 109 h 148"/>
                  <a:gd name="T2" fmla="*/ 122 w 129"/>
                  <a:gd name="T3" fmla="*/ 122 h 148"/>
                  <a:gd name="T4" fmla="*/ 90 w 129"/>
                  <a:gd name="T5" fmla="*/ 144 h 148"/>
                  <a:gd name="T6" fmla="*/ 76 w 129"/>
                  <a:gd name="T7" fmla="*/ 144 h 148"/>
                  <a:gd name="T8" fmla="*/ 2 w 129"/>
                  <a:gd name="T9" fmla="*/ 39 h 148"/>
                  <a:gd name="T10" fmla="*/ 8 w 129"/>
                  <a:gd name="T11" fmla="*/ 26 h 148"/>
                  <a:gd name="T12" fmla="*/ 39 w 129"/>
                  <a:gd name="T13" fmla="*/ 4 h 148"/>
                  <a:gd name="T14" fmla="*/ 53 w 129"/>
                  <a:gd name="T15" fmla="*/ 3 h 148"/>
                  <a:gd name="T16" fmla="*/ 127 w 129"/>
                  <a:gd name="T17" fmla="*/ 10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148">
                    <a:moveTo>
                      <a:pt x="127" y="109"/>
                    </a:moveTo>
                    <a:cubicBezTo>
                      <a:pt x="129" y="112"/>
                      <a:pt x="127" y="118"/>
                      <a:pt x="122" y="122"/>
                    </a:cubicBezTo>
                    <a:cubicBezTo>
                      <a:pt x="90" y="144"/>
                      <a:pt x="90" y="144"/>
                      <a:pt x="90" y="144"/>
                    </a:cubicBezTo>
                    <a:cubicBezTo>
                      <a:pt x="85" y="148"/>
                      <a:pt x="78" y="148"/>
                      <a:pt x="76" y="144"/>
                    </a:cubicBezTo>
                    <a:cubicBezTo>
                      <a:pt x="2" y="39"/>
                      <a:pt x="2" y="39"/>
                      <a:pt x="2" y="39"/>
                    </a:cubicBezTo>
                    <a:cubicBezTo>
                      <a:pt x="0" y="35"/>
                      <a:pt x="2" y="29"/>
                      <a:pt x="8" y="26"/>
                    </a:cubicBezTo>
                    <a:cubicBezTo>
                      <a:pt x="39" y="4"/>
                      <a:pt x="39" y="4"/>
                      <a:pt x="39" y="4"/>
                    </a:cubicBezTo>
                    <a:cubicBezTo>
                      <a:pt x="45" y="0"/>
                      <a:pt x="51" y="0"/>
                      <a:pt x="53" y="3"/>
                    </a:cubicBezTo>
                    <a:lnTo>
                      <a:pt x="127" y="109"/>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1006"/>
              <p:cNvSpPr>
                <a:spLocks/>
              </p:cNvSpPr>
              <p:nvPr/>
            </p:nvSpPr>
            <p:spPr bwMode="auto">
              <a:xfrm>
                <a:off x="7110165" y="4475359"/>
                <a:ext cx="758846" cy="1006931"/>
              </a:xfrm>
              <a:custGeom>
                <a:avLst/>
                <a:gdLst>
                  <a:gd name="T0" fmla="*/ 85 w 88"/>
                  <a:gd name="T1" fmla="*/ 102 h 117"/>
                  <a:gd name="T2" fmla="*/ 86 w 88"/>
                  <a:gd name="T3" fmla="*/ 110 h 117"/>
                  <a:gd name="T4" fmla="*/ 77 w 88"/>
                  <a:gd name="T5" fmla="*/ 116 h 117"/>
                  <a:gd name="T6" fmla="*/ 70 w 88"/>
                  <a:gd name="T7" fmla="*/ 112 h 117"/>
                  <a:gd name="T8" fmla="*/ 3 w 88"/>
                  <a:gd name="T9" fmla="*/ 15 h 117"/>
                  <a:gd name="T10" fmla="*/ 2 w 88"/>
                  <a:gd name="T11" fmla="*/ 8 h 117"/>
                  <a:gd name="T12" fmla="*/ 11 w 88"/>
                  <a:gd name="T13" fmla="*/ 1 h 117"/>
                  <a:gd name="T14" fmla="*/ 18 w 88"/>
                  <a:gd name="T15" fmla="*/ 5 h 117"/>
                  <a:gd name="T16" fmla="*/ 85 w 88"/>
                  <a:gd name="T17" fmla="*/ 10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117">
                    <a:moveTo>
                      <a:pt x="85" y="102"/>
                    </a:moveTo>
                    <a:cubicBezTo>
                      <a:pt x="87" y="105"/>
                      <a:pt x="88" y="108"/>
                      <a:pt x="86" y="110"/>
                    </a:cubicBezTo>
                    <a:cubicBezTo>
                      <a:pt x="77" y="116"/>
                      <a:pt x="77" y="116"/>
                      <a:pt x="77" y="116"/>
                    </a:cubicBezTo>
                    <a:cubicBezTo>
                      <a:pt x="75" y="117"/>
                      <a:pt x="72" y="115"/>
                      <a:pt x="70" y="112"/>
                    </a:cubicBezTo>
                    <a:cubicBezTo>
                      <a:pt x="3" y="15"/>
                      <a:pt x="3" y="15"/>
                      <a:pt x="3" y="15"/>
                    </a:cubicBezTo>
                    <a:cubicBezTo>
                      <a:pt x="1" y="12"/>
                      <a:pt x="0" y="9"/>
                      <a:pt x="2" y="8"/>
                    </a:cubicBezTo>
                    <a:cubicBezTo>
                      <a:pt x="11" y="1"/>
                      <a:pt x="11" y="1"/>
                      <a:pt x="11" y="1"/>
                    </a:cubicBezTo>
                    <a:cubicBezTo>
                      <a:pt x="12" y="0"/>
                      <a:pt x="15" y="2"/>
                      <a:pt x="18" y="5"/>
                    </a:cubicBezTo>
                    <a:lnTo>
                      <a:pt x="85" y="102"/>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9" name="任意多边形 198"/>
              <p:cNvSpPr>
                <a:spLocks noChangeAspect="1"/>
              </p:cNvSpPr>
              <p:nvPr/>
            </p:nvSpPr>
            <p:spPr>
              <a:xfrm rot="20820000">
                <a:off x="5587245" y="2975568"/>
                <a:ext cx="584161" cy="825724"/>
              </a:xfrm>
              <a:custGeom>
                <a:avLst/>
                <a:gdLst>
                  <a:gd name="connsiteX0" fmla="*/ 447381 w 493988"/>
                  <a:gd name="connsiteY0" fmla="*/ 3147 h 698262"/>
                  <a:gd name="connsiteX1" fmla="*/ 493988 w 493988"/>
                  <a:gd name="connsiteY1" fmla="*/ 72000 h 698262"/>
                  <a:gd name="connsiteX2" fmla="*/ 487452 w 493988"/>
                  <a:gd name="connsiteY2" fmla="*/ 99189 h 698262"/>
                  <a:gd name="connsiteX3" fmla="*/ 486398 w 493988"/>
                  <a:gd name="connsiteY3" fmla="*/ 100530 h 698262"/>
                  <a:gd name="connsiteX4" fmla="*/ 486397 w 493988"/>
                  <a:gd name="connsiteY4" fmla="*/ 100532 h 698262"/>
                  <a:gd name="connsiteX5" fmla="*/ 486290 w 493988"/>
                  <a:gd name="connsiteY5" fmla="*/ 100956 h 698262"/>
                  <a:gd name="connsiteX6" fmla="*/ 468653 w 493988"/>
                  <a:gd name="connsiteY6" fmla="*/ 123191 h 698262"/>
                  <a:gd name="connsiteX7" fmla="*/ 462838 w 493988"/>
                  <a:gd name="connsiteY7" fmla="*/ 125907 h 698262"/>
                  <a:gd name="connsiteX8" fmla="*/ 463425 w 493988"/>
                  <a:gd name="connsiteY8" fmla="*/ 127876 h 698262"/>
                  <a:gd name="connsiteX9" fmla="*/ 456048 w 493988"/>
                  <a:gd name="connsiteY9" fmla="*/ 130166 h 698262"/>
                  <a:gd name="connsiteX10" fmla="*/ 456046 w 493988"/>
                  <a:gd name="connsiteY10" fmla="*/ 130167 h 698262"/>
                  <a:gd name="connsiteX11" fmla="*/ 447381 w 493988"/>
                  <a:gd name="connsiteY11" fmla="*/ 135831 h 698262"/>
                  <a:gd name="connsiteX12" fmla="*/ 428776 w 493988"/>
                  <a:gd name="connsiteY12" fmla="*/ 141816 h 698262"/>
                  <a:gd name="connsiteX13" fmla="*/ 428774 w 493988"/>
                  <a:gd name="connsiteY13" fmla="*/ 141817 h 698262"/>
                  <a:gd name="connsiteX14" fmla="*/ 428764 w 493988"/>
                  <a:gd name="connsiteY14" fmla="*/ 141820 h 698262"/>
                  <a:gd name="connsiteX15" fmla="*/ 421271 w 493988"/>
                  <a:gd name="connsiteY15" fmla="*/ 145320 h 698262"/>
                  <a:gd name="connsiteX16" fmla="*/ 421084 w 493988"/>
                  <a:gd name="connsiteY16" fmla="*/ 145308 h 698262"/>
                  <a:gd name="connsiteX17" fmla="*/ 314848 w 493988"/>
                  <a:gd name="connsiteY17" fmla="*/ 209763 h 698262"/>
                  <a:gd name="connsiteX18" fmla="*/ 174165 w 493988"/>
                  <a:gd name="connsiteY18" fmla="*/ 399517 h 698262"/>
                  <a:gd name="connsiteX19" fmla="*/ 173152 w 493988"/>
                  <a:gd name="connsiteY19" fmla="*/ 402674 h 698262"/>
                  <a:gd name="connsiteX20" fmla="*/ 171825 w 493988"/>
                  <a:gd name="connsiteY20" fmla="*/ 402674 h 698262"/>
                  <a:gd name="connsiteX21" fmla="*/ 146693 w 493988"/>
                  <a:gd name="connsiteY21" fmla="*/ 470054 h 698262"/>
                  <a:gd name="connsiteX22" fmla="*/ 135332 w 493988"/>
                  <a:gd name="connsiteY22" fmla="*/ 593793 h 698262"/>
                  <a:gd name="connsiteX23" fmla="*/ 135425 w 493988"/>
                  <a:gd name="connsiteY23" fmla="*/ 593956 h 698262"/>
                  <a:gd name="connsiteX24" fmla="*/ 135564 w 493988"/>
                  <a:gd name="connsiteY24" fmla="*/ 602225 h 698262"/>
                  <a:gd name="connsiteX25" fmla="*/ 135566 w 493988"/>
                  <a:gd name="connsiteY25" fmla="*/ 602235 h 698262"/>
                  <a:gd name="connsiteX26" fmla="*/ 135566 w 493988"/>
                  <a:gd name="connsiteY26" fmla="*/ 602238 h 698262"/>
                  <a:gd name="connsiteX27" fmla="*/ 138343 w 493988"/>
                  <a:gd name="connsiteY27" fmla="*/ 621583 h 698262"/>
                  <a:gd name="connsiteX28" fmla="*/ 137050 w 493988"/>
                  <a:gd name="connsiteY28" fmla="*/ 631854 h 698262"/>
                  <a:gd name="connsiteX29" fmla="*/ 137050 w 493988"/>
                  <a:gd name="connsiteY29" fmla="*/ 631857 h 698262"/>
                  <a:gd name="connsiteX30" fmla="*/ 138226 w 493988"/>
                  <a:gd name="connsiteY30" fmla="*/ 639491 h 698262"/>
                  <a:gd name="connsiteX31" fmla="*/ 136199 w 493988"/>
                  <a:gd name="connsiteY31" fmla="*/ 639826 h 698262"/>
                  <a:gd name="connsiteX32" fmla="*/ 136307 w 493988"/>
                  <a:gd name="connsiteY32" fmla="*/ 646243 h 698262"/>
                  <a:gd name="connsiteX33" fmla="*/ 124053 w 493988"/>
                  <a:gd name="connsiteY33" fmla="*/ 671843 h 698262"/>
                  <a:gd name="connsiteX34" fmla="*/ 123719 w 493988"/>
                  <a:gd name="connsiteY34" fmla="*/ 672125 h 698262"/>
                  <a:gd name="connsiteX35" fmla="*/ 123718 w 493988"/>
                  <a:gd name="connsiteY35" fmla="*/ 672126 h 698262"/>
                  <a:gd name="connsiteX36" fmla="*/ 122975 w 493988"/>
                  <a:gd name="connsiteY36" fmla="*/ 673662 h 698262"/>
                  <a:gd name="connsiteX37" fmla="*/ 101403 w 493988"/>
                  <a:gd name="connsiteY37" fmla="*/ 691455 h 698262"/>
                  <a:gd name="connsiteX38" fmla="*/ 19087 w 493988"/>
                  <a:gd name="connsiteY38" fmla="*/ 679748 h 698262"/>
                  <a:gd name="connsiteX39" fmla="*/ 7031 w 493988"/>
                  <a:gd name="connsiteY39" fmla="*/ 661231 h 698262"/>
                  <a:gd name="connsiteX40" fmla="*/ 7031 w 493988"/>
                  <a:gd name="connsiteY40" fmla="*/ 661230 h 698262"/>
                  <a:gd name="connsiteX41" fmla="*/ 6590 w 493988"/>
                  <a:gd name="connsiteY41" fmla="*/ 661303 h 698262"/>
                  <a:gd name="connsiteX42" fmla="*/ 6481 w 493988"/>
                  <a:gd name="connsiteY42" fmla="*/ 660386 h 698262"/>
                  <a:gd name="connsiteX43" fmla="*/ 6482 w 493988"/>
                  <a:gd name="connsiteY43" fmla="*/ 660387 h 698262"/>
                  <a:gd name="connsiteX44" fmla="*/ 6101 w 493988"/>
                  <a:gd name="connsiteY44" fmla="*/ 657169 h 698262"/>
                  <a:gd name="connsiteX45" fmla="*/ 6100 w 493988"/>
                  <a:gd name="connsiteY45" fmla="*/ 657168 h 698262"/>
                  <a:gd name="connsiteX46" fmla="*/ 6481 w 493988"/>
                  <a:gd name="connsiteY46" fmla="*/ 660386 h 698262"/>
                  <a:gd name="connsiteX47" fmla="*/ 5127 w 493988"/>
                  <a:gd name="connsiteY47" fmla="*/ 658305 h 698262"/>
                  <a:gd name="connsiteX48" fmla="*/ 4132 w 493988"/>
                  <a:gd name="connsiteY48" fmla="*/ 644651 h 698262"/>
                  <a:gd name="connsiteX49" fmla="*/ 6000 w 493988"/>
                  <a:gd name="connsiteY49" fmla="*/ 657081 h 698262"/>
                  <a:gd name="connsiteX50" fmla="*/ 4132 w 493988"/>
                  <a:gd name="connsiteY50" fmla="*/ 644652 h 698262"/>
                  <a:gd name="connsiteX51" fmla="*/ 2440 w 493988"/>
                  <a:gd name="connsiteY51" fmla="*/ 621428 h 698262"/>
                  <a:gd name="connsiteX52" fmla="*/ 45329 w 493988"/>
                  <a:gd name="connsiteY52" fmla="*/ 495005 h 698262"/>
                  <a:gd name="connsiteX53" fmla="*/ 59041 w 493988"/>
                  <a:gd name="connsiteY53" fmla="*/ 492962 h 698262"/>
                  <a:gd name="connsiteX54" fmla="*/ 59039 w 493988"/>
                  <a:gd name="connsiteY54" fmla="*/ 492961 h 698262"/>
                  <a:gd name="connsiteX55" fmla="*/ 45328 w 493988"/>
                  <a:gd name="connsiteY55" fmla="*/ 495005 h 698262"/>
                  <a:gd name="connsiteX56" fmla="*/ 2439 w 493988"/>
                  <a:gd name="connsiteY56" fmla="*/ 621428 h 698262"/>
                  <a:gd name="connsiteX57" fmla="*/ 4131 w 493988"/>
                  <a:gd name="connsiteY57" fmla="*/ 644651 h 698262"/>
                  <a:gd name="connsiteX58" fmla="*/ 1325 w 493988"/>
                  <a:gd name="connsiteY58" fmla="*/ 625975 h 698262"/>
                  <a:gd name="connsiteX59" fmla="*/ 2397 w 493988"/>
                  <a:gd name="connsiteY59" fmla="*/ 610638 h 698262"/>
                  <a:gd name="connsiteX60" fmla="*/ 660 w 493988"/>
                  <a:gd name="connsiteY60" fmla="*/ 595993 h 698262"/>
                  <a:gd name="connsiteX61" fmla="*/ 44504 w 493988"/>
                  <a:gd name="connsiteY61" fmla="*/ 358798 h 698262"/>
                  <a:gd name="connsiteX62" fmla="*/ 56589 w 493988"/>
                  <a:gd name="connsiteY62" fmla="*/ 335428 h 698262"/>
                  <a:gd name="connsiteX63" fmla="*/ 60314 w 493988"/>
                  <a:gd name="connsiteY63" fmla="*/ 336288 h 698262"/>
                  <a:gd name="connsiteX64" fmla="*/ 97161 w 493988"/>
                  <a:gd name="connsiteY64" fmla="*/ 264637 h 698262"/>
                  <a:gd name="connsiteX65" fmla="*/ 364024 w 493988"/>
                  <a:gd name="connsiteY65" fmla="*/ 23301 h 698262"/>
                  <a:gd name="connsiteX66" fmla="*/ 377949 w 493988"/>
                  <a:gd name="connsiteY66" fmla="*/ 18442 h 698262"/>
                  <a:gd name="connsiteX67" fmla="*/ 391264 w 493988"/>
                  <a:gd name="connsiteY67" fmla="*/ 10755 h 698262"/>
                  <a:gd name="connsiteX68" fmla="*/ 409280 w 493988"/>
                  <a:gd name="connsiteY68" fmla="*/ 5090 h 698262"/>
                  <a:gd name="connsiteX69" fmla="*/ 387665 w 493988"/>
                  <a:gd name="connsiteY69" fmla="*/ 13750 h 698262"/>
                  <a:gd name="connsiteX70" fmla="*/ 292838 w 493988"/>
                  <a:gd name="connsiteY70" fmla="*/ 107718 h 698262"/>
                  <a:gd name="connsiteX71" fmla="*/ 297012 w 493988"/>
                  <a:gd name="connsiteY71" fmla="*/ 120938 h 698262"/>
                  <a:gd name="connsiteX72" fmla="*/ 297013 w 493988"/>
                  <a:gd name="connsiteY72" fmla="*/ 120939 h 698262"/>
                  <a:gd name="connsiteX73" fmla="*/ 292839 w 493988"/>
                  <a:gd name="connsiteY73" fmla="*/ 107719 h 698262"/>
                  <a:gd name="connsiteX74" fmla="*/ 387666 w 493988"/>
                  <a:gd name="connsiteY74" fmla="*/ 13751 h 698262"/>
                  <a:gd name="connsiteX75" fmla="*/ 409281 w 493988"/>
                  <a:gd name="connsiteY75" fmla="*/ 5091 h 698262"/>
                  <a:gd name="connsiteX76" fmla="*/ 421271 w 493988"/>
                  <a:gd name="connsiteY76" fmla="*/ 1321 h 698262"/>
                  <a:gd name="connsiteX77" fmla="*/ 409280 w 493988"/>
                  <a:gd name="connsiteY77" fmla="*/ 5091 h 698262"/>
                  <a:gd name="connsiteX78" fmla="*/ 421988 w 493988"/>
                  <a:gd name="connsiteY78" fmla="*/ 0 h 698262"/>
                  <a:gd name="connsiteX79" fmla="*/ 424452 w 493988"/>
                  <a:gd name="connsiteY79" fmla="*/ 305 h 698262"/>
                  <a:gd name="connsiteX80" fmla="*/ 421393 w 493988"/>
                  <a:gd name="connsiteY80" fmla="*/ 1373 h 698262"/>
                  <a:gd name="connsiteX81" fmla="*/ 421394 w 493988"/>
                  <a:gd name="connsiteY81" fmla="*/ 1373 h 698262"/>
                  <a:gd name="connsiteX82" fmla="*/ 424453 w 493988"/>
                  <a:gd name="connsiteY82" fmla="*/ 305 h 698262"/>
                  <a:gd name="connsiteX83" fmla="*/ 424452 w 493988"/>
                  <a:gd name="connsiteY83" fmla="*/ 305 h 698262"/>
                  <a:gd name="connsiteX84" fmla="*/ 425324 w 493988"/>
                  <a:gd name="connsiteY84" fmla="*/ 1 h 698262"/>
                  <a:gd name="connsiteX85" fmla="*/ 425452 w 493988"/>
                  <a:gd name="connsiteY85" fmla="*/ 429 h 698262"/>
                  <a:gd name="connsiteX86" fmla="*/ 425453 w 493988"/>
                  <a:gd name="connsiteY86" fmla="*/ 429 h 69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988" h="698262">
                    <a:moveTo>
                      <a:pt x="447381" y="3147"/>
                    </a:moveTo>
                    <a:cubicBezTo>
                      <a:pt x="472346" y="13240"/>
                      <a:pt x="493988" y="42176"/>
                      <a:pt x="493988" y="72000"/>
                    </a:cubicBezTo>
                    <a:cubicBezTo>
                      <a:pt x="493988" y="81941"/>
                      <a:pt x="491583" y="91040"/>
                      <a:pt x="487452" y="99189"/>
                    </a:cubicBezTo>
                    <a:lnTo>
                      <a:pt x="486398" y="100530"/>
                    </a:lnTo>
                    <a:lnTo>
                      <a:pt x="486397" y="100532"/>
                    </a:lnTo>
                    <a:lnTo>
                      <a:pt x="486290" y="100956"/>
                    </a:lnTo>
                    <a:cubicBezTo>
                      <a:pt x="481911" y="109353"/>
                      <a:pt x="475757" y="116850"/>
                      <a:pt x="468653" y="123191"/>
                    </a:cubicBezTo>
                    <a:lnTo>
                      <a:pt x="462838" y="125907"/>
                    </a:lnTo>
                    <a:lnTo>
                      <a:pt x="463425" y="127876"/>
                    </a:lnTo>
                    <a:lnTo>
                      <a:pt x="456048" y="130166"/>
                    </a:lnTo>
                    <a:lnTo>
                      <a:pt x="456046" y="130167"/>
                    </a:lnTo>
                    <a:lnTo>
                      <a:pt x="447381" y="135831"/>
                    </a:lnTo>
                    <a:lnTo>
                      <a:pt x="428776" y="141816"/>
                    </a:lnTo>
                    <a:lnTo>
                      <a:pt x="428774" y="141817"/>
                    </a:lnTo>
                    <a:lnTo>
                      <a:pt x="428764" y="141820"/>
                    </a:lnTo>
                    <a:lnTo>
                      <a:pt x="421271" y="145320"/>
                    </a:lnTo>
                    <a:lnTo>
                      <a:pt x="421084" y="145308"/>
                    </a:lnTo>
                    <a:lnTo>
                      <a:pt x="314848" y="209763"/>
                    </a:lnTo>
                    <a:cubicBezTo>
                      <a:pt x="253713" y="260217"/>
                      <a:pt x="205046" y="325240"/>
                      <a:pt x="174165" y="399517"/>
                    </a:cubicBezTo>
                    <a:lnTo>
                      <a:pt x="173152" y="402674"/>
                    </a:lnTo>
                    <a:lnTo>
                      <a:pt x="171825" y="402674"/>
                    </a:lnTo>
                    <a:lnTo>
                      <a:pt x="146693" y="470054"/>
                    </a:lnTo>
                    <a:lnTo>
                      <a:pt x="135332" y="593793"/>
                    </a:lnTo>
                    <a:lnTo>
                      <a:pt x="135425" y="593956"/>
                    </a:lnTo>
                    <a:lnTo>
                      <a:pt x="135564" y="602225"/>
                    </a:lnTo>
                    <a:lnTo>
                      <a:pt x="135566" y="602235"/>
                    </a:lnTo>
                    <a:lnTo>
                      <a:pt x="135566" y="602238"/>
                    </a:lnTo>
                    <a:lnTo>
                      <a:pt x="138343" y="621583"/>
                    </a:lnTo>
                    <a:lnTo>
                      <a:pt x="137050" y="631854"/>
                    </a:lnTo>
                    <a:lnTo>
                      <a:pt x="137050" y="631857"/>
                    </a:lnTo>
                    <a:lnTo>
                      <a:pt x="138226" y="639491"/>
                    </a:lnTo>
                    <a:lnTo>
                      <a:pt x="136199" y="639826"/>
                    </a:lnTo>
                    <a:lnTo>
                      <a:pt x="136307" y="646243"/>
                    </a:lnTo>
                    <a:cubicBezTo>
                      <a:pt x="133722" y="655408"/>
                      <a:pt x="129681" y="664226"/>
                      <a:pt x="124053" y="671843"/>
                    </a:cubicBezTo>
                    <a:lnTo>
                      <a:pt x="123719" y="672125"/>
                    </a:lnTo>
                    <a:lnTo>
                      <a:pt x="123718" y="672126"/>
                    </a:lnTo>
                    <a:lnTo>
                      <a:pt x="122975" y="673662"/>
                    </a:lnTo>
                    <a:cubicBezTo>
                      <a:pt x="117462" y="680947"/>
                      <a:pt x="110338" y="687097"/>
                      <a:pt x="101403" y="691455"/>
                    </a:cubicBezTo>
                    <a:cubicBezTo>
                      <a:pt x="74597" y="704529"/>
                      <a:pt x="39103" y="697762"/>
                      <a:pt x="19087" y="679748"/>
                    </a:cubicBezTo>
                    <a:lnTo>
                      <a:pt x="7031" y="661231"/>
                    </a:lnTo>
                    <a:lnTo>
                      <a:pt x="7031" y="661230"/>
                    </a:lnTo>
                    <a:lnTo>
                      <a:pt x="6590" y="661303"/>
                    </a:lnTo>
                    <a:lnTo>
                      <a:pt x="6481" y="660386"/>
                    </a:lnTo>
                    <a:lnTo>
                      <a:pt x="6482" y="660387"/>
                    </a:lnTo>
                    <a:lnTo>
                      <a:pt x="6101" y="657169"/>
                    </a:lnTo>
                    <a:lnTo>
                      <a:pt x="6100" y="657168"/>
                    </a:lnTo>
                    <a:lnTo>
                      <a:pt x="6481" y="660386"/>
                    </a:lnTo>
                    <a:lnTo>
                      <a:pt x="5127" y="658305"/>
                    </a:lnTo>
                    <a:lnTo>
                      <a:pt x="4132" y="644651"/>
                    </a:lnTo>
                    <a:lnTo>
                      <a:pt x="6000" y="657081"/>
                    </a:lnTo>
                    <a:lnTo>
                      <a:pt x="4132" y="644652"/>
                    </a:lnTo>
                    <a:lnTo>
                      <a:pt x="2440" y="621428"/>
                    </a:lnTo>
                    <a:cubicBezTo>
                      <a:pt x="4056" y="574981"/>
                      <a:pt x="18523" y="508079"/>
                      <a:pt x="45329" y="495005"/>
                    </a:cubicBezTo>
                    <a:lnTo>
                      <a:pt x="59041" y="492962"/>
                    </a:lnTo>
                    <a:lnTo>
                      <a:pt x="59039" y="492961"/>
                    </a:lnTo>
                    <a:cubicBezTo>
                      <a:pt x="54393" y="492245"/>
                      <a:pt x="49795" y="492826"/>
                      <a:pt x="45328" y="495005"/>
                    </a:cubicBezTo>
                    <a:cubicBezTo>
                      <a:pt x="18522" y="508079"/>
                      <a:pt x="4055" y="574981"/>
                      <a:pt x="2439" y="621428"/>
                    </a:cubicBezTo>
                    <a:lnTo>
                      <a:pt x="4131" y="644651"/>
                    </a:lnTo>
                    <a:lnTo>
                      <a:pt x="1325" y="625975"/>
                    </a:lnTo>
                    <a:lnTo>
                      <a:pt x="2397" y="610638"/>
                    </a:lnTo>
                    <a:lnTo>
                      <a:pt x="660" y="595993"/>
                    </a:lnTo>
                    <a:cubicBezTo>
                      <a:pt x="-3659" y="515550"/>
                      <a:pt x="13456" y="434397"/>
                      <a:pt x="44504" y="358798"/>
                    </a:cubicBezTo>
                    <a:lnTo>
                      <a:pt x="56589" y="335428"/>
                    </a:lnTo>
                    <a:lnTo>
                      <a:pt x="60314" y="336288"/>
                    </a:lnTo>
                    <a:lnTo>
                      <a:pt x="97161" y="264637"/>
                    </a:lnTo>
                    <a:cubicBezTo>
                      <a:pt x="161147" y="161493"/>
                      <a:pt x="252733" y="70373"/>
                      <a:pt x="364024" y="23301"/>
                    </a:cubicBezTo>
                    <a:lnTo>
                      <a:pt x="377949" y="18442"/>
                    </a:lnTo>
                    <a:lnTo>
                      <a:pt x="391264" y="10755"/>
                    </a:lnTo>
                    <a:lnTo>
                      <a:pt x="409280" y="5090"/>
                    </a:lnTo>
                    <a:lnTo>
                      <a:pt x="387665" y="13750"/>
                    </a:lnTo>
                    <a:cubicBezTo>
                      <a:pt x="346627" y="35563"/>
                      <a:pt x="292838" y="77894"/>
                      <a:pt x="292838" y="107718"/>
                    </a:cubicBezTo>
                    <a:cubicBezTo>
                      <a:pt x="292838" y="112689"/>
                      <a:pt x="294332" y="117076"/>
                      <a:pt x="297012" y="120938"/>
                    </a:cubicBezTo>
                    <a:lnTo>
                      <a:pt x="297013" y="120939"/>
                    </a:lnTo>
                    <a:lnTo>
                      <a:pt x="292839" y="107719"/>
                    </a:lnTo>
                    <a:cubicBezTo>
                      <a:pt x="292839" y="77895"/>
                      <a:pt x="346628" y="35564"/>
                      <a:pt x="387666" y="13751"/>
                    </a:cubicBezTo>
                    <a:lnTo>
                      <a:pt x="409281" y="5091"/>
                    </a:lnTo>
                    <a:lnTo>
                      <a:pt x="421271" y="1321"/>
                    </a:lnTo>
                    <a:lnTo>
                      <a:pt x="409280" y="5091"/>
                    </a:lnTo>
                    <a:lnTo>
                      <a:pt x="421988" y="0"/>
                    </a:lnTo>
                    <a:lnTo>
                      <a:pt x="424452" y="305"/>
                    </a:lnTo>
                    <a:lnTo>
                      <a:pt x="421393" y="1373"/>
                    </a:lnTo>
                    <a:lnTo>
                      <a:pt x="421394" y="1373"/>
                    </a:lnTo>
                    <a:lnTo>
                      <a:pt x="424453" y="305"/>
                    </a:lnTo>
                    <a:lnTo>
                      <a:pt x="424452" y="305"/>
                    </a:lnTo>
                    <a:lnTo>
                      <a:pt x="425324" y="1"/>
                    </a:lnTo>
                    <a:lnTo>
                      <a:pt x="425452" y="429"/>
                    </a:lnTo>
                    <a:lnTo>
                      <a:pt x="425453" y="42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07" name="文本框 206"/>
          <p:cNvSpPr txBox="1"/>
          <p:nvPr/>
        </p:nvSpPr>
        <p:spPr>
          <a:xfrm>
            <a:off x="7164288" y="4118828"/>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09" name="文本框 208"/>
          <p:cNvSpPr txBox="1"/>
          <p:nvPr/>
        </p:nvSpPr>
        <p:spPr>
          <a:xfrm>
            <a:off x="6388943" y="1310516"/>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30" name="文本框 229"/>
          <p:cNvSpPr txBox="1"/>
          <p:nvPr/>
        </p:nvSpPr>
        <p:spPr>
          <a:xfrm>
            <a:off x="2087724" y="2714672"/>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grpSp>
        <p:nvGrpSpPr>
          <p:cNvPr id="11" name="组合 6"/>
          <p:cNvGrpSpPr/>
          <p:nvPr/>
        </p:nvGrpSpPr>
        <p:grpSpPr>
          <a:xfrm>
            <a:off x="1479774" y="1556965"/>
            <a:ext cx="6270899" cy="1676693"/>
            <a:chOff x="1973032" y="2075312"/>
            <a:chExt cx="8361198" cy="2234901"/>
          </a:xfrm>
        </p:grpSpPr>
        <p:sp>
          <p:nvSpPr>
            <p:cNvPr id="238" name="任意多边形 237"/>
            <p:cNvSpPr/>
            <p:nvPr/>
          </p:nvSpPr>
          <p:spPr>
            <a:xfrm rot="1380000" flipV="1">
              <a:off x="3327355" y="2911693"/>
              <a:ext cx="2517714" cy="25200"/>
            </a:xfrm>
            <a:custGeom>
              <a:avLst/>
              <a:gdLst>
                <a:gd name="connsiteX0" fmla="*/ 0 w 2517714"/>
                <a:gd name="connsiteY0" fmla="*/ 25200 h 25200"/>
                <a:gd name="connsiteX1" fmla="*/ 2513819 w 2517714"/>
                <a:gd name="connsiteY1" fmla="*/ 25200 h 25200"/>
                <a:gd name="connsiteX2" fmla="*/ 2517714 w 2517714"/>
                <a:gd name="connsiteY2" fmla="*/ 0 h 25200"/>
                <a:gd name="connsiteX3" fmla="*/ 0 w 2517714"/>
                <a:gd name="connsiteY3" fmla="*/ 0 h 25200"/>
              </a:gdLst>
              <a:ahLst/>
              <a:cxnLst>
                <a:cxn ang="0">
                  <a:pos x="connsiteX0" y="connsiteY0"/>
                </a:cxn>
                <a:cxn ang="0">
                  <a:pos x="connsiteX1" y="connsiteY1"/>
                </a:cxn>
                <a:cxn ang="0">
                  <a:pos x="connsiteX2" y="connsiteY2"/>
                </a:cxn>
                <a:cxn ang="0">
                  <a:pos x="connsiteX3" y="connsiteY3"/>
                </a:cxn>
              </a:cxnLst>
              <a:rect l="l" t="t" r="r" b="b"/>
              <a:pathLst>
                <a:path w="2517714" h="25200">
                  <a:moveTo>
                    <a:pt x="0" y="25200"/>
                  </a:moveTo>
                  <a:lnTo>
                    <a:pt x="2513819" y="25200"/>
                  </a:lnTo>
                  <a:lnTo>
                    <a:pt x="2517714" y="0"/>
                  </a:lnTo>
                  <a:lnTo>
                    <a:pt x="0" y="0"/>
                  </a:lnTo>
                  <a:close/>
                </a:path>
              </a:pathLst>
            </a:custGeom>
            <a:solidFill>
              <a:srgbClr val="315769"/>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5"/>
            <p:cNvGrpSpPr/>
            <p:nvPr/>
          </p:nvGrpSpPr>
          <p:grpSpPr>
            <a:xfrm>
              <a:off x="1973032" y="2075312"/>
              <a:ext cx="8361198" cy="2234901"/>
              <a:chOff x="1973032" y="2075312"/>
              <a:chExt cx="8361198" cy="2234901"/>
            </a:xfrm>
          </p:grpSpPr>
          <p:sp>
            <p:nvSpPr>
              <p:cNvPr id="229" name="同心圆 228"/>
              <p:cNvSpPr>
                <a:spLocks noChangeAspect="1"/>
              </p:cNvSpPr>
              <p:nvPr/>
            </p:nvSpPr>
            <p:spPr>
              <a:xfrm>
                <a:off x="3134175" y="2253192"/>
                <a:ext cx="252000" cy="252000"/>
              </a:xfrm>
              <a:prstGeom prst="donut">
                <a:avLst>
                  <a:gd name="adj" fmla="val 32800"/>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3" name="组合 4"/>
              <p:cNvGrpSpPr/>
              <p:nvPr/>
            </p:nvGrpSpPr>
            <p:grpSpPr>
              <a:xfrm>
                <a:off x="1973032" y="2075312"/>
                <a:ext cx="8361198" cy="2234901"/>
                <a:chOff x="1973032" y="2075312"/>
                <a:chExt cx="8361198" cy="2234901"/>
              </a:xfrm>
            </p:grpSpPr>
            <p:sp>
              <p:nvSpPr>
                <p:cNvPr id="237" name="任意多边形 236"/>
                <p:cNvSpPr/>
                <p:nvPr/>
              </p:nvSpPr>
              <p:spPr>
                <a:xfrm rot="1380000" flipV="1">
                  <a:off x="3267669" y="2864187"/>
                  <a:ext cx="2509122" cy="25200"/>
                </a:xfrm>
                <a:custGeom>
                  <a:avLst/>
                  <a:gdLst>
                    <a:gd name="connsiteX0" fmla="*/ 0 w 2509122"/>
                    <a:gd name="connsiteY0" fmla="*/ 25200 h 25200"/>
                    <a:gd name="connsiteX1" fmla="*/ 2505227 w 2509122"/>
                    <a:gd name="connsiteY1" fmla="*/ 25200 h 25200"/>
                    <a:gd name="connsiteX2" fmla="*/ 2509122 w 2509122"/>
                    <a:gd name="connsiteY2" fmla="*/ 0 h 25200"/>
                    <a:gd name="connsiteX3" fmla="*/ 0 w 2509122"/>
                    <a:gd name="connsiteY3" fmla="*/ 0 h 25200"/>
                  </a:gdLst>
                  <a:ahLst/>
                  <a:cxnLst>
                    <a:cxn ang="0">
                      <a:pos x="connsiteX0" y="connsiteY0"/>
                    </a:cxn>
                    <a:cxn ang="0">
                      <a:pos x="connsiteX1" y="connsiteY1"/>
                    </a:cxn>
                    <a:cxn ang="0">
                      <a:pos x="connsiteX2" y="connsiteY2"/>
                    </a:cxn>
                    <a:cxn ang="0">
                      <a:pos x="connsiteX3" y="connsiteY3"/>
                    </a:cxn>
                  </a:cxnLst>
                  <a:rect l="l" t="t" r="r" b="b"/>
                  <a:pathLst>
                    <a:path w="2509122" h="25200">
                      <a:moveTo>
                        <a:pt x="0" y="25200"/>
                      </a:moveTo>
                      <a:lnTo>
                        <a:pt x="2505227" y="25200"/>
                      </a:lnTo>
                      <a:lnTo>
                        <a:pt x="2509122" y="0"/>
                      </a:lnTo>
                      <a:lnTo>
                        <a:pt x="0" y="0"/>
                      </a:lnTo>
                      <a:close/>
                    </a:path>
                  </a:pathLst>
                </a:custGeom>
                <a:solidFill>
                  <a:srgbClr val="498B9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222"/>
                <p:cNvGrpSpPr/>
                <p:nvPr/>
              </p:nvGrpSpPr>
              <p:grpSpPr>
                <a:xfrm rot="434561">
                  <a:off x="9153649" y="2886154"/>
                  <a:ext cx="1083431" cy="1179402"/>
                  <a:chOff x="2154434" y="4108506"/>
                  <a:chExt cx="1550791" cy="1008009"/>
                </a:xfrm>
              </p:grpSpPr>
              <p:cxnSp>
                <p:nvCxnSpPr>
                  <p:cNvPr id="224" name="直接连接符 223"/>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5" name="组合 219"/>
                <p:cNvGrpSpPr/>
                <p:nvPr/>
              </p:nvGrpSpPr>
              <p:grpSpPr>
                <a:xfrm rot="18483043">
                  <a:off x="6744454" y="2339571"/>
                  <a:ext cx="2183064" cy="1654546"/>
                  <a:chOff x="2154434" y="4108506"/>
                  <a:chExt cx="1550791" cy="1008009"/>
                </a:xfrm>
              </p:grpSpPr>
              <p:cxnSp>
                <p:nvCxnSpPr>
                  <p:cNvPr id="221" name="直接连接符 220"/>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215"/>
                <p:cNvGrpSpPr/>
                <p:nvPr/>
              </p:nvGrpSpPr>
              <p:grpSpPr>
                <a:xfrm rot="18079017">
                  <a:off x="1932565" y="2800870"/>
                  <a:ext cx="1500203" cy="353763"/>
                  <a:chOff x="2154434" y="4108506"/>
                  <a:chExt cx="1550791" cy="1008009"/>
                </a:xfrm>
              </p:grpSpPr>
              <p:cxnSp>
                <p:nvCxnSpPr>
                  <p:cNvPr id="215" name="直接连接符 214"/>
                  <p:cNvCxnSpPr/>
                  <p:nvPr/>
                </p:nvCxnSpPr>
                <p:spPr>
                  <a:xfrm>
                    <a:off x="2168720" y="4129146"/>
                    <a:ext cx="1536505" cy="987369"/>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2154434" y="4108506"/>
                    <a:ext cx="1536505" cy="98736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Freeform 944"/>
                <p:cNvSpPr>
                  <a:spLocks noChangeAspect="1" noEditPoints="1"/>
                </p:cNvSpPr>
                <p:nvPr/>
              </p:nvSpPr>
              <p:spPr bwMode="auto">
                <a:xfrm>
                  <a:off x="5960158" y="3196265"/>
                  <a:ext cx="719998" cy="720000"/>
                </a:xfrm>
                <a:custGeom>
                  <a:avLst/>
                  <a:gdLst>
                    <a:gd name="T0" fmla="*/ 29 w 71"/>
                    <a:gd name="T1" fmla="*/ 4 h 71"/>
                    <a:gd name="T2" fmla="*/ 28 w 71"/>
                    <a:gd name="T3" fmla="*/ 4 h 71"/>
                    <a:gd name="T4" fmla="*/ 3 w 71"/>
                    <a:gd name="T5" fmla="*/ 42 h 71"/>
                    <a:gd name="T6" fmla="*/ 42 w 71"/>
                    <a:gd name="T7" fmla="*/ 68 h 71"/>
                    <a:gd name="T8" fmla="*/ 43 w 71"/>
                    <a:gd name="T9" fmla="*/ 68 h 71"/>
                    <a:gd name="T10" fmla="*/ 68 w 71"/>
                    <a:gd name="T11" fmla="*/ 29 h 71"/>
                    <a:gd name="T12" fmla="*/ 29 w 71"/>
                    <a:gd name="T13" fmla="*/ 4 h 71"/>
                    <a:gd name="T14" fmla="*/ 33 w 71"/>
                    <a:gd name="T15" fmla="*/ 25 h 71"/>
                    <a:gd name="T16" fmla="*/ 32 w 71"/>
                    <a:gd name="T17" fmla="*/ 20 h 71"/>
                    <a:gd name="T18" fmla="*/ 33 w 71"/>
                    <a:gd name="T19" fmla="*/ 25 h 71"/>
                    <a:gd name="T20" fmla="*/ 46 w 71"/>
                    <a:gd name="T21" fmla="*/ 34 h 71"/>
                    <a:gd name="T22" fmla="*/ 38 w 71"/>
                    <a:gd name="T23" fmla="*/ 46 h 71"/>
                    <a:gd name="T24" fmla="*/ 25 w 71"/>
                    <a:gd name="T25" fmla="*/ 38 h 71"/>
                    <a:gd name="T26" fmla="*/ 33 w 71"/>
                    <a:gd name="T27" fmla="*/ 2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 h="71">
                      <a:moveTo>
                        <a:pt x="29" y="4"/>
                      </a:moveTo>
                      <a:cubicBezTo>
                        <a:pt x="28" y="4"/>
                        <a:pt x="28" y="4"/>
                        <a:pt x="28" y="4"/>
                      </a:cubicBezTo>
                      <a:cubicBezTo>
                        <a:pt x="11" y="8"/>
                        <a:pt x="0" y="25"/>
                        <a:pt x="3" y="42"/>
                      </a:cubicBezTo>
                      <a:cubicBezTo>
                        <a:pt x="7" y="60"/>
                        <a:pt x="24" y="71"/>
                        <a:pt x="42" y="68"/>
                      </a:cubicBezTo>
                      <a:cubicBezTo>
                        <a:pt x="43" y="68"/>
                        <a:pt x="43" y="68"/>
                        <a:pt x="43" y="68"/>
                      </a:cubicBezTo>
                      <a:cubicBezTo>
                        <a:pt x="60" y="64"/>
                        <a:pt x="71" y="47"/>
                        <a:pt x="68" y="29"/>
                      </a:cubicBezTo>
                      <a:cubicBezTo>
                        <a:pt x="64" y="12"/>
                        <a:pt x="47" y="0"/>
                        <a:pt x="29" y="4"/>
                      </a:cubicBezTo>
                      <a:close/>
                      <a:moveTo>
                        <a:pt x="33" y="25"/>
                      </a:moveTo>
                      <a:cubicBezTo>
                        <a:pt x="32" y="20"/>
                        <a:pt x="32" y="20"/>
                        <a:pt x="32" y="20"/>
                      </a:cubicBezTo>
                      <a:cubicBezTo>
                        <a:pt x="33" y="25"/>
                        <a:pt x="33" y="25"/>
                        <a:pt x="33" y="25"/>
                      </a:cubicBezTo>
                      <a:cubicBezTo>
                        <a:pt x="39" y="24"/>
                        <a:pt x="45" y="28"/>
                        <a:pt x="46" y="34"/>
                      </a:cubicBezTo>
                      <a:cubicBezTo>
                        <a:pt x="47" y="39"/>
                        <a:pt x="44" y="45"/>
                        <a:pt x="38" y="46"/>
                      </a:cubicBezTo>
                      <a:cubicBezTo>
                        <a:pt x="32" y="48"/>
                        <a:pt x="26" y="44"/>
                        <a:pt x="25" y="38"/>
                      </a:cubicBezTo>
                      <a:cubicBezTo>
                        <a:pt x="24" y="32"/>
                        <a:pt x="27" y="26"/>
                        <a:pt x="33" y="25"/>
                      </a:cubicBezTo>
                      <a:close/>
                    </a:path>
                  </a:pathLst>
                </a:custGeom>
                <a:solidFill>
                  <a:schemeClr val="accent2"/>
                </a:solidFill>
                <a:ln>
                  <a:solidFill>
                    <a:schemeClr val="accent1"/>
                  </a:solidFill>
                </a:ln>
              </p:spPr>
              <p:txBody>
                <a:bodyPr vert="horz" wrap="square" lIns="91440" tIns="45720" rIns="91440" bIns="45720" numCol="1" anchor="t" anchorCtr="0" compatLnSpc="1">
                  <a:prstTxWarp prst="textNoShape">
                    <a:avLst/>
                  </a:prstTxWarp>
                </a:bodyPr>
                <a:lstStyle/>
                <a:p>
                  <a:endParaRPr lang="zh-CN" altLang="en-US"/>
                </a:p>
              </p:txBody>
            </p:sp>
            <p:sp>
              <p:nvSpPr>
                <p:cNvPr id="206" name="同心圆 205"/>
                <p:cNvSpPr>
                  <a:spLocks noChangeAspect="1"/>
                </p:cNvSpPr>
                <p:nvPr/>
              </p:nvSpPr>
              <p:spPr>
                <a:xfrm>
                  <a:off x="10082230" y="4058213"/>
                  <a:ext cx="252000" cy="252000"/>
                </a:xfrm>
                <a:prstGeom prst="donut">
                  <a:avLst>
                    <a:gd name="adj" fmla="val 32800"/>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8" name="同心圆 207"/>
                <p:cNvSpPr>
                  <a:spLocks noChangeAspect="1"/>
                </p:cNvSpPr>
                <p:nvPr/>
              </p:nvSpPr>
              <p:spPr>
                <a:xfrm>
                  <a:off x="9085280" y="2653302"/>
                  <a:ext cx="252000" cy="252000"/>
                </a:xfrm>
                <a:prstGeom prst="donut">
                  <a:avLst>
                    <a:gd name="adj" fmla="val 32800"/>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1" name="同心圆 230"/>
                <p:cNvSpPr>
                  <a:spLocks noChangeAspect="1"/>
                </p:cNvSpPr>
                <p:nvPr/>
              </p:nvSpPr>
              <p:spPr>
                <a:xfrm>
                  <a:off x="1973032" y="3463850"/>
                  <a:ext cx="252000" cy="252000"/>
                </a:xfrm>
                <a:prstGeom prst="donut">
                  <a:avLst>
                    <a:gd name="adj" fmla="val 3280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
        <p:nvSpPr>
          <p:cNvPr id="232" name="文本框 231"/>
          <p:cNvSpPr txBox="1"/>
          <p:nvPr/>
        </p:nvSpPr>
        <p:spPr>
          <a:xfrm>
            <a:off x="1060351" y="3184612"/>
            <a:ext cx="149542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点击添加标题</a:t>
            </a:r>
          </a:p>
        </p:txBody>
      </p:sp>
      <p:sp>
        <p:nvSpPr>
          <p:cNvPr id="245" name="Freeform 944"/>
          <p:cNvSpPr>
            <a:spLocks noChangeAspect="1" noEditPoints="1"/>
          </p:cNvSpPr>
          <p:nvPr/>
        </p:nvSpPr>
        <p:spPr bwMode="auto">
          <a:xfrm>
            <a:off x="889288" y="3679284"/>
            <a:ext cx="188999" cy="189058"/>
          </a:xfrm>
          <a:custGeom>
            <a:avLst/>
            <a:gdLst>
              <a:gd name="T0" fmla="*/ 29 w 71"/>
              <a:gd name="T1" fmla="*/ 4 h 71"/>
              <a:gd name="T2" fmla="*/ 28 w 71"/>
              <a:gd name="T3" fmla="*/ 4 h 71"/>
              <a:gd name="T4" fmla="*/ 3 w 71"/>
              <a:gd name="T5" fmla="*/ 42 h 71"/>
              <a:gd name="T6" fmla="*/ 42 w 71"/>
              <a:gd name="T7" fmla="*/ 68 h 71"/>
              <a:gd name="T8" fmla="*/ 43 w 71"/>
              <a:gd name="T9" fmla="*/ 68 h 71"/>
              <a:gd name="T10" fmla="*/ 68 w 71"/>
              <a:gd name="T11" fmla="*/ 29 h 71"/>
              <a:gd name="T12" fmla="*/ 29 w 71"/>
              <a:gd name="T13" fmla="*/ 4 h 71"/>
              <a:gd name="T14" fmla="*/ 33 w 71"/>
              <a:gd name="T15" fmla="*/ 25 h 71"/>
              <a:gd name="T16" fmla="*/ 32 w 71"/>
              <a:gd name="T17" fmla="*/ 20 h 71"/>
              <a:gd name="T18" fmla="*/ 33 w 71"/>
              <a:gd name="T19" fmla="*/ 25 h 71"/>
              <a:gd name="T20" fmla="*/ 46 w 71"/>
              <a:gd name="T21" fmla="*/ 34 h 71"/>
              <a:gd name="T22" fmla="*/ 38 w 71"/>
              <a:gd name="T23" fmla="*/ 46 h 71"/>
              <a:gd name="T24" fmla="*/ 25 w 71"/>
              <a:gd name="T25" fmla="*/ 38 h 71"/>
              <a:gd name="T26" fmla="*/ 33 w 71"/>
              <a:gd name="T27" fmla="*/ 2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1" h="71">
                <a:moveTo>
                  <a:pt x="29" y="4"/>
                </a:moveTo>
                <a:cubicBezTo>
                  <a:pt x="28" y="4"/>
                  <a:pt x="28" y="4"/>
                  <a:pt x="28" y="4"/>
                </a:cubicBezTo>
                <a:cubicBezTo>
                  <a:pt x="11" y="8"/>
                  <a:pt x="0" y="25"/>
                  <a:pt x="3" y="42"/>
                </a:cubicBezTo>
                <a:cubicBezTo>
                  <a:pt x="7" y="60"/>
                  <a:pt x="24" y="71"/>
                  <a:pt x="42" y="68"/>
                </a:cubicBezTo>
                <a:cubicBezTo>
                  <a:pt x="43" y="68"/>
                  <a:pt x="43" y="68"/>
                  <a:pt x="43" y="68"/>
                </a:cubicBezTo>
                <a:cubicBezTo>
                  <a:pt x="60" y="64"/>
                  <a:pt x="71" y="47"/>
                  <a:pt x="68" y="29"/>
                </a:cubicBezTo>
                <a:cubicBezTo>
                  <a:pt x="64" y="12"/>
                  <a:pt x="47" y="0"/>
                  <a:pt x="29" y="4"/>
                </a:cubicBezTo>
                <a:close/>
                <a:moveTo>
                  <a:pt x="33" y="25"/>
                </a:moveTo>
                <a:cubicBezTo>
                  <a:pt x="32" y="20"/>
                  <a:pt x="32" y="20"/>
                  <a:pt x="32" y="20"/>
                </a:cubicBezTo>
                <a:cubicBezTo>
                  <a:pt x="33" y="25"/>
                  <a:pt x="33" y="25"/>
                  <a:pt x="33" y="25"/>
                </a:cubicBezTo>
                <a:cubicBezTo>
                  <a:pt x="39" y="24"/>
                  <a:pt x="45" y="28"/>
                  <a:pt x="46" y="34"/>
                </a:cubicBezTo>
                <a:cubicBezTo>
                  <a:pt x="47" y="39"/>
                  <a:pt x="44" y="45"/>
                  <a:pt x="38" y="46"/>
                </a:cubicBezTo>
                <a:cubicBezTo>
                  <a:pt x="32" y="48"/>
                  <a:pt x="26" y="44"/>
                  <a:pt x="25" y="38"/>
                </a:cubicBezTo>
                <a:cubicBezTo>
                  <a:pt x="24" y="32"/>
                  <a:pt x="27" y="26"/>
                  <a:pt x="33" y="25"/>
                </a:cubicBezTo>
                <a:close/>
              </a:path>
            </a:pathLst>
          </a:custGeom>
          <a:solidFill>
            <a:schemeClr val="accent3"/>
          </a:solidFill>
          <a:ln>
            <a:noFill/>
          </a:ln>
        </p:spPr>
        <p:txBody>
          <a:bodyPr vert="horz" wrap="square" lIns="68580" tIns="34290" rIns="68580" bIns="34290" numCol="1" anchor="t" anchorCtr="0" compatLnSpc="1">
            <a:prstTxWarp prst="textNoShape">
              <a:avLst/>
            </a:prstTxWarp>
          </a:bodyPr>
          <a:lstStyle/>
          <a:p>
            <a:endParaRPr lang="zh-CN" altLang="en-US"/>
          </a:p>
        </p:txBody>
      </p:sp>
      <p:sp>
        <p:nvSpPr>
          <p:cNvPr id="246" name="文本框 245"/>
          <p:cNvSpPr txBox="1"/>
          <p:nvPr/>
        </p:nvSpPr>
        <p:spPr>
          <a:xfrm>
            <a:off x="1136971" y="3580725"/>
            <a:ext cx="2747387" cy="875753"/>
          </a:xfrm>
          <a:prstGeom prst="rect">
            <a:avLst/>
          </a:prstGeom>
          <a:noFill/>
        </p:spPr>
        <p:txBody>
          <a:bodyPr wrap="square" lIns="68580" tIns="34290" rIns="68580" bIns="34290" rtlCol="0">
            <a:spAutoFit/>
          </a:bodyPr>
          <a:lstStyle/>
          <a:p>
            <a:pPr algn="just">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rPr>
              <a:t>文字是简单的视觉图案再现 口语的声音，因而更加清晰，这里输入简单的文字概述这里输入简单文字概述简单的文字概述</a:t>
            </a:r>
          </a:p>
          <a:p>
            <a:pPr algn="just">
              <a:lnSpc>
                <a:spcPct val="150000"/>
              </a:lnSpc>
            </a:pP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7" name="组合 698"/>
          <p:cNvGrpSpPr>
            <a:grpSpLocks noChangeAspect="1"/>
          </p:cNvGrpSpPr>
          <p:nvPr/>
        </p:nvGrpSpPr>
        <p:grpSpPr>
          <a:xfrm>
            <a:off x="6461352" y="1638094"/>
            <a:ext cx="891000" cy="887543"/>
            <a:chOff x="12895386" y="-62366"/>
            <a:chExt cx="2208955" cy="2199699"/>
          </a:xfrm>
        </p:grpSpPr>
        <p:sp>
          <p:nvSpPr>
            <p:cNvPr id="700"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1"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2"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3"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4"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5"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6"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7"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8"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09"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0"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1"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2"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3"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4"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5"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6"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7"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8"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19"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0"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1"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2"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3"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4"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5"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6"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7"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8"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29"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0"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1"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2"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3"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4"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5"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6"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7"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8"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39"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0"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1"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2"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3"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4"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5"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6"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7"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8"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49"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0"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1"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2"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3"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4"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5"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6"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7"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58"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758"/>
            <p:cNvGrpSpPr/>
            <p:nvPr/>
          </p:nvGrpSpPr>
          <p:grpSpPr>
            <a:xfrm>
              <a:off x="13426027" y="462106"/>
              <a:ext cx="1144584" cy="1144585"/>
              <a:chOff x="5580783" y="1964978"/>
              <a:chExt cx="1144584" cy="1144585"/>
            </a:xfrm>
            <a:solidFill>
              <a:srgbClr val="59ACB4">
                <a:alpha val="20000"/>
              </a:srgbClr>
            </a:solidFill>
          </p:grpSpPr>
          <p:sp>
            <p:nvSpPr>
              <p:cNvPr id="760"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1"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2"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3"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4"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5"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6"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7"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8"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69"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0"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1"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2"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3"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4"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5"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6"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sp>
            <p:nvSpPr>
              <p:cNvPr id="777"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4"/>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 name="组合 777"/>
          <p:cNvGrpSpPr>
            <a:grpSpLocks noChangeAspect="1"/>
          </p:cNvGrpSpPr>
          <p:nvPr/>
        </p:nvGrpSpPr>
        <p:grpSpPr>
          <a:xfrm>
            <a:off x="6780636" y="2266879"/>
            <a:ext cx="1754381" cy="1747576"/>
            <a:chOff x="12895386" y="-62366"/>
            <a:chExt cx="2208955" cy="2199699"/>
          </a:xfrm>
        </p:grpSpPr>
        <p:sp>
          <p:nvSpPr>
            <p:cNvPr id="779"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0"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1"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2"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3"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4"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5"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6"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7"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8"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89"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0"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1"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2"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3"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4"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5"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6"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7"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8"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799"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0"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1"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2"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3"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4"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5"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6"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7"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8"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09"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0"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1"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2"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3"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4"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5"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6"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7"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8"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19"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0"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1"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2"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3"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4"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5"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6"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7"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8"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29"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0"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1"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2"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3"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4"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5"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6"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37"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20" name="组合 837"/>
            <p:cNvGrpSpPr/>
            <p:nvPr/>
          </p:nvGrpSpPr>
          <p:grpSpPr>
            <a:xfrm>
              <a:off x="13426027" y="462106"/>
              <a:ext cx="1144584" cy="1144585"/>
              <a:chOff x="5580783" y="1964978"/>
              <a:chExt cx="1144584" cy="1144585"/>
            </a:xfrm>
            <a:solidFill>
              <a:srgbClr val="59ACB4">
                <a:alpha val="20000"/>
              </a:srgbClr>
            </a:solidFill>
          </p:grpSpPr>
          <p:sp>
            <p:nvSpPr>
              <p:cNvPr id="839"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0"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1"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2"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3"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4"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5"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6"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7"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8"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49"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0"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1"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2"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3"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4"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5"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sp>
            <p:nvSpPr>
              <p:cNvPr id="856"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3"/>
                </a:solid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 name="组合 856"/>
          <p:cNvGrpSpPr>
            <a:grpSpLocks noChangeAspect="1"/>
          </p:cNvGrpSpPr>
          <p:nvPr/>
        </p:nvGrpSpPr>
        <p:grpSpPr>
          <a:xfrm>
            <a:off x="1167863" y="2288896"/>
            <a:ext cx="810000" cy="806858"/>
            <a:chOff x="12895386" y="-62366"/>
            <a:chExt cx="2208955" cy="2199699"/>
          </a:xfrm>
        </p:grpSpPr>
        <p:sp>
          <p:nvSpPr>
            <p:cNvPr id="858" name="Freeform 711"/>
            <p:cNvSpPr>
              <a:spLocks/>
            </p:cNvSpPr>
            <p:nvPr/>
          </p:nvSpPr>
          <p:spPr bwMode="auto">
            <a:xfrm>
              <a:off x="13222410" y="1838075"/>
              <a:ext cx="37022" cy="30851"/>
            </a:xfrm>
            <a:custGeom>
              <a:avLst/>
              <a:gdLst>
                <a:gd name="T0" fmla="*/ 3 w 5"/>
                <a:gd name="T1" fmla="*/ 0 h 4"/>
                <a:gd name="T2" fmla="*/ 0 w 5"/>
                <a:gd name="T3" fmla="*/ 1 h 4"/>
                <a:gd name="T4" fmla="*/ 3 w 5"/>
                <a:gd name="T5" fmla="*/ 4 h 4"/>
                <a:gd name="T6" fmla="*/ 5 w 5"/>
                <a:gd name="T7" fmla="*/ 3 h 4"/>
                <a:gd name="T8" fmla="*/ 4 w 5"/>
                <a:gd name="T9" fmla="*/ 1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1"/>
                    <a:pt x="0" y="1"/>
                    <a:pt x="0" y="1"/>
                  </a:cubicBezTo>
                  <a:cubicBezTo>
                    <a:pt x="3" y="4"/>
                    <a:pt x="3" y="4"/>
                    <a:pt x="3" y="4"/>
                  </a:cubicBezTo>
                  <a:cubicBezTo>
                    <a:pt x="5" y="3"/>
                    <a:pt x="5" y="3"/>
                    <a:pt x="5" y="3"/>
                  </a:cubicBezTo>
                  <a:cubicBezTo>
                    <a:pt x="4" y="1"/>
                    <a:pt x="4" y="1"/>
                    <a:pt x="4" y="1"/>
                  </a:cubicBezTo>
                  <a:cubicBezTo>
                    <a:pt x="4" y="1"/>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59" name="Freeform 750"/>
            <p:cNvSpPr>
              <a:spLocks noEditPoints="1"/>
            </p:cNvSpPr>
            <p:nvPr/>
          </p:nvSpPr>
          <p:spPr bwMode="auto">
            <a:xfrm>
              <a:off x="12895386" y="-62366"/>
              <a:ext cx="2208955" cy="2199699"/>
            </a:xfrm>
            <a:custGeom>
              <a:avLst/>
              <a:gdLst>
                <a:gd name="T0" fmla="*/ 122 w 303"/>
                <a:gd name="T1" fmla="*/ 295 h 302"/>
                <a:gd name="T2" fmla="*/ 203 w 303"/>
                <a:gd name="T3" fmla="*/ 293 h 302"/>
                <a:gd name="T4" fmla="*/ 143 w 303"/>
                <a:gd name="T5" fmla="*/ 282 h 302"/>
                <a:gd name="T6" fmla="*/ 103 w 303"/>
                <a:gd name="T7" fmla="*/ 291 h 302"/>
                <a:gd name="T8" fmla="*/ 103 w 303"/>
                <a:gd name="T9" fmla="*/ 272 h 302"/>
                <a:gd name="T10" fmla="*/ 150 w 303"/>
                <a:gd name="T11" fmla="*/ 270 h 302"/>
                <a:gd name="T12" fmla="*/ 169 w 303"/>
                <a:gd name="T13" fmla="*/ 268 h 302"/>
                <a:gd name="T14" fmla="*/ 197 w 303"/>
                <a:gd name="T15" fmla="*/ 295 h 302"/>
                <a:gd name="T16" fmla="*/ 93 w 303"/>
                <a:gd name="T17" fmla="*/ 253 h 302"/>
                <a:gd name="T18" fmla="*/ 70 w 303"/>
                <a:gd name="T19" fmla="*/ 250 h 302"/>
                <a:gd name="T20" fmla="*/ 228 w 303"/>
                <a:gd name="T21" fmla="*/ 281 h 302"/>
                <a:gd name="T22" fmla="*/ 73 w 303"/>
                <a:gd name="T23" fmla="*/ 249 h 302"/>
                <a:gd name="T24" fmla="*/ 221 w 303"/>
                <a:gd name="T25" fmla="*/ 247 h 302"/>
                <a:gd name="T26" fmla="*/ 35 w 303"/>
                <a:gd name="T27" fmla="*/ 247 h 302"/>
                <a:gd name="T28" fmla="*/ 270 w 303"/>
                <a:gd name="T29" fmla="*/ 240 h 302"/>
                <a:gd name="T30" fmla="*/ 233 w 303"/>
                <a:gd name="T31" fmla="*/ 241 h 302"/>
                <a:gd name="T32" fmla="*/ 260 w 303"/>
                <a:gd name="T33" fmla="*/ 237 h 302"/>
                <a:gd name="T34" fmla="*/ 52 w 303"/>
                <a:gd name="T35" fmla="*/ 264 h 302"/>
                <a:gd name="T36" fmla="*/ 53 w 303"/>
                <a:gd name="T37" fmla="*/ 260 h 302"/>
                <a:gd name="T38" fmla="*/ 275 w 303"/>
                <a:gd name="T39" fmla="*/ 230 h 302"/>
                <a:gd name="T40" fmla="*/ 47 w 303"/>
                <a:gd name="T41" fmla="*/ 218 h 302"/>
                <a:gd name="T42" fmla="*/ 30 w 303"/>
                <a:gd name="T43" fmla="*/ 188 h 302"/>
                <a:gd name="T44" fmla="*/ 9 w 303"/>
                <a:gd name="T45" fmla="*/ 182 h 302"/>
                <a:gd name="T46" fmla="*/ 5 w 303"/>
                <a:gd name="T47" fmla="*/ 188 h 302"/>
                <a:gd name="T48" fmla="*/ 286 w 303"/>
                <a:gd name="T49" fmla="*/ 210 h 302"/>
                <a:gd name="T50" fmla="*/ 268 w 303"/>
                <a:gd name="T51" fmla="*/ 189 h 302"/>
                <a:gd name="T52" fmla="*/ 274 w 303"/>
                <a:gd name="T53" fmla="*/ 163 h 302"/>
                <a:gd name="T54" fmla="*/ 0 w 303"/>
                <a:gd name="T55" fmla="*/ 151 h 302"/>
                <a:gd name="T56" fmla="*/ 290 w 303"/>
                <a:gd name="T57" fmla="*/ 157 h 302"/>
                <a:gd name="T58" fmla="*/ 5 w 303"/>
                <a:gd name="T59" fmla="*/ 152 h 302"/>
                <a:gd name="T60" fmla="*/ 26 w 303"/>
                <a:gd name="T61" fmla="*/ 141 h 302"/>
                <a:gd name="T62" fmla="*/ 32 w 303"/>
                <a:gd name="T63" fmla="*/ 126 h 302"/>
                <a:gd name="T64" fmla="*/ 279 w 303"/>
                <a:gd name="T65" fmla="*/ 118 h 302"/>
                <a:gd name="T66" fmla="*/ 300 w 303"/>
                <a:gd name="T67" fmla="*/ 125 h 302"/>
                <a:gd name="T68" fmla="*/ 253 w 303"/>
                <a:gd name="T69" fmla="*/ 87 h 302"/>
                <a:gd name="T70" fmla="*/ 253 w 303"/>
                <a:gd name="T71" fmla="*/ 87 h 302"/>
                <a:gd name="T72" fmla="*/ 33 w 303"/>
                <a:gd name="T73" fmla="*/ 122 h 302"/>
                <a:gd name="T74" fmla="*/ 261 w 303"/>
                <a:gd name="T75" fmla="*/ 75 h 302"/>
                <a:gd name="T76" fmla="*/ 21 w 303"/>
                <a:gd name="T77" fmla="*/ 82 h 302"/>
                <a:gd name="T78" fmla="*/ 59 w 303"/>
                <a:gd name="T79" fmla="*/ 70 h 302"/>
                <a:gd name="T80" fmla="*/ 69 w 303"/>
                <a:gd name="T81" fmla="*/ 61 h 302"/>
                <a:gd name="T82" fmla="*/ 26 w 303"/>
                <a:gd name="T83" fmla="*/ 66 h 302"/>
                <a:gd name="T84" fmla="*/ 79 w 303"/>
                <a:gd name="T85" fmla="*/ 52 h 302"/>
                <a:gd name="T86" fmla="*/ 277 w 303"/>
                <a:gd name="T87" fmla="*/ 66 h 302"/>
                <a:gd name="T88" fmla="*/ 227 w 303"/>
                <a:gd name="T89" fmla="*/ 50 h 302"/>
                <a:gd name="T90" fmla="*/ 238 w 303"/>
                <a:gd name="T91" fmla="*/ 43 h 302"/>
                <a:gd name="T92" fmla="*/ 251 w 303"/>
                <a:gd name="T93" fmla="*/ 37 h 302"/>
                <a:gd name="T94" fmla="*/ 200 w 303"/>
                <a:gd name="T95" fmla="*/ 38 h 302"/>
                <a:gd name="T96" fmla="*/ 146 w 303"/>
                <a:gd name="T97" fmla="*/ 29 h 302"/>
                <a:gd name="T98" fmla="*/ 83 w 303"/>
                <a:gd name="T99" fmla="*/ 53 h 302"/>
                <a:gd name="T100" fmla="*/ 154 w 303"/>
                <a:gd name="T101" fmla="*/ 32 h 302"/>
                <a:gd name="T102" fmla="*/ 86 w 303"/>
                <a:gd name="T103" fmla="*/ 15 h 302"/>
                <a:gd name="T104" fmla="*/ 202 w 303"/>
                <a:gd name="T105" fmla="*/ 9 h 302"/>
                <a:gd name="T106" fmla="*/ 105 w 303"/>
                <a:gd name="T107" fmla="*/ 11 h 302"/>
                <a:gd name="T108" fmla="*/ 162 w 303"/>
                <a:gd name="T109" fmla="*/ 5 h 302"/>
                <a:gd name="T110" fmla="*/ 196 w 303"/>
                <a:gd name="T111" fmla="*/ 10 h 302"/>
                <a:gd name="T112" fmla="*/ 162 w 303"/>
                <a:gd name="T113" fmla="*/ 0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3" h="302">
                  <a:moveTo>
                    <a:pt x="122" y="295"/>
                  </a:moveTo>
                  <a:cubicBezTo>
                    <a:pt x="126" y="300"/>
                    <a:pt x="126" y="300"/>
                    <a:pt x="126" y="300"/>
                  </a:cubicBezTo>
                  <a:cubicBezTo>
                    <a:pt x="129" y="300"/>
                    <a:pt x="134" y="301"/>
                    <a:pt x="138" y="301"/>
                  </a:cubicBezTo>
                  <a:cubicBezTo>
                    <a:pt x="140" y="302"/>
                    <a:pt x="140" y="302"/>
                    <a:pt x="140" y="302"/>
                  </a:cubicBezTo>
                  <a:cubicBezTo>
                    <a:pt x="136" y="297"/>
                    <a:pt x="136" y="297"/>
                    <a:pt x="136" y="297"/>
                  </a:cubicBezTo>
                  <a:cubicBezTo>
                    <a:pt x="136" y="297"/>
                    <a:pt x="136" y="297"/>
                    <a:pt x="136" y="297"/>
                  </a:cubicBezTo>
                  <a:cubicBezTo>
                    <a:pt x="131" y="297"/>
                    <a:pt x="127" y="296"/>
                    <a:pt x="122" y="295"/>
                  </a:cubicBezTo>
                  <a:moveTo>
                    <a:pt x="100" y="292"/>
                  </a:moveTo>
                  <a:cubicBezTo>
                    <a:pt x="99" y="293"/>
                    <a:pt x="99" y="293"/>
                    <a:pt x="99" y="293"/>
                  </a:cubicBezTo>
                  <a:cubicBezTo>
                    <a:pt x="101" y="293"/>
                    <a:pt x="101" y="293"/>
                    <a:pt x="101" y="293"/>
                  </a:cubicBezTo>
                  <a:cubicBezTo>
                    <a:pt x="100" y="292"/>
                    <a:pt x="100" y="292"/>
                    <a:pt x="100" y="292"/>
                  </a:cubicBezTo>
                  <a:moveTo>
                    <a:pt x="211" y="285"/>
                  </a:moveTo>
                  <a:cubicBezTo>
                    <a:pt x="208" y="287"/>
                    <a:pt x="204" y="288"/>
                    <a:pt x="201" y="289"/>
                  </a:cubicBezTo>
                  <a:cubicBezTo>
                    <a:pt x="203" y="293"/>
                    <a:pt x="203" y="293"/>
                    <a:pt x="203" y="293"/>
                  </a:cubicBezTo>
                  <a:cubicBezTo>
                    <a:pt x="207" y="291"/>
                    <a:pt x="210" y="290"/>
                    <a:pt x="213" y="289"/>
                  </a:cubicBezTo>
                  <a:cubicBezTo>
                    <a:pt x="211" y="285"/>
                    <a:pt x="211" y="285"/>
                    <a:pt x="211" y="285"/>
                  </a:cubicBezTo>
                  <a:moveTo>
                    <a:pt x="143" y="282"/>
                  </a:moveTo>
                  <a:cubicBezTo>
                    <a:pt x="138" y="294"/>
                    <a:pt x="138" y="294"/>
                    <a:pt x="138" y="294"/>
                  </a:cubicBezTo>
                  <a:cubicBezTo>
                    <a:pt x="140" y="297"/>
                    <a:pt x="140" y="297"/>
                    <a:pt x="140" y="297"/>
                  </a:cubicBezTo>
                  <a:cubicBezTo>
                    <a:pt x="145" y="286"/>
                    <a:pt x="145" y="286"/>
                    <a:pt x="145" y="286"/>
                  </a:cubicBezTo>
                  <a:cubicBezTo>
                    <a:pt x="143" y="282"/>
                    <a:pt x="143" y="282"/>
                    <a:pt x="143" y="282"/>
                  </a:cubicBezTo>
                  <a:moveTo>
                    <a:pt x="223" y="279"/>
                  </a:moveTo>
                  <a:cubicBezTo>
                    <a:pt x="220" y="281"/>
                    <a:pt x="217" y="282"/>
                    <a:pt x="214" y="284"/>
                  </a:cubicBezTo>
                  <a:cubicBezTo>
                    <a:pt x="216" y="287"/>
                    <a:pt x="216" y="287"/>
                    <a:pt x="216" y="287"/>
                  </a:cubicBezTo>
                  <a:cubicBezTo>
                    <a:pt x="219" y="286"/>
                    <a:pt x="223" y="284"/>
                    <a:pt x="226" y="282"/>
                  </a:cubicBezTo>
                  <a:cubicBezTo>
                    <a:pt x="223" y="279"/>
                    <a:pt x="223" y="279"/>
                    <a:pt x="223" y="279"/>
                  </a:cubicBezTo>
                  <a:moveTo>
                    <a:pt x="103" y="272"/>
                  </a:moveTo>
                  <a:cubicBezTo>
                    <a:pt x="103" y="291"/>
                    <a:pt x="103" y="291"/>
                    <a:pt x="103" y="291"/>
                  </a:cubicBezTo>
                  <a:cubicBezTo>
                    <a:pt x="105" y="295"/>
                    <a:pt x="105" y="295"/>
                    <a:pt x="105" y="295"/>
                  </a:cubicBezTo>
                  <a:cubicBezTo>
                    <a:pt x="110" y="296"/>
                    <a:pt x="115" y="298"/>
                    <a:pt x="120" y="299"/>
                  </a:cubicBezTo>
                  <a:cubicBezTo>
                    <a:pt x="121" y="299"/>
                    <a:pt x="121" y="299"/>
                    <a:pt x="121" y="299"/>
                  </a:cubicBezTo>
                  <a:cubicBezTo>
                    <a:pt x="118" y="294"/>
                    <a:pt x="118" y="294"/>
                    <a:pt x="118" y="294"/>
                  </a:cubicBezTo>
                  <a:cubicBezTo>
                    <a:pt x="114" y="293"/>
                    <a:pt x="110" y="292"/>
                    <a:pt x="107" y="291"/>
                  </a:cubicBezTo>
                  <a:cubicBezTo>
                    <a:pt x="107" y="278"/>
                    <a:pt x="107" y="278"/>
                    <a:pt x="107" y="278"/>
                  </a:cubicBezTo>
                  <a:cubicBezTo>
                    <a:pt x="103" y="272"/>
                    <a:pt x="103" y="272"/>
                    <a:pt x="103" y="272"/>
                  </a:cubicBezTo>
                  <a:moveTo>
                    <a:pt x="150" y="270"/>
                  </a:moveTo>
                  <a:cubicBezTo>
                    <a:pt x="148" y="270"/>
                    <a:pt x="148" y="270"/>
                    <a:pt x="148" y="270"/>
                  </a:cubicBezTo>
                  <a:cubicBezTo>
                    <a:pt x="144" y="279"/>
                    <a:pt x="144" y="279"/>
                    <a:pt x="144" y="279"/>
                  </a:cubicBezTo>
                  <a:cubicBezTo>
                    <a:pt x="147" y="283"/>
                    <a:pt x="147" y="283"/>
                    <a:pt x="147" y="283"/>
                  </a:cubicBezTo>
                  <a:cubicBezTo>
                    <a:pt x="151" y="274"/>
                    <a:pt x="151" y="274"/>
                    <a:pt x="151" y="274"/>
                  </a:cubicBezTo>
                  <a:cubicBezTo>
                    <a:pt x="153" y="273"/>
                    <a:pt x="153" y="273"/>
                    <a:pt x="153" y="273"/>
                  </a:cubicBezTo>
                  <a:cubicBezTo>
                    <a:pt x="150" y="270"/>
                    <a:pt x="150" y="270"/>
                    <a:pt x="150" y="270"/>
                  </a:cubicBezTo>
                  <a:moveTo>
                    <a:pt x="166" y="268"/>
                  </a:moveTo>
                  <a:cubicBezTo>
                    <a:pt x="154" y="269"/>
                    <a:pt x="154" y="269"/>
                    <a:pt x="154" y="269"/>
                  </a:cubicBezTo>
                  <a:cubicBezTo>
                    <a:pt x="156" y="273"/>
                    <a:pt x="156" y="273"/>
                    <a:pt x="156" y="273"/>
                  </a:cubicBezTo>
                  <a:cubicBezTo>
                    <a:pt x="168" y="272"/>
                    <a:pt x="168" y="272"/>
                    <a:pt x="168" y="272"/>
                  </a:cubicBezTo>
                  <a:cubicBezTo>
                    <a:pt x="166" y="268"/>
                    <a:pt x="166" y="268"/>
                    <a:pt x="166" y="268"/>
                  </a:cubicBezTo>
                  <a:moveTo>
                    <a:pt x="180" y="266"/>
                  </a:moveTo>
                  <a:cubicBezTo>
                    <a:pt x="169" y="268"/>
                    <a:pt x="169" y="268"/>
                    <a:pt x="169" y="268"/>
                  </a:cubicBezTo>
                  <a:cubicBezTo>
                    <a:pt x="172" y="271"/>
                    <a:pt x="172" y="271"/>
                    <a:pt x="172" y="271"/>
                  </a:cubicBezTo>
                  <a:cubicBezTo>
                    <a:pt x="178" y="271"/>
                    <a:pt x="178" y="271"/>
                    <a:pt x="178" y="271"/>
                  </a:cubicBezTo>
                  <a:cubicBezTo>
                    <a:pt x="186" y="282"/>
                    <a:pt x="186" y="282"/>
                    <a:pt x="186" y="282"/>
                  </a:cubicBezTo>
                  <a:cubicBezTo>
                    <a:pt x="189" y="286"/>
                    <a:pt x="189" y="286"/>
                    <a:pt x="189" y="286"/>
                  </a:cubicBezTo>
                  <a:cubicBezTo>
                    <a:pt x="194" y="293"/>
                    <a:pt x="194" y="293"/>
                    <a:pt x="194" y="293"/>
                  </a:cubicBezTo>
                  <a:cubicBezTo>
                    <a:pt x="193" y="296"/>
                    <a:pt x="193" y="296"/>
                    <a:pt x="193" y="296"/>
                  </a:cubicBezTo>
                  <a:cubicBezTo>
                    <a:pt x="197" y="295"/>
                    <a:pt x="197" y="295"/>
                    <a:pt x="197" y="295"/>
                  </a:cubicBezTo>
                  <a:cubicBezTo>
                    <a:pt x="198" y="295"/>
                    <a:pt x="199" y="294"/>
                    <a:pt x="201" y="294"/>
                  </a:cubicBezTo>
                  <a:cubicBezTo>
                    <a:pt x="198" y="290"/>
                    <a:pt x="198" y="290"/>
                    <a:pt x="198" y="290"/>
                  </a:cubicBezTo>
                  <a:cubicBezTo>
                    <a:pt x="198" y="290"/>
                    <a:pt x="198" y="290"/>
                    <a:pt x="198" y="291"/>
                  </a:cubicBezTo>
                  <a:cubicBezTo>
                    <a:pt x="191" y="282"/>
                    <a:pt x="191" y="282"/>
                    <a:pt x="191" y="282"/>
                  </a:cubicBezTo>
                  <a:cubicBezTo>
                    <a:pt x="191" y="282"/>
                    <a:pt x="191" y="282"/>
                    <a:pt x="191" y="282"/>
                  </a:cubicBezTo>
                  <a:cubicBezTo>
                    <a:pt x="180" y="266"/>
                    <a:pt x="180" y="266"/>
                    <a:pt x="180" y="266"/>
                  </a:cubicBezTo>
                  <a:moveTo>
                    <a:pt x="93" y="253"/>
                  </a:moveTo>
                  <a:cubicBezTo>
                    <a:pt x="98" y="261"/>
                    <a:pt x="98" y="261"/>
                    <a:pt x="98" y="261"/>
                  </a:cubicBezTo>
                  <a:cubicBezTo>
                    <a:pt x="102" y="264"/>
                    <a:pt x="102" y="264"/>
                    <a:pt x="102" y="264"/>
                  </a:cubicBezTo>
                  <a:cubicBezTo>
                    <a:pt x="103" y="267"/>
                    <a:pt x="103" y="267"/>
                    <a:pt x="103" y="267"/>
                  </a:cubicBezTo>
                  <a:cubicBezTo>
                    <a:pt x="107" y="273"/>
                    <a:pt x="107" y="273"/>
                    <a:pt x="107" y="273"/>
                  </a:cubicBezTo>
                  <a:cubicBezTo>
                    <a:pt x="106" y="261"/>
                    <a:pt x="106" y="261"/>
                    <a:pt x="106" y="261"/>
                  </a:cubicBezTo>
                  <a:cubicBezTo>
                    <a:pt x="93" y="253"/>
                    <a:pt x="93" y="253"/>
                    <a:pt x="93" y="253"/>
                  </a:cubicBezTo>
                  <a:moveTo>
                    <a:pt x="70" y="250"/>
                  </a:moveTo>
                  <a:cubicBezTo>
                    <a:pt x="61" y="256"/>
                    <a:pt x="61" y="256"/>
                    <a:pt x="61" y="256"/>
                  </a:cubicBezTo>
                  <a:cubicBezTo>
                    <a:pt x="63" y="259"/>
                    <a:pt x="63" y="259"/>
                    <a:pt x="63" y="259"/>
                  </a:cubicBezTo>
                  <a:cubicBezTo>
                    <a:pt x="73" y="253"/>
                    <a:pt x="73" y="253"/>
                    <a:pt x="73" y="253"/>
                  </a:cubicBezTo>
                  <a:cubicBezTo>
                    <a:pt x="70" y="250"/>
                    <a:pt x="70" y="250"/>
                    <a:pt x="70" y="250"/>
                  </a:cubicBezTo>
                  <a:moveTo>
                    <a:pt x="219" y="249"/>
                  </a:moveTo>
                  <a:cubicBezTo>
                    <a:pt x="225" y="276"/>
                    <a:pt x="225" y="276"/>
                    <a:pt x="225" y="276"/>
                  </a:cubicBezTo>
                  <a:cubicBezTo>
                    <a:pt x="228" y="281"/>
                    <a:pt x="228" y="281"/>
                    <a:pt x="228" y="281"/>
                  </a:cubicBezTo>
                  <a:cubicBezTo>
                    <a:pt x="228" y="281"/>
                    <a:pt x="229" y="281"/>
                    <a:pt x="229" y="281"/>
                  </a:cubicBezTo>
                  <a:cubicBezTo>
                    <a:pt x="233" y="278"/>
                    <a:pt x="233" y="278"/>
                    <a:pt x="233" y="278"/>
                  </a:cubicBezTo>
                  <a:cubicBezTo>
                    <a:pt x="229" y="277"/>
                    <a:pt x="229" y="277"/>
                    <a:pt x="229" y="277"/>
                  </a:cubicBezTo>
                  <a:cubicBezTo>
                    <a:pt x="225" y="258"/>
                    <a:pt x="225" y="258"/>
                    <a:pt x="225" y="258"/>
                  </a:cubicBezTo>
                  <a:cubicBezTo>
                    <a:pt x="219" y="249"/>
                    <a:pt x="219" y="249"/>
                    <a:pt x="219" y="249"/>
                  </a:cubicBezTo>
                  <a:moveTo>
                    <a:pt x="79" y="245"/>
                  </a:moveTo>
                  <a:cubicBezTo>
                    <a:pt x="73" y="249"/>
                    <a:pt x="73" y="249"/>
                    <a:pt x="73" y="249"/>
                  </a:cubicBezTo>
                  <a:cubicBezTo>
                    <a:pt x="75" y="252"/>
                    <a:pt x="75" y="252"/>
                    <a:pt x="75" y="252"/>
                  </a:cubicBezTo>
                  <a:cubicBezTo>
                    <a:pt x="79" y="250"/>
                    <a:pt x="79" y="250"/>
                    <a:pt x="79" y="250"/>
                  </a:cubicBezTo>
                  <a:cubicBezTo>
                    <a:pt x="92" y="257"/>
                    <a:pt x="92" y="257"/>
                    <a:pt x="92" y="257"/>
                  </a:cubicBezTo>
                  <a:cubicBezTo>
                    <a:pt x="86" y="250"/>
                    <a:pt x="86" y="250"/>
                    <a:pt x="86" y="250"/>
                  </a:cubicBezTo>
                  <a:cubicBezTo>
                    <a:pt x="79" y="245"/>
                    <a:pt x="79" y="245"/>
                    <a:pt x="79" y="245"/>
                  </a:cubicBezTo>
                  <a:moveTo>
                    <a:pt x="229" y="240"/>
                  </a:moveTo>
                  <a:cubicBezTo>
                    <a:pt x="221" y="247"/>
                    <a:pt x="221" y="247"/>
                    <a:pt x="221" y="247"/>
                  </a:cubicBezTo>
                  <a:cubicBezTo>
                    <a:pt x="223" y="250"/>
                    <a:pt x="223" y="250"/>
                    <a:pt x="223" y="250"/>
                  </a:cubicBezTo>
                  <a:cubicBezTo>
                    <a:pt x="223" y="250"/>
                    <a:pt x="223" y="250"/>
                    <a:pt x="223" y="250"/>
                  </a:cubicBezTo>
                  <a:cubicBezTo>
                    <a:pt x="231" y="243"/>
                    <a:pt x="231" y="243"/>
                    <a:pt x="231" y="243"/>
                  </a:cubicBezTo>
                  <a:cubicBezTo>
                    <a:pt x="229" y="240"/>
                    <a:pt x="229" y="240"/>
                    <a:pt x="229" y="240"/>
                  </a:cubicBezTo>
                  <a:moveTo>
                    <a:pt x="26" y="235"/>
                  </a:moveTo>
                  <a:cubicBezTo>
                    <a:pt x="28" y="239"/>
                    <a:pt x="28" y="239"/>
                    <a:pt x="28" y="239"/>
                  </a:cubicBezTo>
                  <a:cubicBezTo>
                    <a:pt x="30" y="242"/>
                    <a:pt x="33" y="244"/>
                    <a:pt x="35" y="247"/>
                  </a:cubicBezTo>
                  <a:cubicBezTo>
                    <a:pt x="26" y="235"/>
                    <a:pt x="26" y="235"/>
                    <a:pt x="26" y="235"/>
                  </a:cubicBezTo>
                  <a:cubicBezTo>
                    <a:pt x="26" y="235"/>
                    <a:pt x="26" y="235"/>
                    <a:pt x="26" y="235"/>
                  </a:cubicBezTo>
                  <a:moveTo>
                    <a:pt x="274" y="233"/>
                  </a:moveTo>
                  <a:cubicBezTo>
                    <a:pt x="273" y="234"/>
                    <a:pt x="272" y="235"/>
                    <a:pt x="271" y="237"/>
                  </a:cubicBezTo>
                  <a:cubicBezTo>
                    <a:pt x="261" y="233"/>
                    <a:pt x="261" y="233"/>
                    <a:pt x="261" y="233"/>
                  </a:cubicBezTo>
                  <a:cubicBezTo>
                    <a:pt x="265" y="239"/>
                    <a:pt x="265" y="239"/>
                    <a:pt x="265" y="239"/>
                  </a:cubicBezTo>
                  <a:cubicBezTo>
                    <a:pt x="270" y="240"/>
                    <a:pt x="270" y="240"/>
                    <a:pt x="270" y="240"/>
                  </a:cubicBezTo>
                  <a:cubicBezTo>
                    <a:pt x="271" y="244"/>
                    <a:pt x="271" y="244"/>
                    <a:pt x="271" y="244"/>
                  </a:cubicBezTo>
                  <a:cubicBezTo>
                    <a:pt x="273" y="240"/>
                    <a:pt x="273" y="240"/>
                    <a:pt x="273" y="240"/>
                  </a:cubicBezTo>
                  <a:cubicBezTo>
                    <a:pt x="274" y="239"/>
                    <a:pt x="275" y="238"/>
                    <a:pt x="276" y="236"/>
                  </a:cubicBezTo>
                  <a:cubicBezTo>
                    <a:pt x="274" y="233"/>
                    <a:pt x="274" y="233"/>
                    <a:pt x="274" y="233"/>
                  </a:cubicBezTo>
                  <a:moveTo>
                    <a:pt x="239" y="231"/>
                  </a:moveTo>
                  <a:cubicBezTo>
                    <a:pt x="231" y="238"/>
                    <a:pt x="231" y="238"/>
                    <a:pt x="231" y="238"/>
                  </a:cubicBezTo>
                  <a:cubicBezTo>
                    <a:pt x="233" y="241"/>
                    <a:pt x="233" y="241"/>
                    <a:pt x="233" y="241"/>
                  </a:cubicBezTo>
                  <a:cubicBezTo>
                    <a:pt x="241" y="234"/>
                    <a:pt x="241" y="234"/>
                    <a:pt x="241" y="234"/>
                  </a:cubicBezTo>
                  <a:cubicBezTo>
                    <a:pt x="239" y="231"/>
                    <a:pt x="239" y="231"/>
                    <a:pt x="239" y="231"/>
                  </a:cubicBezTo>
                  <a:moveTo>
                    <a:pt x="243" y="227"/>
                  </a:moveTo>
                  <a:cubicBezTo>
                    <a:pt x="241" y="229"/>
                    <a:pt x="241" y="229"/>
                    <a:pt x="241" y="229"/>
                  </a:cubicBezTo>
                  <a:cubicBezTo>
                    <a:pt x="243" y="232"/>
                    <a:pt x="243" y="232"/>
                    <a:pt x="243" y="232"/>
                  </a:cubicBezTo>
                  <a:cubicBezTo>
                    <a:pt x="244" y="232"/>
                    <a:pt x="244" y="232"/>
                    <a:pt x="244" y="232"/>
                  </a:cubicBezTo>
                  <a:cubicBezTo>
                    <a:pt x="260" y="237"/>
                    <a:pt x="260" y="237"/>
                    <a:pt x="260" y="237"/>
                  </a:cubicBezTo>
                  <a:cubicBezTo>
                    <a:pt x="256" y="232"/>
                    <a:pt x="256" y="232"/>
                    <a:pt x="256" y="232"/>
                  </a:cubicBezTo>
                  <a:cubicBezTo>
                    <a:pt x="243" y="227"/>
                    <a:pt x="243" y="227"/>
                    <a:pt x="243" y="227"/>
                  </a:cubicBezTo>
                  <a:moveTo>
                    <a:pt x="36" y="226"/>
                  </a:moveTo>
                  <a:cubicBezTo>
                    <a:pt x="30" y="235"/>
                    <a:pt x="30" y="235"/>
                    <a:pt x="30" y="235"/>
                  </a:cubicBezTo>
                  <a:cubicBezTo>
                    <a:pt x="49" y="262"/>
                    <a:pt x="49" y="262"/>
                    <a:pt x="49" y="262"/>
                  </a:cubicBezTo>
                  <a:cubicBezTo>
                    <a:pt x="50" y="263"/>
                    <a:pt x="50" y="263"/>
                    <a:pt x="51" y="264"/>
                  </a:cubicBezTo>
                  <a:cubicBezTo>
                    <a:pt x="51" y="264"/>
                    <a:pt x="51" y="264"/>
                    <a:pt x="52" y="264"/>
                  </a:cubicBezTo>
                  <a:cubicBezTo>
                    <a:pt x="52" y="265"/>
                    <a:pt x="52" y="265"/>
                    <a:pt x="52" y="265"/>
                  </a:cubicBezTo>
                  <a:cubicBezTo>
                    <a:pt x="55" y="268"/>
                    <a:pt x="55" y="268"/>
                    <a:pt x="55" y="268"/>
                  </a:cubicBezTo>
                  <a:cubicBezTo>
                    <a:pt x="55" y="264"/>
                    <a:pt x="55" y="264"/>
                    <a:pt x="55" y="264"/>
                  </a:cubicBezTo>
                  <a:cubicBezTo>
                    <a:pt x="56" y="263"/>
                    <a:pt x="56" y="263"/>
                    <a:pt x="56" y="263"/>
                  </a:cubicBezTo>
                  <a:cubicBezTo>
                    <a:pt x="61" y="260"/>
                    <a:pt x="61" y="260"/>
                    <a:pt x="61" y="260"/>
                  </a:cubicBezTo>
                  <a:cubicBezTo>
                    <a:pt x="58" y="257"/>
                    <a:pt x="58" y="257"/>
                    <a:pt x="58" y="257"/>
                  </a:cubicBezTo>
                  <a:cubicBezTo>
                    <a:pt x="53" y="260"/>
                    <a:pt x="53" y="260"/>
                    <a:pt x="53" y="260"/>
                  </a:cubicBezTo>
                  <a:cubicBezTo>
                    <a:pt x="53" y="260"/>
                    <a:pt x="53" y="260"/>
                    <a:pt x="53" y="260"/>
                  </a:cubicBezTo>
                  <a:cubicBezTo>
                    <a:pt x="52" y="260"/>
                    <a:pt x="52" y="259"/>
                    <a:pt x="51" y="259"/>
                  </a:cubicBezTo>
                  <a:cubicBezTo>
                    <a:pt x="45" y="253"/>
                    <a:pt x="38" y="245"/>
                    <a:pt x="33" y="238"/>
                  </a:cubicBezTo>
                  <a:cubicBezTo>
                    <a:pt x="39" y="229"/>
                    <a:pt x="39" y="229"/>
                    <a:pt x="39" y="229"/>
                  </a:cubicBezTo>
                  <a:cubicBezTo>
                    <a:pt x="36" y="226"/>
                    <a:pt x="36" y="226"/>
                    <a:pt x="36" y="226"/>
                  </a:cubicBezTo>
                  <a:moveTo>
                    <a:pt x="281" y="220"/>
                  </a:moveTo>
                  <a:cubicBezTo>
                    <a:pt x="279" y="224"/>
                    <a:pt x="277" y="227"/>
                    <a:pt x="275" y="230"/>
                  </a:cubicBezTo>
                  <a:cubicBezTo>
                    <a:pt x="278" y="234"/>
                    <a:pt x="278" y="234"/>
                    <a:pt x="278" y="234"/>
                  </a:cubicBezTo>
                  <a:cubicBezTo>
                    <a:pt x="280" y="230"/>
                    <a:pt x="282" y="227"/>
                    <a:pt x="284" y="224"/>
                  </a:cubicBezTo>
                  <a:cubicBezTo>
                    <a:pt x="281" y="220"/>
                    <a:pt x="281" y="220"/>
                    <a:pt x="281" y="220"/>
                  </a:cubicBezTo>
                  <a:moveTo>
                    <a:pt x="45" y="214"/>
                  </a:moveTo>
                  <a:cubicBezTo>
                    <a:pt x="38" y="223"/>
                    <a:pt x="38" y="223"/>
                    <a:pt x="38" y="223"/>
                  </a:cubicBezTo>
                  <a:cubicBezTo>
                    <a:pt x="41" y="227"/>
                    <a:pt x="41" y="227"/>
                    <a:pt x="41" y="227"/>
                  </a:cubicBezTo>
                  <a:cubicBezTo>
                    <a:pt x="47" y="218"/>
                    <a:pt x="47" y="218"/>
                    <a:pt x="47" y="218"/>
                  </a:cubicBezTo>
                  <a:cubicBezTo>
                    <a:pt x="45" y="214"/>
                    <a:pt x="45" y="214"/>
                    <a:pt x="45" y="214"/>
                  </a:cubicBezTo>
                  <a:moveTo>
                    <a:pt x="292" y="206"/>
                  </a:moveTo>
                  <a:cubicBezTo>
                    <a:pt x="291" y="206"/>
                    <a:pt x="291" y="206"/>
                    <a:pt x="291" y="206"/>
                  </a:cubicBezTo>
                  <a:cubicBezTo>
                    <a:pt x="292" y="207"/>
                    <a:pt x="292" y="207"/>
                    <a:pt x="292" y="207"/>
                  </a:cubicBezTo>
                  <a:cubicBezTo>
                    <a:pt x="292" y="206"/>
                    <a:pt x="292" y="206"/>
                    <a:pt x="292" y="206"/>
                  </a:cubicBezTo>
                  <a:moveTo>
                    <a:pt x="27" y="183"/>
                  </a:moveTo>
                  <a:cubicBezTo>
                    <a:pt x="30" y="188"/>
                    <a:pt x="30" y="188"/>
                    <a:pt x="30" y="188"/>
                  </a:cubicBezTo>
                  <a:cubicBezTo>
                    <a:pt x="34" y="188"/>
                    <a:pt x="34" y="188"/>
                    <a:pt x="34" y="188"/>
                  </a:cubicBezTo>
                  <a:cubicBezTo>
                    <a:pt x="42" y="205"/>
                    <a:pt x="42" y="205"/>
                    <a:pt x="42" y="205"/>
                  </a:cubicBezTo>
                  <a:cubicBezTo>
                    <a:pt x="49" y="215"/>
                    <a:pt x="49" y="215"/>
                    <a:pt x="49" y="215"/>
                  </a:cubicBezTo>
                  <a:cubicBezTo>
                    <a:pt x="50" y="214"/>
                    <a:pt x="50" y="214"/>
                    <a:pt x="50" y="214"/>
                  </a:cubicBezTo>
                  <a:cubicBezTo>
                    <a:pt x="37" y="184"/>
                    <a:pt x="37" y="184"/>
                    <a:pt x="37" y="184"/>
                  </a:cubicBezTo>
                  <a:cubicBezTo>
                    <a:pt x="27" y="183"/>
                    <a:pt x="27" y="183"/>
                    <a:pt x="27" y="183"/>
                  </a:cubicBezTo>
                  <a:moveTo>
                    <a:pt x="9" y="182"/>
                  </a:moveTo>
                  <a:cubicBezTo>
                    <a:pt x="12" y="186"/>
                    <a:pt x="12" y="186"/>
                    <a:pt x="12" y="186"/>
                  </a:cubicBezTo>
                  <a:cubicBezTo>
                    <a:pt x="26" y="187"/>
                    <a:pt x="26" y="187"/>
                    <a:pt x="26" y="187"/>
                  </a:cubicBezTo>
                  <a:cubicBezTo>
                    <a:pt x="23" y="183"/>
                    <a:pt x="23" y="183"/>
                    <a:pt x="23" y="183"/>
                  </a:cubicBezTo>
                  <a:cubicBezTo>
                    <a:pt x="9" y="182"/>
                    <a:pt x="9" y="182"/>
                    <a:pt x="9" y="182"/>
                  </a:cubicBezTo>
                  <a:moveTo>
                    <a:pt x="3" y="178"/>
                  </a:moveTo>
                  <a:cubicBezTo>
                    <a:pt x="3" y="180"/>
                    <a:pt x="3" y="182"/>
                    <a:pt x="4" y="184"/>
                  </a:cubicBezTo>
                  <a:cubicBezTo>
                    <a:pt x="5" y="188"/>
                    <a:pt x="5" y="188"/>
                    <a:pt x="5" y="188"/>
                  </a:cubicBezTo>
                  <a:cubicBezTo>
                    <a:pt x="7" y="185"/>
                    <a:pt x="7" y="185"/>
                    <a:pt x="7" y="185"/>
                  </a:cubicBezTo>
                  <a:cubicBezTo>
                    <a:pt x="8" y="185"/>
                    <a:pt x="8" y="185"/>
                    <a:pt x="8" y="185"/>
                  </a:cubicBezTo>
                  <a:cubicBezTo>
                    <a:pt x="3" y="178"/>
                    <a:pt x="3" y="178"/>
                    <a:pt x="3" y="178"/>
                  </a:cubicBezTo>
                  <a:moveTo>
                    <a:pt x="267" y="176"/>
                  </a:moveTo>
                  <a:cubicBezTo>
                    <a:pt x="264" y="190"/>
                    <a:pt x="264" y="190"/>
                    <a:pt x="264" y="190"/>
                  </a:cubicBezTo>
                  <a:cubicBezTo>
                    <a:pt x="264" y="191"/>
                    <a:pt x="264" y="191"/>
                    <a:pt x="264" y="191"/>
                  </a:cubicBezTo>
                  <a:cubicBezTo>
                    <a:pt x="286" y="210"/>
                    <a:pt x="286" y="210"/>
                    <a:pt x="286" y="210"/>
                  </a:cubicBezTo>
                  <a:cubicBezTo>
                    <a:pt x="285" y="213"/>
                    <a:pt x="284" y="215"/>
                    <a:pt x="283" y="217"/>
                  </a:cubicBezTo>
                  <a:cubicBezTo>
                    <a:pt x="285" y="221"/>
                    <a:pt x="285" y="221"/>
                    <a:pt x="285" y="221"/>
                  </a:cubicBezTo>
                  <a:cubicBezTo>
                    <a:pt x="287" y="217"/>
                    <a:pt x="289" y="214"/>
                    <a:pt x="290" y="210"/>
                  </a:cubicBezTo>
                  <a:cubicBezTo>
                    <a:pt x="290" y="210"/>
                    <a:pt x="290" y="210"/>
                    <a:pt x="290" y="210"/>
                  </a:cubicBezTo>
                  <a:cubicBezTo>
                    <a:pt x="289" y="207"/>
                    <a:pt x="289" y="207"/>
                    <a:pt x="289" y="207"/>
                  </a:cubicBezTo>
                  <a:cubicBezTo>
                    <a:pt x="288" y="207"/>
                    <a:pt x="288" y="207"/>
                    <a:pt x="288" y="207"/>
                  </a:cubicBezTo>
                  <a:cubicBezTo>
                    <a:pt x="268" y="189"/>
                    <a:pt x="268" y="189"/>
                    <a:pt x="268" y="189"/>
                  </a:cubicBezTo>
                  <a:cubicBezTo>
                    <a:pt x="270" y="181"/>
                    <a:pt x="270" y="181"/>
                    <a:pt x="270" y="181"/>
                  </a:cubicBezTo>
                  <a:cubicBezTo>
                    <a:pt x="267" y="176"/>
                    <a:pt x="267" y="176"/>
                    <a:pt x="267" y="176"/>
                  </a:cubicBezTo>
                  <a:moveTo>
                    <a:pt x="271" y="159"/>
                  </a:moveTo>
                  <a:cubicBezTo>
                    <a:pt x="270" y="159"/>
                    <a:pt x="270" y="159"/>
                    <a:pt x="270" y="159"/>
                  </a:cubicBezTo>
                  <a:cubicBezTo>
                    <a:pt x="267" y="172"/>
                    <a:pt x="267" y="172"/>
                    <a:pt x="267" y="172"/>
                  </a:cubicBezTo>
                  <a:cubicBezTo>
                    <a:pt x="271" y="177"/>
                    <a:pt x="271" y="177"/>
                    <a:pt x="271" y="177"/>
                  </a:cubicBezTo>
                  <a:cubicBezTo>
                    <a:pt x="274" y="163"/>
                    <a:pt x="274" y="163"/>
                    <a:pt x="274" y="163"/>
                  </a:cubicBezTo>
                  <a:cubicBezTo>
                    <a:pt x="271" y="159"/>
                    <a:pt x="271" y="159"/>
                    <a:pt x="271" y="159"/>
                  </a:cubicBezTo>
                  <a:moveTo>
                    <a:pt x="284" y="154"/>
                  </a:moveTo>
                  <a:cubicBezTo>
                    <a:pt x="274" y="158"/>
                    <a:pt x="274" y="158"/>
                    <a:pt x="274" y="158"/>
                  </a:cubicBezTo>
                  <a:cubicBezTo>
                    <a:pt x="276" y="161"/>
                    <a:pt x="276" y="161"/>
                    <a:pt x="276" y="161"/>
                  </a:cubicBezTo>
                  <a:cubicBezTo>
                    <a:pt x="287" y="158"/>
                    <a:pt x="287" y="158"/>
                    <a:pt x="287" y="158"/>
                  </a:cubicBezTo>
                  <a:cubicBezTo>
                    <a:pt x="284" y="154"/>
                    <a:pt x="284" y="154"/>
                    <a:pt x="284" y="154"/>
                  </a:cubicBezTo>
                  <a:moveTo>
                    <a:pt x="0" y="151"/>
                  </a:moveTo>
                  <a:cubicBezTo>
                    <a:pt x="0" y="158"/>
                    <a:pt x="1" y="165"/>
                    <a:pt x="2" y="172"/>
                  </a:cubicBezTo>
                  <a:cubicBezTo>
                    <a:pt x="7" y="179"/>
                    <a:pt x="7" y="179"/>
                    <a:pt x="7" y="179"/>
                  </a:cubicBezTo>
                  <a:cubicBezTo>
                    <a:pt x="5" y="172"/>
                    <a:pt x="5" y="164"/>
                    <a:pt x="4" y="157"/>
                  </a:cubicBezTo>
                  <a:cubicBezTo>
                    <a:pt x="0" y="151"/>
                    <a:pt x="0" y="151"/>
                    <a:pt x="0" y="151"/>
                  </a:cubicBezTo>
                  <a:moveTo>
                    <a:pt x="298" y="150"/>
                  </a:moveTo>
                  <a:cubicBezTo>
                    <a:pt x="287" y="153"/>
                    <a:pt x="287" y="153"/>
                    <a:pt x="287" y="153"/>
                  </a:cubicBezTo>
                  <a:cubicBezTo>
                    <a:pt x="290" y="157"/>
                    <a:pt x="290" y="157"/>
                    <a:pt x="290" y="157"/>
                  </a:cubicBezTo>
                  <a:cubicBezTo>
                    <a:pt x="300" y="154"/>
                    <a:pt x="300" y="154"/>
                    <a:pt x="300" y="154"/>
                  </a:cubicBezTo>
                  <a:cubicBezTo>
                    <a:pt x="301" y="155"/>
                    <a:pt x="301" y="155"/>
                    <a:pt x="301" y="155"/>
                  </a:cubicBezTo>
                  <a:cubicBezTo>
                    <a:pt x="298" y="150"/>
                    <a:pt x="298" y="150"/>
                    <a:pt x="298" y="150"/>
                  </a:cubicBezTo>
                  <a:moveTo>
                    <a:pt x="13" y="145"/>
                  </a:moveTo>
                  <a:cubicBezTo>
                    <a:pt x="3" y="149"/>
                    <a:pt x="3" y="149"/>
                    <a:pt x="3" y="149"/>
                  </a:cubicBezTo>
                  <a:cubicBezTo>
                    <a:pt x="0" y="146"/>
                    <a:pt x="0" y="146"/>
                    <a:pt x="0" y="146"/>
                  </a:cubicBezTo>
                  <a:cubicBezTo>
                    <a:pt x="5" y="152"/>
                    <a:pt x="5" y="152"/>
                    <a:pt x="5" y="152"/>
                  </a:cubicBezTo>
                  <a:cubicBezTo>
                    <a:pt x="15" y="149"/>
                    <a:pt x="15" y="149"/>
                    <a:pt x="15" y="149"/>
                  </a:cubicBezTo>
                  <a:cubicBezTo>
                    <a:pt x="13" y="145"/>
                    <a:pt x="13" y="145"/>
                    <a:pt x="13" y="145"/>
                  </a:cubicBezTo>
                  <a:moveTo>
                    <a:pt x="26" y="141"/>
                  </a:moveTo>
                  <a:cubicBezTo>
                    <a:pt x="16" y="144"/>
                    <a:pt x="16" y="144"/>
                    <a:pt x="16" y="144"/>
                  </a:cubicBezTo>
                  <a:cubicBezTo>
                    <a:pt x="18" y="148"/>
                    <a:pt x="18" y="148"/>
                    <a:pt x="18" y="148"/>
                  </a:cubicBezTo>
                  <a:cubicBezTo>
                    <a:pt x="28" y="144"/>
                    <a:pt x="28" y="144"/>
                    <a:pt x="28" y="144"/>
                  </a:cubicBezTo>
                  <a:cubicBezTo>
                    <a:pt x="26" y="141"/>
                    <a:pt x="26" y="141"/>
                    <a:pt x="26" y="141"/>
                  </a:cubicBezTo>
                  <a:moveTo>
                    <a:pt x="32" y="126"/>
                  </a:moveTo>
                  <a:cubicBezTo>
                    <a:pt x="29" y="140"/>
                    <a:pt x="29" y="140"/>
                    <a:pt x="29" y="140"/>
                  </a:cubicBezTo>
                  <a:cubicBezTo>
                    <a:pt x="29" y="140"/>
                    <a:pt x="29" y="140"/>
                    <a:pt x="29" y="140"/>
                  </a:cubicBezTo>
                  <a:cubicBezTo>
                    <a:pt x="31" y="143"/>
                    <a:pt x="31" y="143"/>
                    <a:pt x="31" y="143"/>
                  </a:cubicBezTo>
                  <a:cubicBezTo>
                    <a:pt x="33" y="143"/>
                    <a:pt x="33" y="143"/>
                    <a:pt x="33" y="143"/>
                  </a:cubicBezTo>
                  <a:cubicBezTo>
                    <a:pt x="35" y="130"/>
                    <a:pt x="35" y="130"/>
                    <a:pt x="35" y="130"/>
                  </a:cubicBezTo>
                  <a:cubicBezTo>
                    <a:pt x="32" y="126"/>
                    <a:pt x="32" y="126"/>
                    <a:pt x="32" y="126"/>
                  </a:cubicBezTo>
                  <a:moveTo>
                    <a:pt x="296" y="124"/>
                  </a:moveTo>
                  <a:cubicBezTo>
                    <a:pt x="297" y="131"/>
                    <a:pt x="298" y="139"/>
                    <a:pt x="298" y="146"/>
                  </a:cubicBezTo>
                  <a:cubicBezTo>
                    <a:pt x="303" y="151"/>
                    <a:pt x="303" y="151"/>
                    <a:pt x="303" y="151"/>
                  </a:cubicBezTo>
                  <a:cubicBezTo>
                    <a:pt x="303" y="145"/>
                    <a:pt x="302" y="138"/>
                    <a:pt x="301" y="131"/>
                  </a:cubicBezTo>
                  <a:cubicBezTo>
                    <a:pt x="296" y="124"/>
                    <a:pt x="296" y="124"/>
                    <a:pt x="296" y="124"/>
                  </a:cubicBezTo>
                  <a:moveTo>
                    <a:pt x="276" y="114"/>
                  </a:moveTo>
                  <a:cubicBezTo>
                    <a:pt x="279" y="118"/>
                    <a:pt x="279" y="118"/>
                    <a:pt x="279" y="118"/>
                  </a:cubicBezTo>
                  <a:cubicBezTo>
                    <a:pt x="293" y="120"/>
                    <a:pt x="293" y="120"/>
                    <a:pt x="293" y="120"/>
                  </a:cubicBezTo>
                  <a:cubicBezTo>
                    <a:pt x="290" y="115"/>
                    <a:pt x="290" y="115"/>
                    <a:pt x="290" y="115"/>
                  </a:cubicBezTo>
                  <a:cubicBezTo>
                    <a:pt x="276" y="114"/>
                    <a:pt x="276" y="114"/>
                    <a:pt x="276" y="114"/>
                  </a:cubicBezTo>
                  <a:moveTo>
                    <a:pt x="298" y="113"/>
                  </a:moveTo>
                  <a:cubicBezTo>
                    <a:pt x="295" y="116"/>
                    <a:pt x="295" y="116"/>
                    <a:pt x="295" y="116"/>
                  </a:cubicBezTo>
                  <a:cubicBezTo>
                    <a:pt x="294" y="116"/>
                    <a:pt x="294" y="116"/>
                    <a:pt x="294" y="116"/>
                  </a:cubicBezTo>
                  <a:cubicBezTo>
                    <a:pt x="300" y="125"/>
                    <a:pt x="300" y="125"/>
                    <a:pt x="300" y="125"/>
                  </a:cubicBezTo>
                  <a:cubicBezTo>
                    <a:pt x="300" y="122"/>
                    <a:pt x="299" y="120"/>
                    <a:pt x="299" y="117"/>
                  </a:cubicBezTo>
                  <a:cubicBezTo>
                    <a:pt x="298" y="113"/>
                    <a:pt x="298" y="113"/>
                    <a:pt x="298" y="113"/>
                  </a:cubicBezTo>
                  <a:moveTo>
                    <a:pt x="11" y="96"/>
                  </a:moveTo>
                  <a:cubicBezTo>
                    <a:pt x="10" y="96"/>
                    <a:pt x="10" y="96"/>
                    <a:pt x="10" y="96"/>
                  </a:cubicBezTo>
                  <a:cubicBezTo>
                    <a:pt x="11" y="96"/>
                    <a:pt x="11" y="96"/>
                    <a:pt x="11" y="96"/>
                  </a:cubicBezTo>
                  <a:cubicBezTo>
                    <a:pt x="11" y="96"/>
                    <a:pt x="11" y="96"/>
                    <a:pt x="11" y="96"/>
                  </a:cubicBezTo>
                  <a:moveTo>
                    <a:pt x="253" y="87"/>
                  </a:moveTo>
                  <a:cubicBezTo>
                    <a:pt x="252" y="88"/>
                    <a:pt x="252" y="88"/>
                    <a:pt x="252" y="88"/>
                  </a:cubicBezTo>
                  <a:cubicBezTo>
                    <a:pt x="265" y="117"/>
                    <a:pt x="265" y="117"/>
                    <a:pt x="265" y="117"/>
                  </a:cubicBezTo>
                  <a:cubicBezTo>
                    <a:pt x="275" y="118"/>
                    <a:pt x="275" y="118"/>
                    <a:pt x="275" y="118"/>
                  </a:cubicBezTo>
                  <a:cubicBezTo>
                    <a:pt x="272" y="113"/>
                    <a:pt x="272" y="113"/>
                    <a:pt x="272" y="113"/>
                  </a:cubicBezTo>
                  <a:cubicBezTo>
                    <a:pt x="268" y="113"/>
                    <a:pt x="268" y="113"/>
                    <a:pt x="268" y="113"/>
                  </a:cubicBezTo>
                  <a:cubicBezTo>
                    <a:pt x="262" y="100"/>
                    <a:pt x="262" y="100"/>
                    <a:pt x="262" y="100"/>
                  </a:cubicBezTo>
                  <a:cubicBezTo>
                    <a:pt x="253" y="87"/>
                    <a:pt x="253" y="87"/>
                    <a:pt x="253" y="87"/>
                  </a:cubicBezTo>
                  <a:moveTo>
                    <a:pt x="17" y="81"/>
                  </a:moveTo>
                  <a:cubicBezTo>
                    <a:pt x="15" y="85"/>
                    <a:pt x="14" y="88"/>
                    <a:pt x="12" y="92"/>
                  </a:cubicBezTo>
                  <a:cubicBezTo>
                    <a:pt x="12" y="92"/>
                    <a:pt x="12" y="92"/>
                    <a:pt x="12" y="92"/>
                  </a:cubicBezTo>
                  <a:cubicBezTo>
                    <a:pt x="14" y="95"/>
                    <a:pt x="14" y="95"/>
                    <a:pt x="14" y="95"/>
                  </a:cubicBezTo>
                  <a:cubicBezTo>
                    <a:pt x="14" y="95"/>
                    <a:pt x="14" y="95"/>
                    <a:pt x="14" y="95"/>
                  </a:cubicBezTo>
                  <a:cubicBezTo>
                    <a:pt x="35" y="113"/>
                    <a:pt x="35" y="113"/>
                    <a:pt x="35" y="113"/>
                  </a:cubicBezTo>
                  <a:cubicBezTo>
                    <a:pt x="33" y="122"/>
                    <a:pt x="33" y="122"/>
                    <a:pt x="33" y="122"/>
                  </a:cubicBezTo>
                  <a:cubicBezTo>
                    <a:pt x="36" y="126"/>
                    <a:pt x="36" y="126"/>
                    <a:pt x="36" y="126"/>
                  </a:cubicBezTo>
                  <a:cubicBezTo>
                    <a:pt x="39" y="112"/>
                    <a:pt x="39" y="112"/>
                    <a:pt x="39" y="112"/>
                  </a:cubicBezTo>
                  <a:cubicBezTo>
                    <a:pt x="38" y="110"/>
                    <a:pt x="38" y="110"/>
                    <a:pt x="38" y="110"/>
                  </a:cubicBezTo>
                  <a:cubicBezTo>
                    <a:pt x="17" y="92"/>
                    <a:pt x="17" y="92"/>
                    <a:pt x="17" y="92"/>
                  </a:cubicBezTo>
                  <a:cubicBezTo>
                    <a:pt x="18" y="90"/>
                    <a:pt x="19" y="87"/>
                    <a:pt x="20" y="85"/>
                  </a:cubicBezTo>
                  <a:cubicBezTo>
                    <a:pt x="17" y="81"/>
                    <a:pt x="17" y="81"/>
                    <a:pt x="17" y="81"/>
                  </a:cubicBezTo>
                  <a:moveTo>
                    <a:pt x="261" y="75"/>
                  </a:moveTo>
                  <a:cubicBezTo>
                    <a:pt x="255" y="84"/>
                    <a:pt x="255" y="84"/>
                    <a:pt x="255" y="84"/>
                  </a:cubicBezTo>
                  <a:cubicBezTo>
                    <a:pt x="257" y="88"/>
                    <a:pt x="257" y="88"/>
                    <a:pt x="257" y="88"/>
                  </a:cubicBezTo>
                  <a:cubicBezTo>
                    <a:pt x="264" y="79"/>
                    <a:pt x="264" y="79"/>
                    <a:pt x="264" y="79"/>
                  </a:cubicBezTo>
                  <a:cubicBezTo>
                    <a:pt x="261" y="75"/>
                    <a:pt x="261" y="75"/>
                    <a:pt x="261" y="75"/>
                  </a:cubicBezTo>
                  <a:moveTo>
                    <a:pt x="25" y="69"/>
                  </a:moveTo>
                  <a:cubicBezTo>
                    <a:pt x="22" y="72"/>
                    <a:pt x="20" y="75"/>
                    <a:pt x="19" y="78"/>
                  </a:cubicBezTo>
                  <a:cubicBezTo>
                    <a:pt x="21" y="82"/>
                    <a:pt x="21" y="82"/>
                    <a:pt x="21" y="82"/>
                  </a:cubicBezTo>
                  <a:cubicBezTo>
                    <a:pt x="23" y="79"/>
                    <a:pt x="25" y="75"/>
                    <a:pt x="27" y="72"/>
                  </a:cubicBezTo>
                  <a:cubicBezTo>
                    <a:pt x="25" y="69"/>
                    <a:pt x="25" y="69"/>
                    <a:pt x="25" y="69"/>
                  </a:cubicBezTo>
                  <a:moveTo>
                    <a:pt x="42" y="65"/>
                  </a:moveTo>
                  <a:cubicBezTo>
                    <a:pt x="46" y="70"/>
                    <a:pt x="46" y="70"/>
                    <a:pt x="46" y="70"/>
                  </a:cubicBezTo>
                  <a:cubicBezTo>
                    <a:pt x="60" y="75"/>
                    <a:pt x="60" y="75"/>
                    <a:pt x="60" y="75"/>
                  </a:cubicBezTo>
                  <a:cubicBezTo>
                    <a:pt x="61" y="73"/>
                    <a:pt x="61" y="73"/>
                    <a:pt x="61" y="73"/>
                  </a:cubicBezTo>
                  <a:cubicBezTo>
                    <a:pt x="59" y="70"/>
                    <a:pt x="59" y="70"/>
                    <a:pt x="59" y="70"/>
                  </a:cubicBezTo>
                  <a:cubicBezTo>
                    <a:pt x="42" y="65"/>
                    <a:pt x="42" y="65"/>
                    <a:pt x="42" y="65"/>
                  </a:cubicBezTo>
                  <a:moveTo>
                    <a:pt x="270" y="63"/>
                  </a:moveTo>
                  <a:cubicBezTo>
                    <a:pt x="263" y="73"/>
                    <a:pt x="263" y="73"/>
                    <a:pt x="263" y="73"/>
                  </a:cubicBezTo>
                  <a:cubicBezTo>
                    <a:pt x="266" y="76"/>
                    <a:pt x="266" y="76"/>
                    <a:pt x="266" y="76"/>
                  </a:cubicBezTo>
                  <a:cubicBezTo>
                    <a:pt x="272" y="67"/>
                    <a:pt x="272" y="67"/>
                    <a:pt x="272" y="67"/>
                  </a:cubicBezTo>
                  <a:cubicBezTo>
                    <a:pt x="270" y="63"/>
                    <a:pt x="270" y="63"/>
                    <a:pt x="270" y="63"/>
                  </a:cubicBezTo>
                  <a:moveTo>
                    <a:pt x="69" y="61"/>
                  </a:moveTo>
                  <a:cubicBezTo>
                    <a:pt x="61" y="68"/>
                    <a:pt x="61" y="68"/>
                    <a:pt x="61" y="68"/>
                  </a:cubicBezTo>
                  <a:cubicBezTo>
                    <a:pt x="63" y="71"/>
                    <a:pt x="63" y="71"/>
                    <a:pt x="63" y="71"/>
                  </a:cubicBezTo>
                  <a:cubicBezTo>
                    <a:pt x="71" y="64"/>
                    <a:pt x="71" y="64"/>
                    <a:pt x="71" y="64"/>
                  </a:cubicBezTo>
                  <a:cubicBezTo>
                    <a:pt x="69" y="61"/>
                    <a:pt x="69" y="61"/>
                    <a:pt x="69" y="61"/>
                  </a:cubicBezTo>
                  <a:moveTo>
                    <a:pt x="32" y="58"/>
                  </a:moveTo>
                  <a:cubicBezTo>
                    <a:pt x="29" y="62"/>
                    <a:pt x="29" y="62"/>
                    <a:pt x="29" y="62"/>
                  </a:cubicBezTo>
                  <a:cubicBezTo>
                    <a:pt x="28" y="63"/>
                    <a:pt x="27" y="64"/>
                    <a:pt x="26" y="66"/>
                  </a:cubicBezTo>
                  <a:cubicBezTo>
                    <a:pt x="29" y="69"/>
                    <a:pt x="29" y="69"/>
                    <a:pt x="29" y="69"/>
                  </a:cubicBezTo>
                  <a:cubicBezTo>
                    <a:pt x="30" y="68"/>
                    <a:pt x="31" y="67"/>
                    <a:pt x="31" y="66"/>
                  </a:cubicBezTo>
                  <a:cubicBezTo>
                    <a:pt x="41" y="69"/>
                    <a:pt x="41" y="69"/>
                    <a:pt x="41" y="69"/>
                  </a:cubicBezTo>
                  <a:cubicBezTo>
                    <a:pt x="37" y="63"/>
                    <a:pt x="37" y="63"/>
                    <a:pt x="37" y="63"/>
                  </a:cubicBezTo>
                  <a:cubicBezTo>
                    <a:pt x="33" y="62"/>
                    <a:pt x="33" y="62"/>
                    <a:pt x="33" y="62"/>
                  </a:cubicBezTo>
                  <a:cubicBezTo>
                    <a:pt x="32" y="58"/>
                    <a:pt x="32" y="58"/>
                    <a:pt x="32" y="58"/>
                  </a:cubicBezTo>
                  <a:moveTo>
                    <a:pt x="79" y="52"/>
                  </a:moveTo>
                  <a:cubicBezTo>
                    <a:pt x="71" y="59"/>
                    <a:pt x="71" y="59"/>
                    <a:pt x="71" y="59"/>
                  </a:cubicBezTo>
                  <a:cubicBezTo>
                    <a:pt x="73" y="62"/>
                    <a:pt x="73" y="62"/>
                    <a:pt x="73" y="62"/>
                  </a:cubicBezTo>
                  <a:cubicBezTo>
                    <a:pt x="81" y="55"/>
                    <a:pt x="81" y="55"/>
                    <a:pt x="81" y="55"/>
                  </a:cubicBezTo>
                  <a:cubicBezTo>
                    <a:pt x="79" y="52"/>
                    <a:pt x="79" y="52"/>
                    <a:pt x="79" y="52"/>
                  </a:cubicBezTo>
                  <a:moveTo>
                    <a:pt x="263" y="49"/>
                  </a:moveTo>
                  <a:cubicBezTo>
                    <a:pt x="275" y="66"/>
                    <a:pt x="275" y="66"/>
                    <a:pt x="275" y="66"/>
                  </a:cubicBezTo>
                  <a:cubicBezTo>
                    <a:pt x="277" y="66"/>
                    <a:pt x="277" y="66"/>
                    <a:pt x="277" y="66"/>
                  </a:cubicBezTo>
                  <a:cubicBezTo>
                    <a:pt x="274" y="63"/>
                    <a:pt x="274" y="63"/>
                    <a:pt x="274" y="63"/>
                  </a:cubicBezTo>
                  <a:cubicBezTo>
                    <a:pt x="271" y="58"/>
                    <a:pt x="267" y="54"/>
                    <a:pt x="263" y="49"/>
                  </a:cubicBezTo>
                  <a:moveTo>
                    <a:pt x="209" y="43"/>
                  </a:moveTo>
                  <a:cubicBezTo>
                    <a:pt x="215" y="51"/>
                    <a:pt x="215" y="51"/>
                    <a:pt x="215" y="51"/>
                  </a:cubicBezTo>
                  <a:cubicBezTo>
                    <a:pt x="224" y="56"/>
                    <a:pt x="224" y="56"/>
                    <a:pt x="224" y="56"/>
                  </a:cubicBezTo>
                  <a:cubicBezTo>
                    <a:pt x="229" y="53"/>
                    <a:pt x="229" y="53"/>
                    <a:pt x="229" y="53"/>
                  </a:cubicBezTo>
                  <a:cubicBezTo>
                    <a:pt x="227" y="50"/>
                    <a:pt x="227" y="50"/>
                    <a:pt x="227" y="50"/>
                  </a:cubicBezTo>
                  <a:cubicBezTo>
                    <a:pt x="224" y="52"/>
                    <a:pt x="224" y="52"/>
                    <a:pt x="224" y="52"/>
                  </a:cubicBezTo>
                  <a:cubicBezTo>
                    <a:pt x="209" y="43"/>
                    <a:pt x="209" y="43"/>
                    <a:pt x="209" y="43"/>
                  </a:cubicBezTo>
                  <a:moveTo>
                    <a:pt x="238" y="43"/>
                  </a:moveTo>
                  <a:cubicBezTo>
                    <a:pt x="229" y="48"/>
                    <a:pt x="229" y="48"/>
                    <a:pt x="229" y="48"/>
                  </a:cubicBezTo>
                  <a:cubicBezTo>
                    <a:pt x="232" y="51"/>
                    <a:pt x="232" y="51"/>
                    <a:pt x="232" y="51"/>
                  </a:cubicBezTo>
                  <a:cubicBezTo>
                    <a:pt x="241" y="46"/>
                    <a:pt x="241" y="46"/>
                    <a:pt x="241" y="46"/>
                  </a:cubicBezTo>
                  <a:cubicBezTo>
                    <a:pt x="238" y="43"/>
                    <a:pt x="238" y="43"/>
                    <a:pt x="238" y="43"/>
                  </a:cubicBezTo>
                  <a:moveTo>
                    <a:pt x="247" y="34"/>
                  </a:moveTo>
                  <a:cubicBezTo>
                    <a:pt x="247" y="38"/>
                    <a:pt x="247" y="38"/>
                    <a:pt x="247" y="38"/>
                  </a:cubicBezTo>
                  <a:cubicBezTo>
                    <a:pt x="241" y="41"/>
                    <a:pt x="241" y="41"/>
                    <a:pt x="241" y="41"/>
                  </a:cubicBezTo>
                  <a:cubicBezTo>
                    <a:pt x="243" y="45"/>
                    <a:pt x="243" y="45"/>
                    <a:pt x="243" y="45"/>
                  </a:cubicBezTo>
                  <a:cubicBezTo>
                    <a:pt x="249" y="41"/>
                    <a:pt x="249" y="41"/>
                    <a:pt x="249" y="41"/>
                  </a:cubicBezTo>
                  <a:cubicBezTo>
                    <a:pt x="256" y="47"/>
                    <a:pt x="263" y="54"/>
                    <a:pt x="268" y="61"/>
                  </a:cubicBezTo>
                  <a:cubicBezTo>
                    <a:pt x="251" y="37"/>
                    <a:pt x="251" y="37"/>
                    <a:pt x="251" y="37"/>
                  </a:cubicBezTo>
                  <a:cubicBezTo>
                    <a:pt x="251" y="37"/>
                    <a:pt x="251" y="37"/>
                    <a:pt x="251" y="37"/>
                  </a:cubicBezTo>
                  <a:cubicBezTo>
                    <a:pt x="247" y="34"/>
                    <a:pt x="247" y="34"/>
                    <a:pt x="247" y="34"/>
                  </a:cubicBezTo>
                  <a:moveTo>
                    <a:pt x="196" y="29"/>
                  </a:moveTo>
                  <a:cubicBezTo>
                    <a:pt x="196" y="40"/>
                    <a:pt x="196" y="40"/>
                    <a:pt x="196" y="40"/>
                  </a:cubicBezTo>
                  <a:cubicBezTo>
                    <a:pt x="209" y="48"/>
                    <a:pt x="209" y="48"/>
                    <a:pt x="209" y="48"/>
                  </a:cubicBezTo>
                  <a:cubicBezTo>
                    <a:pt x="203" y="40"/>
                    <a:pt x="203" y="40"/>
                    <a:pt x="203" y="40"/>
                  </a:cubicBezTo>
                  <a:cubicBezTo>
                    <a:pt x="200" y="38"/>
                    <a:pt x="200" y="38"/>
                    <a:pt x="200" y="38"/>
                  </a:cubicBezTo>
                  <a:cubicBezTo>
                    <a:pt x="200" y="35"/>
                    <a:pt x="200" y="35"/>
                    <a:pt x="200" y="35"/>
                  </a:cubicBezTo>
                  <a:cubicBezTo>
                    <a:pt x="196" y="29"/>
                    <a:pt x="196" y="29"/>
                    <a:pt x="196" y="29"/>
                  </a:cubicBezTo>
                  <a:moveTo>
                    <a:pt x="146" y="29"/>
                  </a:moveTo>
                  <a:cubicBezTo>
                    <a:pt x="134" y="30"/>
                    <a:pt x="134" y="30"/>
                    <a:pt x="134" y="30"/>
                  </a:cubicBezTo>
                  <a:cubicBezTo>
                    <a:pt x="136" y="34"/>
                    <a:pt x="136" y="34"/>
                    <a:pt x="136" y="34"/>
                  </a:cubicBezTo>
                  <a:cubicBezTo>
                    <a:pt x="148" y="32"/>
                    <a:pt x="148" y="32"/>
                    <a:pt x="148" y="32"/>
                  </a:cubicBezTo>
                  <a:cubicBezTo>
                    <a:pt x="146" y="29"/>
                    <a:pt x="146" y="29"/>
                    <a:pt x="146" y="29"/>
                  </a:cubicBezTo>
                  <a:moveTo>
                    <a:pt x="74" y="21"/>
                  </a:moveTo>
                  <a:cubicBezTo>
                    <a:pt x="74" y="21"/>
                    <a:pt x="74" y="21"/>
                    <a:pt x="73" y="21"/>
                  </a:cubicBezTo>
                  <a:cubicBezTo>
                    <a:pt x="70" y="24"/>
                    <a:pt x="70" y="24"/>
                    <a:pt x="70" y="24"/>
                  </a:cubicBezTo>
                  <a:cubicBezTo>
                    <a:pt x="73" y="25"/>
                    <a:pt x="73" y="25"/>
                    <a:pt x="73" y="25"/>
                  </a:cubicBezTo>
                  <a:cubicBezTo>
                    <a:pt x="78" y="45"/>
                    <a:pt x="78" y="45"/>
                    <a:pt x="78" y="45"/>
                  </a:cubicBezTo>
                  <a:cubicBezTo>
                    <a:pt x="83" y="53"/>
                    <a:pt x="83" y="53"/>
                    <a:pt x="83" y="53"/>
                  </a:cubicBezTo>
                  <a:cubicBezTo>
                    <a:pt x="83" y="53"/>
                    <a:pt x="83" y="53"/>
                    <a:pt x="83" y="53"/>
                  </a:cubicBezTo>
                  <a:cubicBezTo>
                    <a:pt x="78" y="26"/>
                    <a:pt x="78" y="26"/>
                    <a:pt x="78" y="26"/>
                  </a:cubicBezTo>
                  <a:cubicBezTo>
                    <a:pt x="74" y="21"/>
                    <a:pt x="74" y="21"/>
                    <a:pt x="74" y="21"/>
                  </a:cubicBezTo>
                  <a:moveTo>
                    <a:pt x="155" y="19"/>
                  </a:moveTo>
                  <a:cubicBezTo>
                    <a:pt x="151" y="28"/>
                    <a:pt x="151" y="28"/>
                    <a:pt x="151" y="28"/>
                  </a:cubicBezTo>
                  <a:cubicBezTo>
                    <a:pt x="149" y="28"/>
                    <a:pt x="149" y="28"/>
                    <a:pt x="149" y="28"/>
                  </a:cubicBezTo>
                  <a:cubicBezTo>
                    <a:pt x="152" y="32"/>
                    <a:pt x="152" y="32"/>
                    <a:pt x="152" y="32"/>
                  </a:cubicBezTo>
                  <a:cubicBezTo>
                    <a:pt x="154" y="32"/>
                    <a:pt x="154" y="32"/>
                    <a:pt x="154" y="32"/>
                  </a:cubicBezTo>
                  <a:cubicBezTo>
                    <a:pt x="158" y="23"/>
                    <a:pt x="158" y="23"/>
                    <a:pt x="158" y="23"/>
                  </a:cubicBezTo>
                  <a:cubicBezTo>
                    <a:pt x="155" y="19"/>
                    <a:pt x="155" y="19"/>
                    <a:pt x="155" y="19"/>
                  </a:cubicBezTo>
                  <a:moveTo>
                    <a:pt x="86" y="15"/>
                  </a:moveTo>
                  <a:cubicBezTo>
                    <a:pt x="83" y="16"/>
                    <a:pt x="80" y="18"/>
                    <a:pt x="76" y="20"/>
                  </a:cubicBezTo>
                  <a:cubicBezTo>
                    <a:pt x="79" y="23"/>
                    <a:pt x="79" y="23"/>
                    <a:pt x="79" y="23"/>
                  </a:cubicBezTo>
                  <a:cubicBezTo>
                    <a:pt x="82" y="21"/>
                    <a:pt x="85" y="19"/>
                    <a:pt x="88" y="18"/>
                  </a:cubicBezTo>
                  <a:cubicBezTo>
                    <a:pt x="86" y="15"/>
                    <a:pt x="86" y="15"/>
                    <a:pt x="86" y="15"/>
                  </a:cubicBezTo>
                  <a:moveTo>
                    <a:pt x="99" y="9"/>
                  </a:moveTo>
                  <a:cubicBezTo>
                    <a:pt x="95" y="10"/>
                    <a:pt x="92" y="12"/>
                    <a:pt x="89" y="13"/>
                  </a:cubicBezTo>
                  <a:cubicBezTo>
                    <a:pt x="91" y="17"/>
                    <a:pt x="91" y="17"/>
                    <a:pt x="91" y="17"/>
                  </a:cubicBezTo>
                  <a:cubicBezTo>
                    <a:pt x="94" y="15"/>
                    <a:pt x="98" y="14"/>
                    <a:pt x="101" y="13"/>
                  </a:cubicBezTo>
                  <a:cubicBezTo>
                    <a:pt x="99" y="9"/>
                    <a:pt x="99" y="9"/>
                    <a:pt x="99" y="9"/>
                  </a:cubicBezTo>
                  <a:moveTo>
                    <a:pt x="201" y="8"/>
                  </a:moveTo>
                  <a:cubicBezTo>
                    <a:pt x="202" y="9"/>
                    <a:pt x="202" y="9"/>
                    <a:pt x="202" y="9"/>
                  </a:cubicBezTo>
                  <a:cubicBezTo>
                    <a:pt x="203" y="9"/>
                    <a:pt x="203" y="9"/>
                    <a:pt x="203" y="9"/>
                  </a:cubicBezTo>
                  <a:cubicBezTo>
                    <a:pt x="201" y="8"/>
                    <a:pt x="201" y="8"/>
                    <a:pt x="201" y="8"/>
                  </a:cubicBezTo>
                  <a:moveTo>
                    <a:pt x="110" y="5"/>
                  </a:moveTo>
                  <a:cubicBezTo>
                    <a:pt x="105" y="7"/>
                    <a:pt x="105" y="7"/>
                    <a:pt x="105" y="7"/>
                  </a:cubicBezTo>
                  <a:cubicBezTo>
                    <a:pt x="104" y="7"/>
                    <a:pt x="103" y="8"/>
                    <a:pt x="102" y="8"/>
                  </a:cubicBezTo>
                  <a:cubicBezTo>
                    <a:pt x="104" y="12"/>
                    <a:pt x="104" y="12"/>
                    <a:pt x="104" y="12"/>
                  </a:cubicBezTo>
                  <a:cubicBezTo>
                    <a:pt x="104" y="11"/>
                    <a:pt x="104" y="11"/>
                    <a:pt x="105" y="11"/>
                  </a:cubicBezTo>
                  <a:cubicBezTo>
                    <a:pt x="122" y="35"/>
                    <a:pt x="122" y="35"/>
                    <a:pt x="122" y="35"/>
                  </a:cubicBezTo>
                  <a:cubicBezTo>
                    <a:pt x="133" y="34"/>
                    <a:pt x="133" y="34"/>
                    <a:pt x="133" y="34"/>
                  </a:cubicBezTo>
                  <a:cubicBezTo>
                    <a:pt x="130" y="30"/>
                    <a:pt x="130" y="30"/>
                    <a:pt x="130" y="30"/>
                  </a:cubicBezTo>
                  <a:cubicBezTo>
                    <a:pt x="124" y="31"/>
                    <a:pt x="124" y="31"/>
                    <a:pt x="124" y="31"/>
                  </a:cubicBezTo>
                  <a:cubicBezTo>
                    <a:pt x="108" y="9"/>
                    <a:pt x="108" y="9"/>
                    <a:pt x="108" y="9"/>
                  </a:cubicBezTo>
                  <a:cubicBezTo>
                    <a:pt x="110" y="5"/>
                    <a:pt x="110" y="5"/>
                    <a:pt x="110" y="5"/>
                  </a:cubicBezTo>
                  <a:moveTo>
                    <a:pt x="162" y="5"/>
                  </a:moveTo>
                  <a:cubicBezTo>
                    <a:pt x="157" y="16"/>
                    <a:pt x="157" y="16"/>
                    <a:pt x="157" y="16"/>
                  </a:cubicBezTo>
                  <a:cubicBezTo>
                    <a:pt x="159" y="20"/>
                    <a:pt x="159" y="20"/>
                    <a:pt x="159" y="20"/>
                  </a:cubicBezTo>
                  <a:cubicBezTo>
                    <a:pt x="164" y="8"/>
                    <a:pt x="164" y="8"/>
                    <a:pt x="164" y="8"/>
                  </a:cubicBezTo>
                  <a:cubicBezTo>
                    <a:pt x="162" y="5"/>
                    <a:pt x="162" y="5"/>
                    <a:pt x="162" y="5"/>
                  </a:cubicBezTo>
                  <a:moveTo>
                    <a:pt x="180" y="3"/>
                  </a:moveTo>
                  <a:cubicBezTo>
                    <a:pt x="184" y="7"/>
                    <a:pt x="184" y="7"/>
                    <a:pt x="184" y="7"/>
                  </a:cubicBezTo>
                  <a:cubicBezTo>
                    <a:pt x="188" y="8"/>
                    <a:pt x="192" y="9"/>
                    <a:pt x="196" y="10"/>
                  </a:cubicBezTo>
                  <a:cubicBezTo>
                    <a:pt x="196" y="24"/>
                    <a:pt x="196" y="24"/>
                    <a:pt x="196" y="24"/>
                  </a:cubicBezTo>
                  <a:cubicBezTo>
                    <a:pt x="200" y="30"/>
                    <a:pt x="200" y="30"/>
                    <a:pt x="200" y="30"/>
                  </a:cubicBezTo>
                  <a:cubicBezTo>
                    <a:pt x="200" y="11"/>
                    <a:pt x="200" y="11"/>
                    <a:pt x="200" y="11"/>
                  </a:cubicBezTo>
                  <a:cubicBezTo>
                    <a:pt x="196" y="6"/>
                    <a:pt x="196" y="6"/>
                    <a:pt x="196" y="6"/>
                  </a:cubicBezTo>
                  <a:cubicBezTo>
                    <a:pt x="192" y="5"/>
                    <a:pt x="187" y="4"/>
                    <a:pt x="183" y="3"/>
                  </a:cubicBezTo>
                  <a:cubicBezTo>
                    <a:pt x="182" y="3"/>
                    <a:pt x="181" y="3"/>
                    <a:pt x="180" y="3"/>
                  </a:cubicBezTo>
                  <a:moveTo>
                    <a:pt x="162" y="0"/>
                  </a:moveTo>
                  <a:cubicBezTo>
                    <a:pt x="166" y="5"/>
                    <a:pt x="166" y="5"/>
                    <a:pt x="166" y="5"/>
                  </a:cubicBezTo>
                  <a:cubicBezTo>
                    <a:pt x="166" y="4"/>
                    <a:pt x="166" y="4"/>
                    <a:pt x="166" y="4"/>
                  </a:cubicBezTo>
                  <a:cubicBezTo>
                    <a:pt x="171" y="5"/>
                    <a:pt x="175" y="6"/>
                    <a:pt x="180" y="6"/>
                  </a:cubicBezTo>
                  <a:cubicBezTo>
                    <a:pt x="176" y="2"/>
                    <a:pt x="176" y="2"/>
                    <a:pt x="176" y="2"/>
                  </a:cubicBezTo>
                  <a:cubicBezTo>
                    <a:pt x="172" y="1"/>
                    <a:pt x="169" y="1"/>
                    <a:pt x="164" y="0"/>
                  </a:cubicBezTo>
                  <a:cubicBezTo>
                    <a:pt x="162" y="0"/>
                    <a:pt x="162" y="0"/>
                    <a:pt x="16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0" name="Freeform 751"/>
            <p:cNvSpPr>
              <a:spLocks/>
            </p:cNvSpPr>
            <p:nvPr/>
          </p:nvSpPr>
          <p:spPr bwMode="auto">
            <a:xfrm>
              <a:off x="13083579" y="1649882"/>
              <a:ext cx="166597" cy="197448"/>
            </a:xfrm>
            <a:custGeom>
              <a:avLst/>
              <a:gdLst>
                <a:gd name="T0" fmla="*/ 4 w 23"/>
                <a:gd name="T1" fmla="*/ 0 h 27"/>
                <a:gd name="T2" fmla="*/ 3 w 23"/>
                <a:gd name="T3" fmla="*/ 0 h 27"/>
                <a:gd name="T4" fmla="*/ 0 w 23"/>
                <a:gd name="T5" fmla="*/ 0 h 27"/>
                <a:gd name="T6" fmla="*/ 9 w 23"/>
                <a:gd name="T7" fmla="*/ 12 h 27"/>
                <a:gd name="T8" fmla="*/ 22 w 23"/>
                <a:gd name="T9" fmla="*/ 26 h 27"/>
                <a:gd name="T10" fmla="*/ 23 w 23"/>
                <a:gd name="T11" fmla="*/ 27 h 27"/>
                <a:gd name="T12" fmla="*/ 4 w 23"/>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23" h="27">
                  <a:moveTo>
                    <a:pt x="4" y="0"/>
                  </a:moveTo>
                  <a:cubicBezTo>
                    <a:pt x="3" y="0"/>
                    <a:pt x="3" y="0"/>
                    <a:pt x="3" y="0"/>
                  </a:cubicBezTo>
                  <a:cubicBezTo>
                    <a:pt x="0" y="0"/>
                    <a:pt x="0" y="0"/>
                    <a:pt x="0" y="0"/>
                  </a:cubicBezTo>
                  <a:cubicBezTo>
                    <a:pt x="9" y="12"/>
                    <a:pt x="9" y="12"/>
                    <a:pt x="9" y="12"/>
                  </a:cubicBezTo>
                  <a:cubicBezTo>
                    <a:pt x="13" y="17"/>
                    <a:pt x="17" y="21"/>
                    <a:pt x="22" y="26"/>
                  </a:cubicBezTo>
                  <a:cubicBezTo>
                    <a:pt x="22" y="26"/>
                    <a:pt x="23" y="27"/>
                    <a:pt x="23" y="27"/>
                  </a:cubicBezTo>
                  <a:cubicBezTo>
                    <a:pt x="4" y="0"/>
                    <a:pt x="4" y="0"/>
                    <a:pt x="4"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1" name="Freeform 752"/>
            <p:cNvSpPr>
              <a:spLocks noEditPoints="1"/>
            </p:cNvSpPr>
            <p:nvPr/>
          </p:nvSpPr>
          <p:spPr bwMode="auto">
            <a:xfrm>
              <a:off x="12907726" y="1190197"/>
              <a:ext cx="447344" cy="641707"/>
            </a:xfrm>
            <a:custGeom>
              <a:avLst/>
              <a:gdLst>
                <a:gd name="T0" fmla="*/ 59 w 61"/>
                <a:gd name="T1" fmla="*/ 84 h 88"/>
                <a:gd name="T2" fmla="*/ 56 w 61"/>
                <a:gd name="T3" fmla="*/ 85 h 88"/>
                <a:gd name="T4" fmla="*/ 59 w 61"/>
                <a:gd name="T5" fmla="*/ 88 h 88"/>
                <a:gd name="T6" fmla="*/ 61 w 61"/>
                <a:gd name="T7" fmla="*/ 87 h 88"/>
                <a:gd name="T8" fmla="*/ 59 w 61"/>
                <a:gd name="T9" fmla="*/ 84 h 88"/>
                <a:gd name="T10" fmla="*/ 36 w 61"/>
                <a:gd name="T11" fmla="*/ 51 h 88"/>
                <a:gd name="T12" fmla="*/ 34 w 61"/>
                <a:gd name="T13" fmla="*/ 54 h 88"/>
                <a:gd name="T14" fmla="*/ 37 w 61"/>
                <a:gd name="T15" fmla="*/ 57 h 88"/>
                <a:gd name="T16" fmla="*/ 39 w 61"/>
                <a:gd name="T17" fmla="*/ 55 h 88"/>
                <a:gd name="T18" fmla="*/ 36 w 61"/>
                <a:gd name="T19" fmla="*/ 51 h 88"/>
                <a:gd name="T20" fmla="*/ 0 w 61"/>
                <a:gd name="T21" fmla="*/ 0 h 88"/>
                <a:gd name="T22" fmla="*/ 1 w 61"/>
                <a:gd name="T23" fmla="*/ 6 h 88"/>
                <a:gd name="T24" fmla="*/ 6 w 61"/>
                <a:gd name="T25" fmla="*/ 13 h 88"/>
                <a:gd name="T26" fmla="*/ 10 w 61"/>
                <a:gd name="T27" fmla="*/ 14 h 88"/>
                <a:gd name="T28" fmla="*/ 7 w 61"/>
                <a:gd name="T29" fmla="*/ 10 h 88"/>
                <a:gd name="T30" fmla="*/ 5 w 61"/>
                <a:gd name="T31" fmla="*/ 9 h 88"/>
                <a:gd name="T32" fmla="*/ 5 w 61"/>
                <a:gd name="T33" fmla="*/ 7 h 88"/>
                <a:gd name="T34" fmla="*/ 0 w 61"/>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88">
                  <a:moveTo>
                    <a:pt x="59" y="84"/>
                  </a:moveTo>
                  <a:cubicBezTo>
                    <a:pt x="56" y="85"/>
                    <a:pt x="56" y="85"/>
                    <a:pt x="56" y="85"/>
                  </a:cubicBezTo>
                  <a:cubicBezTo>
                    <a:pt x="59" y="88"/>
                    <a:pt x="59" y="88"/>
                    <a:pt x="59" y="88"/>
                  </a:cubicBezTo>
                  <a:cubicBezTo>
                    <a:pt x="61" y="87"/>
                    <a:pt x="61" y="87"/>
                    <a:pt x="61" y="87"/>
                  </a:cubicBezTo>
                  <a:cubicBezTo>
                    <a:pt x="59" y="84"/>
                    <a:pt x="59" y="84"/>
                    <a:pt x="59" y="84"/>
                  </a:cubicBezTo>
                  <a:moveTo>
                    <a:pt x="36" y="51"/>
                  </a:moveTo>
                  <a:cubicBezTo>
                    <a:pt x="34" y="54"/>
                    <a:pt x="34" y="54"/>
                    <a:pt x="34" y="54"/>
                  </a:cubicBezTo>
                  <a:cubicBezTo>
                    <a:pt x="37" y="57"/>
                    <a:pt x="37" y="57"/>
                    <a:pt x="37" y="57"/>
                  </a:cubicBezTo>
                  <a:cubicBezTo>
                    <a:pt x="39" y="55"/>
                    <a:pt x="39" y="55"/>
                    <a:pt x="39" y="55"/>
                  </a:cubicBezTo>
                  <a:cubicBezTo>
                    <a:pt x="36" y="51"/>
                    <a:pt x="36" y="51"/>
                    <a:pt x="36" y="51"/>
                  </a:cubicBezTo>
                  <a:moveTo>
                    <a:pt x="0" y="0"/>
                  </a:moveTo>
                  <a:cubicBezTo>
                    <a:pt x="0" y="2"/>
                    <a:pt x="0" y="4"/>
                    <a:pt x="1" y="6"/>
                  </a:cubicBezTo>
                  <a:cubicBezTo>
                    <a:pt x="6" y="13"/>
                    <a:pt x="6" y="13"/>
                    <a:pt x="6" y="13"/>
                  </a:cubicBezTo>
                  <a:cubicBezTo>
                    <a:pt x="10" y="14"/>
                    <a:pt x="10" y="14"/>
                    <a:pt x="10" y="14"/>
                  </a:cubicBezTo>
                  <a:cubicBezTo>
                    <a:pt x="7" y="10"/>
                    <a:pt x="7" y="10"/>
                    <a:pt x="7" y="10"/>
                  </a:cubicBezTo>
                  <a:cubicBezTo>
                    <a:pt x="5" y="9"/>
                    <a:pt x="5" y="9"/>
                    <a:pt x="5" y="9"/>
                  </a:cubicBezTo>
                  <a:cubicBezTo>
                    <a:pt x="5" y="9"/>
                    <a:pt x="5" y="8"/>
                    <a:pt x="5" y="7"/>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2" name="Freeform 753"/>
            <p:cNvSpPr>
              <a:spLocks noEditPoints="1"/>
            </p:cNvSpPr>
            <p:nvPr/>
          </p:nvSpPr>
          <p:spPr bwMode="auto">
            <a:xfrm>
              <a:off x="12895386" y="1002004"/>
              <a:ext cx="765113" cy="1085966"/>
            </a:xfrm>
            <a:custGeom>
              <a:avLst/>
              <a:gdLst>
                <a:gd name="T0" fmla="*/ 103 w 105"/>
                <a:gd name="T1" fmla="*/ 145 h 149"/>
                <a:gd name="T2" fmla="*/ 103 w 105"/>
                <a:gd name="T3" fmla="*/ 145 h 149"/>
                <a:gd name="T4" fmla="*/ 100 w 105"/>
                <a:gd name="T5" fmla="*/ 146 h 149"/>
                <a:gd name="T6" fmla="*/ 101 w 105"/>
                <a:gd name="T7" fmla="*/ 147 h 149"/>
                <a:gd name="T8" fmla="*/ 103 w 105"/>
                <a:gd name="T9" fmla="*/ 148 h 149"/>
                <a:gd name="T10" fmla="*/ 105 w 105"/>
                <a:gd name="T11" fmla="*/ 149 h 149"/>
                <a:gd name="T12" fmla="*/ 103 w 105"/>
                <a:gd name="T13" fmla="*/ 145 h 149"/>
                <a:gd name="T14" fmla="*/ 73 w 105"/>
                <a:gd name="T15" fmla="*/ 103 h 149"/>
                <a:gd name="T16" fmla="*/ 70 w 105"/>
                <a:gd name="T17" fmla="*/ 104 h 149"/>
                <a:gd name="T18" fmla="*/ 73 w 105"/>
                <a:gd name="T19" fmla="*/ 107 h 149"/>
                <a:gd name="T20" fmla="*/ 75 w 105"/>
                <a:gd name="T21" fmla="*/ 106 h 149"/>
                <a:gd name="T22" fmla="*/ 73 w 105"/>
                <a:gd name="T23" fmla="*/ 103 h 149"/>
                <a:gd name="T24" fmla="*/ 42 w 105"/>
                <a:gd name="T25" fmla="*/ 59 h 149"/>
                <a:gd name="T26" fmla="*/ 46 w 105"/>
                <a:gd name="T27" fmla="*/ 67 h 149"/>
                <a:gd name="T28" fmla="*/ 45 w 105"/>
                <a:gd name="T29" fmla="*/ 68 h 149"/>
                <a:gd name="T30" fmla="*/ 47 w 105"/>
                <a:gd name="T31" fmla="*/ 72 h 149"/>
                <a:gd name="T32" fmla="*/ 49 w 105"/>
                <a:gd name="T33" fmla="*/ 69 h 149"/>
                <a:gd name="T34" fmla="*/ 42 w 105"/>
                <a:gd name="T35" fmla="*/ 59 h 149"/>
                <a:gd name="T36" fmla="*/ 23 w 105"/>
                <a:gd name="T37" fmla="*/ 37 h 149"/>
                <a:gd name="T38" fmla="*/ 26 w 105"/>
                <a:gd name="T39" fmla="*/ 41 h 149"/>
                <a:gd name="T40" fmla="*/ 30 w 105"/>
                <a:gd name="T41" fmla="*/ 42 h 149"/>
                <a:gd name="T42" fmla="*/ 27 w 105"/>
                <a:gd name="T43" fmla="*/ 37 h 149"/>
                <a:gd name="T44" fmla="*/ 23 w 105"/>
                <a:gd name="T45" fmla="*/ 37 h 149"/>
                <a:gd name="T46" fmla="*/ 0 w 105"/>
                <a:gd name="T47" fmla="*/ 0 h 149"/>
                <a:gd name="T48" fmla="*/ 0 w 105"/>
                <a:gd name="T49" fmla="*/ 4 h 149"/>
                <a:gd name="T50" fmla="*/ 0 w 105"/>
                <a:gd name="T51" fmla="*/ 5 h 149"/>
                <a:gd name="T52" fmla="*/ 4 w 105"/>
                <a:gd name="T53" fmla="*/ 11 h 149"/>
                <a:gd name="T54" fmla="*/ 4 w 105"/>
                <a:gd name="T55" fmla="*/ 6 h 149"/>
                <a:gd name="T56" fmla="*/ 5 w 105"/>
                <a:gd name="T57" fmla="*/ 6 h 149"/>
                <a:gd name="T58" fmla="*/ 0 w 105"/>
                <a:gd name="T59" fmla="*/ 0 h 149"/>
                <a:gd name="T60" fmla="*/ 0 w 105"/>
                <a:gd name="T61"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49">
                  <a:moveTo>
                    <a:pt x="103" y="145"/>
                  </a:moveTo>
                  <a:cubicBezTo>
                    <a:pt x="103" y="145"/>
                    <a:pt x="103" y="145"/>
                    <a:pt x="103" y="145"/>
                  </a:cubicBezTo>
                  <a:cubicBezTo>
                    <a:pt x="100" y="146"/>
                    <a:pt x="100" y="146"/>
                    <a:pt x="100" y="146"/>
                  </a:cubicBezTo>
                  <a:cubicBezTo>
                    <a:pt x="101" y="147"/>
                    <a:pt x="101" y="147"/>
                    <a:pt x="101" y="147"/>
                  </a:cubicBezTo>
                  <a:cubicBezTo>
                    <a:pt x="103" y="148"/>
                    <a:pt x="103" y="148"/>
                    <a:pt x="103" y="148"/>
                  </a:cubicBezTo>
                  <a:cubicBezTo>
                    <a:pt x="104" y="148"/>
                    <a:pt x="105" y="149"/>
                    <a:pt x="105" y="149"/>
                  </a:cubicBezTo>
                  <a:cubicBezTo>
                    <a:pt x="103" y="145"/>
                    <a:pt x="103" y="145"/>
                    <a:pt x="103" y="145"/>
                  </a:cubicBezTo>
                  <a:moveTo>
                    <a:pt x="73" y="103"/>
                  </a:moveTo>
                  <a:cubicBezTo>
                    <a:pt x="70" y="104"/>
                    <a:pt x="70" y="104"/>
                    <a:pt x="70" y="104"/>
                  </a:cubicBezTo>
                  <a:cubicBezTo>
                    <a:pt x="73" y="107"/>
                    <a:pt x="73" y="107"/>
                    <a:pt x="73" y="107"/>
                  </a:cubicBezTo>
                  <a:cubicBezTo>
                    <a:pt x="75" y="106"/>
                    <a:pt x="75" y="106"/>
                    <a:pt x="75" y="106"/>
                  </a:cubicBezTo>
                  <a:cubicBezTo>
                    <a:pt x="73" y="103"/>
                    <a:pt x="73" y="103"/>
                    <a:pt x="73" y="103"/>
                  </a:cubicBezTo>
                  <a:moveTo>
                    <a:pt x="42" y="59"/>
                  </a:moveTo>
                  <a:cubicBezTo>
                    <a:pt x="46" y="67"/>
                    <a:pt x="46" y="67"/>
                    <a:pt x="46" y="67"/>
                  </a:cubicBezTo>
                  <a:cubicBezTo>
                    <a:pt x="45" y="68"/>
                    <a:pt x="45" y="68"/>
                    <a:pt x="45" y="68"/>
                  </a:cubicBezTo>
                  <a:cubicBezTo>
                    <a:pt x="47" y="72"/>
                    <a:pt x="47" y="72"/>
                    <a:pt x="47" y="72"/>
                  </a:cubicBezTo>
                  <a:cubicBezTo>
                    <a:pt x="49" y="69"/>
                    <a:pt x="49" y="69"/>
                    <a:pt x="49" y="69"/>
                  </a:cubicBezTo>
                  <a:cubicBezTo>
                    <a:pt x="42" y="59"/>
                    <a:pt x="42" y="59"/>
                    <a:pt x="42" y="59"/>
                  </a:cubicBezTo>
                  <a:moveTo>
                    <a:pt x="23" y="37"/>
                  </a:moveTo>
                  <a:cubicBezTo>
                    <a:pt x="26" y="41"/>
                    <a:pt x="26" y="41"/>
                    <a:pt x="26" y="41"/>
                  </a:cubicBezTo>
                  <a:cubicBezTo>
                    <a:pt x="30" y="42"/>
                    <a:pt x="30" y="42"/>
                    <a:pt x="30" y="42"/>
                  </a:cubicBezTo>
                  <a:cubicBezTo>
                    <a:pt x="27" y="37"/>
                    <a:pt x="27" y="37"/>
                    <a:pt x="27" y="37"/>
                  </a:cubicBezTo>
                  <a:cubicBezTo>
                    <a:pt x="23" y="37"/>
                    <a:pt x="23" y="37"/>
                    <a:pt x="23" y="37"/>
                  </a:cubicBezTo>
                  <a:moveTo>
                    <a:pt x="0" y="0"/>
                  </a:moveTo>
                  <a:cubicBezTo>
                    <a:pt x="0" y="4"/>
                    <a:pt x="0" y="4"/>
                    <a:pt x="0" y="4"/>
                  </a:cubicBezTo>
                  <a:cubicBezTo>
                    <a:pt x="0" y="5"/>
                    <a:pt x="0" y="5"/>
                    <a:pt x="0" y="5"/>
                  </a:cubicBezTo>
                  <a:cubicBezTo>
                    <a:pt x="4" y="11"/>
                    <a:pt x="4" y="11"/>
                    <a:pt x="4" y="11"/>
                  </a:cubicBezTo>
                  <a:cubicBezTo>
                    <a:pt x="4" y="10"/>
                    <a:pt x="4" y="8"/>
                    <a:pt x="4" y="6"/>
                  </a:cubicBezTo>
                  <a:cubicBezTo>
                    <a:pt x="5" y="6"/>
                    <a:pt x="5" y="6"/>
                    <a:pt x="5" y="6"/>
                  </a:cubicBezTo>
                  <a:cubicBezTo>
                    <a:pt x="0" y="0"/>
                    <a:pt x="0" y="0"/>
                    <a:pt x="0" y="0"/>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3" name="Freeform 754"/>
            <p:cNvSpPr>
              <a:spLocks noEditPoints="1"/>
            </p:cNvSpPr>
            <p:nvPr/>
          </p:nvSpPr>
          <p:spPr bwMode="auto">
            <a:xfrm>
              <a:off x="12987940" y="986579"/>
              <a:ext cx="826816" cy="1138414"/>
            </a:xfrm>
            <a:custGeom>
              <a:avLst/>
              <a:gdLst>
                <a:gd name="T0" fmla="*/ 105 w 113"/>
                <a:gd name="T1" fmla="*/ 150 h 156"/>
                <a:gd name="T2" fmla="*/ 108 w 113"/>
                <a:gd name="T3" fmla="*/ 155 h 156"/>
                <a:gd name="T4" fmla="*/ 113 w 113"/>
                <a:gd name="T5" fmla="*/ 156 h 156"/>
                <a:gd name="T6" fmla="*/ 109 w 113"/>
                <a:gd name="T7" fmla="*/ 151 h 156"/>
                <a:gd name="T8" fmla="*/ 108 w 113"/>
                <a:gd name="T9" fmla="*/ 151 h 156"/>
                <a:gd name="T10" fmla="*/ 105 w 113"/>
                <a:gd name="T11" fmla="*/ 150 h 156"/>
                <a:gd name="T12" fmla="*/ 90 w 113"/>
                <a:gd name="T13" fmla="*/ 123 h 156"/>
                <a:gd name="T14" fmla="*/ 90 w 113"/>
                <a:gd name="T15" fmla="*/ 128 h 156"/>
                <a:gd name="T16" fmla="*/ 94 w 113"/>
                <a:gd name="T17" fmla="*/ 134 h 156"/>
                <a:gd name="T18" fmla="*/ 94 w 113"/>
                <a:gd name="T19" fmla="*/ 129 h 156"/>
                <a:gd name="T20" fmla="*/ 90 w 113"/>
                <a:gd name="T21" fmla="*/ 123 h 156"/>
                <a:gd name="T22" fmla="*/ 73 w 113"/>
                <a:gd name="T23" fmla="*/ 106 h 156"/>
                <a:gd name="T24" fmla="*/ 79 w 113"/>
                <a:gd name="T25" fmla="*/ 113 h 156"/>
                <a:gd name="T26" fmla="*/ 85 w 113"/>
                <a:gd name="T27" fmla="*/ 117 h 156"/>
                <a:gd name="T28" fmla="*/ 80 w 113"/>
                <a:gd name="T29" fmla="*/ 109 h 156"/>
                <a:gd name="T30" fmla="*/ 73 w 113"/>
                <a:gd name="T31" fmla="*/ 106 h 156"/>
                <a:gd name="T32" fmla="*/ 3 w 113"/>
                <a:gd name="T33" fmla="*/ 0 h 156"/>
                <a:gd name="T34" fmla="*/ 0 w 113"/>
                <a:gd name="T35" fmla="*/ 1 h 156"/>
                <a:gd name="T36" fmla="*/ 2 w 113"/>
                <a:gd name="T37" fmla="*/ 5 h 156"/>
                <a:gd name="T38" fmla="*/ 5 w 113"/>
                <a:gd name="T39" fmla="*/ 4 h 156"/>
                <a:gd name="T40" fmla="*/ 3 w 113"/>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156">
                  <a:moveTo>
                    <a:pt x="105" y="150"/>
                  </a:moveTo>
                  <a:cubicBezTo>
                    <a:pt x="108" y="155"/>
                    <a:pt x="108" y="155"/>
                    <a:pt x="108" y="155"/>
                  </a:cubicBezTo>
                  <a:cubicBezTo>
                    <a:pt x="110" y="155"/>
                    <a:pt x="111" y="156"/>
                    <a:pt x="113" y="156"/>
                  </a:cubicBezTo>
                  <a:cubicBezTo>
                    <a:pt x="109" y="151"/>
                    <a:pt x="109" y="151"/>
                    <a:pt x="109" y="151"/>
                  </a:cubicBezTo>
                  <a:cubicBezTo>
                    <a:pt x="109" y="151"/>
                    <a:pt x="108" y="151"/>
                    <a:pt x="108" y="151"/>
                  </a:cubicBezTo>
                  <a:cubicBezTo>
                    <a:pt x="107" y="151"/>
                    <a:pt x="106" y="150"/>
                    <a:pt x="105" y="150"/>
                  </a:cubicBezTo>
                  <a:moveTo>
                    <a:pt x="90" y="123"/>
                  </a:moveTo>
                  <a:cubicBezTo>
                    <a:pt x="90" y="128"/>
                    <a:pt x="90" y="128"/>
                    <a:pt x="90" y="128"/>
                  </a:cubicBezTo>
                  <a:cubicBezTo>
                    <a:pt x="94" y="134"/>
                    <a:pt x="94" y="134"/>
                    <a:pt x="94" y="134"/>
                  </a:cubicBezTo>
                  <a:cubicBezTo>
                    <a:pt x="94" y="129"/>
                    <a:pt x="94" y="129"/>
                    <a:pt x="94" y="129"/>
                  </a:cubicBezTo>
                  <a:cubicBezTo>
                    <a:pt x="90" y="123"/>
                    <a:pt x="90" y="123"/>
                    <a:pt x="90" y="123"/>
                  </a:cubicBezTo>
                  <a:moveTo>
                    <a:pt x="73" y="106"/>
                  </a:moveTo>
                  <a:cubicBezTo>
                    <a:pt x="79" y="113"/>
                    <a:pt x="79" y="113"/>
                    <a:pt x="79" y="113"/>
                  </a:cubicBezTo>
                  <a:cubicBezTo>
                    <a:pt x="85" y="117"/>
                    <a:pt x="85" y="117"/>
                    <a:pt x="85" y="117"/>
                  </a:cubicBezTo>
                  <a:cubicBezTo>
                    <a:pt x="80" y="109"/>
                    <a:pt x="80" y="109"/>
                    <a:pt x="80" y="109"/>
                  </a:cubicBezTo>
                  <a:cubicBezTo>
                    <a:pt x="73" y="106"/>
                    <a:pt x="73" y="106"/>
                    <a:pt x="73" y="106"/>
                  </a:cubicBezTo>
                  <a:moveTo>
                    <a:pt x="3" y="0"/>
                  </a:moveTo>
                  <a:cubicBezTo>
                    <a:pt x="0" y="1"/>
                    <a:pt x="0" y="1"/>
                    <a:pt x="0" y="1"/>
                  </a:cubicBezTo>
                  <a:cubicBezTo>
                    <a:pt x="2" y="5"/>
                    <a:pt x="2" y="5"/>
                    <a:pt x="2" y="5"/>
                  </a:cubicBezTo>
                  <a:cubicBezTo>
                    <a:pt x="5" y="4"/>
                    <a:pt x="5"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4" name="Freeform 755"/>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close/>
                  <a:moveTo>
                    <a:pt x="7" y="0"/>
                  </a:moveTo>
                  <a:lnTo>
                    <a:pt x="0" y="3"/>
                  </a:lnTo>
                  <a:lnTo>
                    <a:pt x="5" y="10"/>
                  </a:lnTo>
                  <a:lnTo>
                    <a:pt x="12" y="7"/>
                  </a:lnTo>
                  <a:lnTo>
                    <a:pt x="7"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5" name="Freeform 756"/>
            <p:cNvSpPr>
              <a:spLocks noEditPoints="1"/>
            </p:cNvSpPr>
            <p:nvPr/>
          </p:nvSpPr>
          <p:spPr bwMode="auto">
            <a:xfrm>
              <a:off x="13083579" y="955727"/>
              <a:ext cx="845326" cy="1181605"/>
            </a:xfrm>
            <a:custGeom>
              <a:avLst/>
              <a:gdLst>
                <a:gd name="T0" fmla="*/ 265 w 274"/>
                <a:gd name="T1" fmla="*/ 364 h 383"/>
                <a:gd name="T2" fmla="*/ 260 w 274"/>
                <a:gd name="T3" fmla="*/ 371 h 383"/>
                <a:gd name="T4" fmla="*/ 270 w 274"/>
                <a:gd name="T5" fmla="*/ 383 h 383"/>
                <a:gd name="T6" fmla="*/ 274 w 274"/>
                <a:gd name="T7" fmla="*/ 383 h 383"/>
                <a:gd name="T8" fmla="*/ 270 w 274"/>
                <a:gd name="T9" fmla="*/ 376 h 383"/>
                <a:gd name="T10" fmla="*/ 270 w 274"/>
                <a:gd name="T11" fmla="*/ 371 h 383"/>
                <a:gd name="T12" fmla="*/ 265 w 274"/>
                <a:gd name="T13" fmla="*/ 364 h 383"/>
                <a:gd name="T14" fmla="*/ 7 w 274"/>
                <a:gd name="T15" fmla="*/ 0 h 383"/>
                <a:gd name="T16" fmla="*/ 0 w 274"/>
                <a:gd name="T17" fmla="*/ 3 h 383"/>
                <a:gd name="T18" fmla="*/ 5 w 274"/>
                <a:gd name="T19" fmla="*/ 10 h 383"/>
                <a:gd name="T20" fmla="*/ 12 w 274"/>
                <a:gd name="T21" fmla="*/ 7 h 383"/>
                <a:gd name="T22" fmla="*/ 7 w 274"/>
                <a:gd name="T23" fmla="*/ 0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383">
                  <a:moveTo>
                    <a:pt x="265" y="364"/>
                  </a:moveTo>
                  <a:lnTo>
                    <a:pt x="260" y="371"/>
                  </a:lnTo>
                  <a:lnTo>
                    <a:pt x="270" y="383"/>
                  </a:lnTo>
                  <a:lnTo>
                    <a:pt x="274" y="383"/>
                  </a:lnTo>
                  <a:lnTo>
                    <a:pt x="270" y="376"/>
                  </a:lnTo>
                  <a:lnTo>
                    <a:pt x="270" y="371"/>
                  </a:lnTo>
                  <a:lnTo>
                    <a:pt x="265" y="364"/>
                  </a:lnTo>
                  <a:moveTo>
                    <a:pt x="7" y="0"/>
                  </a:moveTo>
                  <a:lnTo>
                    <a:pt x="0" y="3"/>
                  </a:lnTo>
                  <a:lnTo>
                    <a:pt x="5" y="10"/>
                  </a:lnTo>
                  <a:lnTo>
                    <a:pt x="12" y="7"/>
                  </a:lnTo>
                  <a:lnTo>
                    <a:pt x="7"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6" name="Freeform 757"/>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close/>
                  <a:moveTo>
                    <a:pt x="52" y="71"/>
                  </a:moveTo>
                  <a:lnTo>
                    <a:pt x="49" y="80"/>
                  </a:lnTo>
                  <a:lnTo>
                    <a:pt x="56" y="90"/>
                  </a:lnTo>
                  <a:lnTo>
                    <a:pt x="59" y="80"/>
                  </a:lnTo>
                  <a:lnTo>
                    <a:pt x="52" y="71"/>
                  </a:lnTo>
                  <a:close/>
                  <a:moveTo>
                    <a:pt x="2" y="0"/>
                  </a:moveTo>
                  <a:lnTo>
                    <a:pt x="0" y="9"/>
                  </a:lnTo>
                  <a:lnTo>
                    <a:pt x="0" y="9"/>
                  </a:lnTo>
                  <a:lnTo>
                    <a:pt x="7" y="7"/>
                  </a:lnTo>
                  <a:lnTo>
                    <a:pt x="2"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7" name="Freeform 758"/>
            <p:cNvSpPr>
              <a:spLocks noEditPoints="1"/>
            </p:cNvSpPr>
            <p:nvPr/>
          </p:nvSpPr>
          <p:spPr bwMode="auto">
            <a:xfrm>
              <a:off x="12975599" y="607108"/>
              <a:ext cx="990328" cy="1412990"/>
            </a:xfrm>
            <a:custGeom>
              <a:avLst/>
              <a:gdLst>
                <a:gd name="T0" fmla="*/ 314 w 321"/>
                <a:gd name="T1" fmla="*/ 442 h 458"/>
                <a:gd name="T2" fmla="*/ 312 w 321"/>
                <a:gd name="T3" fmla="*/ 449 h 458"/>
                <a:gd name="T4" fmla="*/ 316 w 321"/>
                <a:gd name="T5" fmla="*/ 458 h 458"/>
                <a:gd name="T6" fmla="*/ 321 w 321"/>
                <a:gd name="T7" fmla="*/ 451 h 458"/>
                <a:gd name="T8" fmla="*/ 314 w 321"/>
                <a:gd name="T9" fmla="*/ 442 h 458"/>
                <a:gd name="T10" fmla="*/ 52 w 321"/>
                <a:gd name="T11" fmla="*/ 71 h 458"/>
                <a:gd name="T12" fmla="*/ 49 w 321"/>
                <a:gd name="T13" fmla="*/ 80 h 458"/>
                <a:gd name="T14" fmla="*/ 56 w 321"/>
                <a:gd name="T15" fmla="*/ 90 h 458"/>
                <a:gd name="T16" fmla="*/ 59 w 321"/>
                <a:gd name="T17" fmla="*/ 80 h 458"/>
                <a:gd name="T18" fmla="*/ 52 w 321"/>
                <a:gd name="T19" fmla="*/ 71 h 458"/>
                <a:gd name="T20" fmla="*/ 2 w 321"/>
                <a:gd name="T21" fmla="*/ 0 h 458"/>
                <a:gd name="T22" fmla="*/ 0 w 321"/>
                <a:gd name="T23" fmla="*/ 9 h 458"/>
                <a:gd name="T24" fmla="*/ 0 w 321"/>
                <a:gd name="T25" fmla="*/ 9 h 458"/>
                <a:gd name="T26" fmla="*/ 7 w 321"/>
                <a:gd name="T27" fmla="*/ 7 h 458"/>
                <a:gd name="T28" fmla="*/ 2 w 321"/>
                <a:gd name="T29" fmla="*/ 0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1" h="458">
                  <a:moveTo>
                    <a:pt x="314" y="442"/>
                  </a:moveTo>
                  <a:lnTo>
                    <a:pt x="312" y="449"/>
                  </a:lnTo>
                  <a:lnTo>
                    <a:pt x="316" y="458"/>
                  </a:lnTo>
                  <a:lnTo>
                    <a:pt x="321" y="451"/>
                  </a:lnTo>
                  <a:lnTo>
                    <a:pt x="314" y="442"/>
                  </a:lnTo>
                  <a:moveTo>
                    <a:pt x="52" y="71"/>
                  </a:moveTo>
                  <a:lnTo>
                    <a:pt x="49" y="80"/>
                  </a:lnTo>
                  <a:lnTo>
                    <a:pt x="56" y="90"/>
                  </a:lnTo>
                  <a:lnTo>
                    <a:pt x="59" y="80"/>
                  </a:lnTo>
                  <a:lnTo>
                    <a:pt x="52" y="71"/>
                  </a:lnTo>
                  <a:moveTo>
                    <a:pt x="2" y="0"/>
                  </a:moveTo>
                  <a:lnTo>
                    <a:pt x="0" y="9"/>
                  </a:lnTo>
                  <a:lnTo>
                    <a:pt x="0" y="9"/>
                  </a:lnTo>
                  <a:lnTo>
                    <a:pt x="7" y="7"/>
                  </a:lnTo>
                  <a:lnTo>
                    <a:pt x="2"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8" name="Freeform 759"/>
            <p:cNvSpPr>
              <a:spLocks noEditPoints="1"/>
            </p:cNvSpPr>
            <p:nvPr/>
          </p:nvSpPr>
          <p:spPr bwMode="auto">
            <a:xfrm>
              <a:off x="13018791" y="505298"/>
              <a:ext cx="1011924" cy="1422246"/>
            </a:xfrm>
            <a:custGeom>
              <a:avLst/>
              <a:gdLst>
                <a:gd name="T0" fmla="*/ 137 w 139"/>
                <a:gd name="T1" fmla="*/ 191 h 195"/>
                <a:gd name="T2" fmla="*/ 133 w 139"/>
                <a:gd name="T3" fmla="*/ 192 h 195"/>
                <a:gd name="T4" fmla="*/ 136 w 139"/>
                <a:gd name="T5" fmla="*/ 195 h 195"/>
                <a:gd name="T6" fmla="*/ 139 w 139"/>
                <a:gd name="T7" fmla="*/ 195 h 195"/>
                <a:gd name="T8" fmla="*/ 137 w 139"/>
                <a:gd name="T9" fmla="*/ 191 h 195"/>
                <a:gd name="T10" fmla="*/ 21 w 139"/>
                <a:gd name="T11" fmla="*/ 32 h 195"/>
                <a:gd name="T12" fmla="*/ 22 w 139"/>
                <a:gd name="T13" fmla="*/ 34 h 195"/>
                <a:gd name="T14" fmla="*/ 22 w 139"/>
                <a:gd name="T15" fmla="*/ 34 h 195"/>
                <a:gd name="T16" fmla="*/ 21 w 139"/>
                <a:gd name="T17" fmla="*/ 32 h 195"/>
                <a:gd name="T18" fmla="*/ 2 w 139"/>
                <a:gd name="T19" fmla="*/ 0 h 195"/>
                <a:gd name="T20" fmla="*/ 0 w 139"/>
                <a:gd name="T21" fmla="*/ 3 h 195"/>
                <a:gd name="T22" fmla="*/ 3 w 139"/>
                <a:gd name="T23" fmla="*/ 7 h 195"/>
                <a:gd name="T24" fmla="*/ 4 w 139"/>
                <a:gd name="T25" fmla="*/ 4 h 195"/>
                <a:gd name="T26" fmla="*/ 2 w 139"/>
                <a:gd name="T27"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5">
                  <a:moveTo>
                    <a:pt x="137" y="191"/>
                  </a:moveTo>
                  <a:cubicBezTo>
                    <a:pt x="133" y="192"/>
                    <a:pt x="133" y="192"/>
                    <a:pt x="133" y="192"/>
                  </a:cubicBezTo>
                  <a:cubicBezTo>
                    <a:pt x="136" y="195"/>
                    <a:pt x="136" y="195"/>
                    <a:pt x="136" y="195"/>
                  </a:cubicBezTo>
                  <a:cubicBezTo>
                    <a:pt x="139" y="195"/>
                    <a:pt x="139" y="195"/>
                    <a:pt x="139" y="195"/>
                  </a:cubicBezTo>
                  <a:cubicBezTo>
                    <a:pt x="137" y="191"/>
                    <a:pt x="137" y="191"/>
                    <a:pt x="137" y="191"/>
                  </a:cubicBezTo>
                  <a:moveTo>
                    <a:pt x="21" y="32"/>
                  </a:moveTo>
                  <a:cubicBezTo>
                    <a:pt x="22" y="34"/>
                    <a:pt x="22" y="34"/>
                    <a:pt x="22" y="34"/>
                  </a:cubicBezTo>
                  <a:cubicBezTo>
                    <a:pt x="22" y="34"/>
                    <a:pt x="22" y="34"/>
                    <a:pt x="22" y="34"/>
                  </a:cubicBezTo>
                  <a:cubicBezTo>
                    <a:pt x="21" y="32"/>
                    <a:pt x="21" y="32"/>
                    <a:pt x="21" y="32"/>
                  </a:cubicBezTo>
                  <a:moveTo>
                    <a:pt x="2" y="0"/>
                  </a:moveTo>
                  <a:cubicBezTo>
                    <a:pt x="1" y="1"/>
                    <a:pt x="1" y="2"/>
                    <a:pt x="0" y="3"/>
                  </a:cubicBezTo>
                  <a:cubicBezTo>
                    <a:pt x="3" y="7"/>
                    <a:pt x="3" y="7"/>
                    <a:pt x="3" y="7"/>
                  </a:cubicBezTo>
                  <a:cubicBezTo>
                    <a:pt x="3" y="6"/>
                    <a:pt x="4" y="5"/>
                    <a:pt x="4" y="4"/>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69" name="Freeform 760"/>
            <p:cNvSpPr>
              <a:spLocks noEditPoints="1"/>
            </p:cNvSpPr>
            <p:nvPr/>
          </p:nvSpPr>
          <p:spPr bwMode="auto">
            <a:xfrm>
              <a:off x="13077409" y="415829"/>
              <a:ext cx="1070541" cy="1502459"/>
            </a:xfrm>
            <a:custGeom>
              <a:avLst/>
              <a:gdLst>
                <a:gd name="T0" fmla="*/ 144 w 147"/>
                <a:gd name="T1" fmla="*/ 202 h 206"/>
                <a:gd name="T2" fmla="*/ 141 w 147"/>
                <a:gd name="T3" fmla="*/ 202 h 206"/>
                <a:gd name="T4" fmla="*/ 143 w 147"/>
                <a:gd name="T5" fmla="*/ 206 h 206"/>
                <a:gd name="T6" fmla="*/ 147 w 147"/>
                <a:gd name="T7" fmla="*/ 205 h 206"/>
                <a:gd name="T8" fmla="*/ 144 w 147"/>
                <a:gd name="T9" fmla="*/ 202 h 206"/>
                <a:gd name="T10" fmla="*/ 1 w 147"/>
                <a:gd name="T11" fmla="*/ 0 h 206"/>
                <a:gd name="T12" fmla="*/ 0 w 147"/>
                <a:gd name="T13" fmla="*/ 3 h 206"/>
                <a:gd name="T14" fmla="*/ 2 w 147"/>
                <a:gd name="T15" fmla="*/ 6 h 206"/>
                <a:gd name="T16" fmla="*/ 4 w 147"/>
                <a:gd name="T17" fmla="*/ 3 h 206"/>
                <a:gd name="T18" fmla="*/ 1 w 147"/>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7" h="206">
                  <a:moveTo>
                    <a:pt x="144" y="202"/>
                  </a:moveTo>
                  <a:cubicBezTo>
                    <a:pt x="141" y="202"/>
                    <a:pt x="141" y="202"/>
                    <a:pt x="141" y="202"/>
                  </a:cubicBezTo>
                  <a:cubicBezTo>
                    <a:pt x="143" y="206"/>
                    <a:pt x="143" y="206"/>
                    <a:pt x="143" y="206"/>
                  </a:cubicBezTo>
                  <a:cubicBezTo>
                    <a:pt x="147" y="205"/>
                    <a:pt x="147" y="205"/>
                    <a:pt x="147" y="205"/>
                  </a:cubicBezTo>
                  <a:cubicBezTo>
                    <a:pt x="144" y="202"/>
                    <a:pt x="144" y="202"/>
                    <a:pt x="144" y="202"/>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0" name="Freeform 761"/>
            <p:cNvSpPr>
              <a:spLocks noEditPoints="1"/>
            </p:cNvSpPr>
            <p:nvPr/>
          </p:nvSpPr>
          <p:spPr bwMode="auto">
            <a:xfrm>
              <a:off x="13163792" y="394234"/>
              <a:ext cx="1212457" cy="1684482"/>
            </a:xfrm>
            <a:custGeom>
              <a:avLst/>
              <a:gdLst>
                <a:gd name="T0" fmla="*/ 164 w 166"/>
                <a:gd name="T1" fmla="*/ 226 h 231"/>
                <a:gd name="T2" fmla="*/ 161 w 166"/>
                <a:gd name="T3" fmla="*/ 227 h 231"/>
                <a:gd name="T4" fmla="*/ 164 w 166"/>
                <a:gd name="T5" fmla="*/ 231 h 231"/>
                <a:gd name="T6" fmla="*/ 166 w 166"/>
                <a:gd name="T7" fmla="*/ 230 h 231"/>
                <a:gd name="T8" fmla="*/ 164 w 166"/>
                <a:gd name="T9" fmla="*/ 226 h 231"/>
                <a:gd name="T10" fmla="*/ 0 w 166"/>
                <a:gd name="T11" fmla="*/ 0 h 231"/>
                <a:gd name="T12" fmla="*/ 4 w 166"/>
                <a:gd name="T13" fmla="*/ 6 h 231"/>
                <a:gd name="T14" fmla="*/ 9 w 166"/>
                <a:gd name="T15" fmla="*/ 7 h 231"/>
                <a:gd name="T16" fmla="*/ 5 w 166"/>
                <a:gd name="T17" fmla="*/ 2 h 231"/>
                <a:gd name="T18" fmla="*/ 0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64" y="226"/>
                  </a:moveTo>
                  <a:cubicBezTo>
                    <a:pt x="163" y="227"/>
                    <a:pt x="162" y="227"/>
                    <a:pt x="161" y="227"/>
                  </a:cubicBezTo>
                  <a:cubicBezTo>
                    <a:pt x="164" y="231"/>
                    <a:pt x="164" y="231"/>
                    <a:pt x="164" y="231"/>
                  </a:cubicBezTo>
                  <a:cubicBezTo>
                    <a:pt x="165" y="230"/>
                    <a:pt x="165" y="230"/>
                    <a:pt x="166" y="230"/>
                  </a:cubicBezTo>
                  <a:cubicBezTo>
                    <a:pt x="164" y="226"/>
                    <a:pt x="164" y="226"/>
                    <a:pt x="164" y="226"/>
                  </a:cubicBezTo>
                  <a:moveTo>
                    <a:pt x="0" y="0"/>
                  </a:moveTo>
                  <a:cubicBezTo>
                    <a:pt x="4" y="6"/>
                    <a:pt x="4" y="6"/>
                    <a:pt x="4" y="6"/>
                  </a:cubicBezTo>
                  <a:cubicBezTo>
                    <a:pt x="9" y="7"/>
                    <a:pt x="9" y="7"/>
                    <a:pt x="9" y="7"/>
                  </a:cubicBezTo>
                  <a:cubicBezTo>
                    <a:pt x="5" y="2"/>
                    <a:pt x="5" y="2"/>
                    <a:pt x="5" y="2"/>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1" name="Freeform 762"/>
            <p:cNvSpPr>
              <a:spLocks noEditPoints="1"/>
            </p:cNvSpPr>
            <p:nvPr/>
          </p:nvSpPr>
          <p:spPr bwMode="auto">
            <a:xfrm>
              <a:off x="13324219" y="431255"/>
              <a:ext cx="1144584" cy="1613524"/>
            </a:xfrm>
            <a:custGeom>
              <a:avLst/>
              <a:gdLst>
                <a:gd name="T0" fmla="*/ 155 w 157"/>
                <a:gd name="T1" fmla="*/ 216 h 221"/>
                <a:gd name="T2" fmla="*/ 152 w 157"/>
                <a:gd name="T3" fmla="*/ 217 h 221"/>
                <a:gd name="T4" fmla="*/ 154 w 157"/>
                <a:gd name="T5" fmla="*/ 221 h 221"/>
                <a:gd name="T6" fmla="*/ 157 w 157"/>
                <a:gd name="T7" fmla="*/ 219 h 221"/>
                <a:gd name="T8" fmla="*/ 155 w 157"/>
                <a:gd name="T9" fmla="*/ 216 h 221"/>
                <a:gd name="T10" fmla="*/ 2 w 157"/>
                <a:gd name="T11" fmla="*/ 0 h 221"/>
                <a:gd name="T12" fmla="*/ 0 w 157"/>
                <a:gd name="T13" fmla="*/ 2 h 221"/>
                <a:gd name="T14" fmla="*/ 0 w 157"/>
                <a:gd name="T15" fmla="*/ 2 h 221"/>
                <a:gd name="T16" fmla="*/ 2 w 157"/>
                <a:gd name="T17" fmla="*/ 5 h 221"/>
                <a:gd name="T18" fmla="*/ 4 w 157"/>
                <a:gd name="T19" fmla="*/ 3 h 221"/>
                <a:gd name="T20" fmla="*/ 2 w 157"/>
                <a:gd name="T21"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221">
                  <a:moveTo>
                    <a:pt x="155" y="216"/>
                  </a:moveTo>
                  <a:cubicBezTo>
                    <a:pt x="154" y="216"/>
                    <a:pt x="153" y="217"/>
                    <a:pt x="152" y="217"/>
                  </a:cubicBezTo>
                  <a:cubicBezTo>
                    <a:pt x="154" y="221"/>
                    <a:pt x="154" y="221"/>
                    <a:pt x="154" y="221"/>
                  </a:cubicBezTo>
                  <a:cubicBezTo>
                    <a:pt x="155" y="220"/>
                    <a:pt x="156" y="220"/>
                    <a:pt x="157" y="219"/>
                  </a:cubicBezTo>
                  <a:cubicBezTo>
                    <a:pt x="155" y="216"/>
                    <a:pt x="155" y="216"/>
                    <a:pt x="155" y="216"/>
                  </a:cubicBezTo>
                  <a:moveTo>
                    <a:pt x="2" y="0"/>
                  </a:moveTo>
                  <a:cubicBezTo>
                    <a:pt x="0" y="2"/>
                    <a:pt x="0" y="2"/>
                    <a:pt x="0" y="2"/>
                  </a:cubicBez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2" name="Freeform 763"/>
            <p:cNvSpPr>
              <a:spLocks noEditPoints="1"/>
            </p:cNvSpPr>
            <p:nvPr/>
          </p:nvSpPr>
          <p:spPr bwMode="auto">
            <a:xfrm>
              <a:off x="13398263" y="366467"/>
              <a:ext cx="1160010" cy="1625864"/>
            </a:xfrm>
            <a:custGeom>
              <a:avLst/>
              <a:gdLst>
                <a:gd name="T0" fmla="*/ 156 w 159"/>
                <a:gd name="T1" fmla="*/ 217 h 223"/>
                <a:gd name="T2" fmla="*/ 156 w 159"/>
                <a:gd name="T3" fmla="*/ 219 h 223"/>
                <a:gd name="T4" fmla="*/ 154 w 159"/>
                <a:gd name="T5" fmla="*/ 220 h 223"/>
                <a:gd name="T6" fmla="*/ 157 w 159"/>
                <a:gd name="T7" fmla="*/ 223 h 223"/>
                <a:gd name="T8" fmla="*/ 159 w 159"/>
                <a:gd name="T9" fmla="*/ 222 h 223"/>
                <a:gd name="T10" fmla="*/ 156 w 159"/>
                <a:gd name="T11" fmla="*/ 217 h 223"/>
                <a:gd name="T12" fmla="*/ 2 w 159"/>
                <a:gd name="T13" fmla="*/ 0 h 223"/>
                <a:gd name="T14" fmla="*/ 0 w 159"/>
                <a:gd name="T15" fmla="*/ 2 h 223"/>
                <a:gd name="T16" fmla="*/ 2 w 159"/>
                <a:gd name="T17" fmla="*/ 5 h 223"/>
                <a:gd name="T18" fmla="*/ 4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6" y="217"/>
                  </a:moveTo>
                  <a:cubicBezTo>
                    <a:pt x="156" y="219"/>
                    <a:pt x="156" y="219"/>
                    <a:pt x="156" y="219"/>
                  </a:cubicBezTo>
                  <a:cubicBezTo>
                    <a:pt x="156" y="219"/>
                    <a:pt x="155" y="220"/>
                    <a:pt x="154" y="220"/>
                  </a:cubicBezTo>
                  <a:cubicBezTo>
                    <a:pt x="157" y="223"/>
                    <a:pt x="157" y="223"/>
                    <a:pt x="157" y="223"/>
                  </a:cubicBezTo>
                  <a:cubicBezTo>
                    <a:pt x="158" y="223"/>
                    <a:pt x="158" y="222"/>
                    <a:pt x="159" y="222"/>
                  </a:cubicBezTo>
                  <a:cubicBezTo>
                    <a:pt x="156" y="217"/>
                    <a:pt x="156" y="217"/>
                    <a:pt x="156" y="217"/>
                  </a:cubicBezTo>
                  <a:moveTo>
                    <a:pt x="2" y="0"/>
                  </a:moveTo>
                  <a:cubicBezTo>
                    <a:pt x="0" y="2"/>
                    <a:pt x="0" y="2"/>
                    <a:pt x="0" y="2"/>
                  </a:cubicBezTo>
                  <a:cubicBezTo>
                    <a:pt x="2" y="5"/>
                    <a:pt x="2" y="5"/>
                    <a:pt x="2" y="5"/>
                  </a:cubicBezTo>
                  <a:cubicBezTo>
                    <a:pt x="4" y="3"/>
                    <a:pt x="4" y="3"/>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3" name="Freeform 764"/>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close/>
                  <a:moveTo>
                    <a:pt x="0" y="0"/>
                  </a:moveTo>
                  <a:lnTo>
                    <a:pt x="2" y="16"/>
                  </a:lnTo>
                  <a:lnTo>
                    <a:pt x="2" y="16"/>
                  </a:lnTo>
                  <a:lnTo>
                    <a:pt x="7" y="24"/>
                  </a:lnTo>
                  <a:lnTo>
                    <a:pt x="12" y="19"/>
                  </a:lnTo>
                  <a:lnTo>
                    <a:pt x="0"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4" name="Freeform 765"/>
            <p:cNvSpPr>
              <a:spLocks noEditPoints="1"/>
            </p:cNvSpPr>
            <p:nvPr/>
          </p:nvSpPr>
          <p:spPr bwMode="auto">
            <a:xfrm>
              <a:off x="13463050" y="264658"/>
              <a:ext cx="1073626" cy="1551821"/>
            </a:xfrm>
            <a:custGeom>
              <a:avLst/>
              <a:gdLst>
                <a:gd name="T0" fmla="*/ 338 w 348"/>
                <a:gd name="T1" fmla="*/ 477 h 503"/>
                <a:gd name="T2" fmla="*/ 333 w 348"/>
                <a:gd name="T3" fmla="*/ 482 h 503"/>
                <a:gd name="T4" fmla="*/ 333 w 348"/>
                <a:gd name="T5" fmla="*/ 482 h 503"/>
                <a:gd name="T6" fmla="*/ 348 w 348"/>
                <a:gd name="T7" fmla="*/ 503 h 503"/>
                <a:gd name="T8" fmla="*/ 343 w 348"/>
                <a:gd name="T9" fmla="*/ 484 h 503"/>
                <a:gd name="T10" fmla="*/ 338 w 348"/>
                <a:gd name="T11" fmla="*/ 477 h 503"/>
                <a:gd name="T12" fmla="*/ 0 w 348"/>
                <a:gd name="T13" fmla="*/ 0 h 503"/>
                <a:gd name="T14" fmla="*/ 2 w 348"/>
                <a:gd name="T15" fmla="*/ 16 h 503"/>
                <a:gd name="T16" fmla="*/ 2 w 348"/>
                <a:gd name="T17" fmla="*/ 16 h 503"/>
                <a:gd name="T18" fmla="*/ 7 w 348"/>
                <a:gd name="T19" fmla="*/ 24 h 503"/>
                <a:gd name="T20" fmla="*/ 12 w 348"/>
                <a:gd name="T21" fmla="*/ 19 h 503"/>
                <a:gd name="T22" fmla="*/ 0 w 348"/>
                <a:gd name="T23" fmla="*/ 0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8" h="503">
                  <a:moveTo>
                    <a:pt x="338" y="477"/>
                  </a:moveTo>
                  <a:lnTo>
                    <a:pt x="333" y="482"/>
                  </a:lnTo>
                  <a:lnTo>
                    <a:pt x="333" y="482"/>
                  </a:lnTo>
                  <a:lnTo>
                    <a:pt x="348" y="503"/>
                  </a:lnTo>
                  <a:lnTo>
                    <a:pt x="343" y="484"/>
                  </a:lnTo>
                  <a:lnTo>
                    <a:pt x="338" y="477"/>
                  </a:lnTo>
                  <a:moveTo>
                    <a:pt x="0" y="0"/>
                  </a:moveTo>
                  <a:lnTo>
                    <a:pt x="2" y="16"/>
                  </a:lnTo>
                  <a:lnTo>
                    <a:pt x="2" y="16"/>
                  </a:lnTo>
                  <a:lnTo>
                    <a:pt x="7" y="24"/>
                  </a:lnTo>
                  <a:lnTo>
                    <a:pt x="12" y="19"/>
                  </a:lnTo>
                  <a:lnTo>
                    <a:pt x="0"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5" name="Freeform 766"/>
            <p:cNvSpPr>
              <a:spLocks noEditPoints="1"/>
            </p:cNvSpPr>
            <p:nvPr/>
          </p:nvSpPr>
          <p:spPr bwMode="auto">
            <a:xfrm>
              <a:off x="13435284" y="82635"/>
              <a:ext cx="1160010" cy="1625864"/>
            </a:xfrm>
            <a:custGeom>
              <a:avLst/>
              <a:gdLst>
                <a:gd name="T0" fmla="*/ 157 w 159"/>
                <a:gd name="T1" fmla="*/ 218 h 223"/>
                <a:gd name="T2" fmla="*/ 155 w 159"/>
                <a:gd name="T3" fmla="*/ 220 h 223"/>
                <a:gd name="T4" fmla="*/ 157 w 159"/>
                <a:gd name="T5" fmla="*/ 223 h 223"/>
                <a:gd name="T6" fmla="*/ 159 w 159"/>
                <a:gd name="T7" fmla="*/ 221 h 223"/>
                <a:gd name="T8" fmla="*/ 157 w 159"/>
                <a:gd name="T9" fmla="*/ 218 h 223"/>
                <a:gd name="T10" fmla="*/ 2 w 159"/>
                <a:gd name="T11" fmla="*/ 0 h 223"/>
                <a:gd name="T12" fmla="*/ 0 w 159"/>
                <a:gd name="T13" fmla="*/ 1 h 223"/>
                <a:gd name="T14" fmla="*/ 4 w 159"/>
                <a:gd name="T15" fmla="*/ 6 h 223"/>
                <a:gd name="T16" fmla="*/ 3 w 159"/>
                <a:gd name="T17" fmla="*/ 4 h 223"/>
                <a:gd name="T18" fmla="*/ 5 w 159"/>
                <a:gd name="T19" fmla="*/ 3 h 223"/>
                <a:gd name="T20" fmla="*/ 2 w 159"/>
                <a:gd name="T21"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9" h="223">
                  <a:moveTo>
                    <a:pt x="157" y="218"/>
                  </a:moveTo>
                  <a:cubicBezTo>
                    <a:pt x="155" y="220"/>
                    <a:pt x="155" y="220"/>
                    <a:pt x="155" y="220"/>
                  </a:cubicBezTo>
                  <a:cubicBezTo>
                    <a:pt x="157" y="223"/>
                    <a:pt x="157" y="223"/>
                    <a:pt x="157" y="223"/>
                  </a:cubicBezTo>
                  <a:cubicBezTo>
                    <a:pt x="159" y="221"/>
                    <a:pt x="159" y="221"/>
                    <a:pt x="159" y="221"/>
                  </a:cubicBezTo>
                  <a:cubicBezTo>
                    <a:pt x="157" y="218"/>
                    <a:pt x="157" y="218"/>
                    <a:pt x="157" y="218"/>
                  </a:cubicBezTo>
                  <a:moveTo>
                    <a:pt x="2" y="0"/>
                  </a:moveTo>
                  <a:cubicBezTo>
                    <a:pt x="2" y="0"/>
                    <a:pt x="1" y="1"/>
                    <a:pt x="0" y="1"/>
                  </a:cubicBezTo>
                  <a:cubicBezTo>
                    <a:pt x="4" y="6"/>
                    <a:pt x="4" y="6"/>
                    <a:pt x="4" y="6"/>
                  </a:cubicBezTo>
                  <a:cubicBezTo>
                    <a:pt x="3" y="4"/>
                    <a:pt x="3" y="4"/>
                    <a:pt x="3" y="4"/>
                  </a:cubicBezTo>
                  <a:cubicBezTo>
                    <a:pt x="4" y="3"/>
                    <a:pt x="4" y="3"/>
                    <a:pt x="5"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6" name="Freeform 767"/>
            <p:cNvSpPr>
              <a:spLocks noEditPoints="1"/>
            </p:cNvSpPr>
            <p:nvPr/>
          </p:nvSpPr>
          <p:spPr bwMode="auto">
            <a:xfrm>
              <a:off x="13521668" y="30188"/>
              <a:ext cx="1144584" cy="1613524"/>
            </a:xfrm>
            <a:custGeom>
              <a:avLst/>
              <a:gdLst>
                <a:gd name="T0" fmla="*/ 155 w 157"/>
                <a:gd name="T1" fmla="*/ 216 h 221"/>
                <a:gd name="T2" fmla="*/ 153 w 157"/>
                <a:gd name="T3" fmla="*/ 218 h 221"/>
                <a:gd name="T4" fmla="*/ 155 w 157"/>
                <a:gd name="T5" fmla="*/ 221 h 221"/>
                <a:gd name="T6" fmla="*/ 157 w 157"/>
                <a:gd name="T7" fmla="*/ 219 h 221"/>
                <a:gd name="T8" fmla="*/ 155 w 157"/>
                <a:gd name="T9" fmla="*/ 216 h 221"/>
                <a:gd name="T10" fmla="*/ 3 w 157"/>
                <a:gd name="T11" fmla="*/ 0 h 221"/>
                <a:gd name="T12" fmla="*/ 0 w 157"/>
                <a:gd name="T13" fmla="*/ 2 h 221"/>
                <a:gd name="T14" fmla="*/ 2 w 157"/>
                <a:gd name="T15" fmla="*/ 5 h 221"/>
                <a:gd name="T16" fmla="*/ 5 w 157"/>
                <a:gd name="T17" fmla="*/ 4 h 221"/>
                <a:gd name="T18" fmla="*/ 3 w 157"/>
                <a:gd name="T1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 h="221">
                  <a:moveTo>
                    <a:pt x="155" y="216"/>
                  </a:moveTo>
                  <a:cubicBezTo>
                    <a:pt x="153" y="218"/>
                    <a:pt x="153" y="218"/>
                    <a:pt x="153" y="218"/>
                  </a:cubicBezTo>
                  <a:cubicBezTo>
                    <a:pt x="155" y="221"/>
                    <a:pt x="155" y="221"/>
                    <a:pt x="155" y="221"/>
                  </a:cubicBezTo>
                  <a:cubicBezTo>
                    <a:pt x="157" y="219"/>
                    <a:pt x="157" y="219"/>
                    <a:pt x="157" y="219"/>
                  </a:cubicBezTo>
                  <a:cubicBezTo>
                    <a:pt x="155" y="216"/>
                    <a:pt x="155" y="216"/>
                    <a:pt x="155" y="216"/>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7" name="Freeform 768"/>
            <p:cNvSpPr>
              <a:spLocks noEditPoints="1"/>
            </p:cNvSpPr>
            <p:nvPr/>
          </p:nvSpPr>
          <p:spPr bwMode="auto">
            <a:xfrm>
              <a:off x="13617307" y="-6834"/>
              <a:ext cx="1209372" cy="1684482"/>
            </a:xfrm>
            <a:custGeom>
              <a:avLst/>
              <a:gdLst>
                <a:gd name="T0" fmla="*/ 157 w 166"/>
                <a:gd name="T1" fmla="*/ 224 h 231"/>
                <a:gd name="T2" fmla="*/ 161 w 166"/>
                <a:gd name="T3" fmla="*/ 229 h 231"/>
                <a:gd name="T4" fmla="*/ 166 w 166"/>
                <a:gd name="T5" fmla="*/ 231 h 231"/>
                <a:gd name="T6" fmla="*/ 162 w 166"/>
                <a:gd name="T7" fmla="*/ 225 h 231"/>
                <a:gd name="T8" fmla="*/ 157 w 166"/>
                <a:gd name="T9" fmla="*/ 224 h 231"/>
                <a:gd name="T10" fmla="*/ 3 w 166"/>
                <a:gd name="T11" fmla="*/ 0 h 231"/>
                <a:gd name="T12" fmla="*/ 0 w 166"/>
                <a:gd name="T13" fmla="*/ 1 h 231"/>
                <a:gd name="T14" fmla="*/ 2 w 166"/>
                <a:gd name="T15" fmla="*/ 5 h 231"/>
                <a:gd name="T16" fmla="*/ 5 w 166"/>
                <a:gd name="T17" fmla="*/ 4 h 231"/>
                <a:gd name="T18" fmla="*/ 3 w 166"/>
                <a:gd name="T19"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6" h="231">
                  <a:moveTo>
                    <a:pt x="157" y="224"/>
                  </a:moveTo>
                  <a:cubicBezTo>
                    <a:pt x="161" y="229"/>
                    <a:pt x="161" y="229"/>
                    <a:pt x="161" y="229"/>
                  </a:cubicBezTo>
                  <a:cubicBezTo>
                    <a:pt x="166" y="231"/>
                    <a:pt x="166" y="231"/>
                    <a:pt x="166" y="231"/>
                  </a:cubicBezTo>
                  <a:cubicBezTo>
                    <a:pt x="162" y="225"/>
                    <a:pt x="162" y="225"/>
                    <a:pt x="162" y="225"/>
                  </a:cubicBezTo>
                  <a:cubicBezTo>
                    <a:pt x="157" y="224"/>
                    <a:pt x="157" y="224"/>
                    <a:pt x="157" y="224"/>
                  </a:cubicBezTo>
                  <a:moveTo>
                    <a:pt x="3" y="0"/>
                  </a:moveTo>
                  <a:cubicBezTo>
                    <a:pt x="2" y="1"/>
                    <a:pt x="1" y="1"/>
                    <a:pt x="0" y="1"/>
                  </a:cubicBezTo>
                  <a:cubicBezTo>
                    <a:pt x="2" y="5"/>
                    <a:pt x="2" y="5"/>
                    <a:pt x="2" y="5"/>
                  </a:cubicBezTo>
                  <a:cubicBezTo>
                    <a:pt x="3" y="4"/>
                    <a:pt x="4"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8" name="Freeform 769"/>
            <p:cNvSpPr>
              <a:spLocks noEditPoints="1"/>
            </p:cNvSpPr>
            <p:nvPr/>
          </p:nvSpPr>
          <p:spPr bwMode="auto">
            <a:xfrm>
              <a:off x="13842522" y="153593"/>
              <a:ext cx="1079796" cy="1502459"/>
            </a:xfrm>
            <a:custGeom>
              <a:avLst/>
              <a:gdLst>
                <a:gd name="T0" fmla="*/ 145 w 148"/>
                <a:gd name="T1" fmla="*/ 200 h 206"/>
                <a:gd name="T2" fmla="*/ 144 w 148"/>
                <a:gd name="T3" fmla="*/ 203 h 206"/>
                <a:gd name="T4" fmla="*/ 146 w 148"/>
                <a:gd name="T5" fmla="*/ 206 h 206"/>
                <a:gd name="T6" fmla="*/ 148 w 148"/>
                <a:gd name="T7" fmla="*/ 204 h 206"/>
                <a:gd name="T8" fmla="*/ 145 w 148"/>
                <a:gd name="T9" fmla="*/ 200 h 206"/>
                <a:gd name="T10" fmla="*/ 4 w 148"/>
                <a:gd name="T11" fmla="*/ 0 h 206"/>
                <a:gd name="T12" fmla="*/ 0 w 148"/>
                <a:gd name="T13" fmla="*/ 0 h 206"/>
                <a:gd name="T14" fmla="*/ 3 w 148"/>
                <a:gd name="T15" fmla="*/ 4 h 206"/>
                <a:gd name="T16" fmla="*/ 6 w 148"/>
                <a:gd name="T17" fmla="*/ 4 h 206"/>
                <a:gd name="T18" fmla="*/ 4 w 148"/>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8" h="206">
                  <a:moveTo>
                    <a:pt x="145" y="200"/>
                  </a:moveTo>
                  <a:cubicBezTo>
                    <a:pt x="145" y="201"/>
                    <a:pt x="144" y="202"/>
                    <a:pt x="144" y="203"/>
                  </a:cubicBezTo>
                  <a:cubicBezTo>
                    <a:pt x="146" y="206"/>
                    <a:pt x="146" y="206"/>
                    <a:pt x="146" y="206"/>
                  </a:cubicBezTo>
                  <a:cubicBezTo>
                    <a:pt x="147" y="205"/>
                    <a:pt x="147" y="205"/>
                    <a:pt x="148" y="204"/>
                  </a:cubicBezTo>
                  <a:cubicBezTo>
                    <a:pt x="145" y="200"/>
                    <a:pt x="145" y="200"/>
                    <a:pt x="145" y="200"/>
                  </a:cubicBezTo>
                  <a:moveTo>
                    <a:pt x="4" y="0"/>
                  </a:moveTo>
                  <a:cubicBezTo>
                    <a:pt x="0" y="0"/>
                    <a:pt x="0" y="0"/>
                    <a:pt x="0" y="0"/>
                  </a:cubicBezTo>
                  <a:cubicBezTo>
                    <a:pt x="3" y="4"/>
                    <a:pt x="3" y="4"/>
                    <a:pt x="3" y="4"/>
                  </a:cubicBezTo>
                  <a:cubicBezTo>
                    <a:pt x="6" y="4"/>
                    <a:pt x="6" y="4"/>
                    <a:pt x="6" y="4"/>
                  </a:cubicBezTo>
                  <a:cubicBezTo>
                    <a:pt x="4" y="0"/>
                    <a:pt x="4" y="0"/>
                    <a:pt x="4"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79" name="Freeform 770"/>
            <p:cNvSpPr>
              <a:spLocks noEditPoints="1"/>
            </p:cNvSpPr>
            <p:nvPr/>
          </p:nvSpPr>
          <p:spPr bwMode="auto">
            <a:xfrm>
              <a:off x="13959757" y="141253"/>
              <a:ext cx="1011924" cy="1428416"/>
            </a:xfrm>
            <a:custGeom>
              <a:avLst/>
              <a:gdLst>
                <a:gd name="T0" fmla="*/ 137 w 139"/>
                <a:gd name="T1" fmla="*/ 189 h 196"/>
                <a:gd name="T2" fmla="*/ 135 w 139"/>
                <a:gd name="T3" fmla="*/ 192 h 196"/>
                <a:gd name="T4" fmla="*/ 138 w 139"/>
                <a:gd name="T5" fmla="*/ 196 h 196"/>
                <a:gd name="T6" fmla="*/ 139 w 139"/>
                <a:gd name="T7" fmla="*/ 193 h 196"/>
                <a:gd name="T8" fmla="*/ 137 w 139"/>
                <a:gd name="T9" fmla="*/ 189 h 196"/>
                <a:gd name="T10" fmla="*/ 118 w 139"/>
                <a:gd name="T11" fmla="*/ 162 h 196"/>
                <a:gd name="T12" fmla="*/ 118 w 139"/>
                <a:gd name="T13" fmla="*/ 162 h 196"/>
                <a:gd name="T14" fmla="*/ 118 w 139"/>
                <a:gd name="T15" fmla="*/ 163 h 196"/>
                <a:gd name="T16" fmla="*/ 118 w 139"/>
                <a:gd name="T17" fmla="*/ 162 h 196"/>
                <a:gd name="T18" fmla="*/ 3 w 139"/>
                <a:gd name="T19" fmla="*/ 0 h 196"/>
                <a:gd name="T20" fmla="*/ 0 w 139"/>
                <a:gd name="T21" fmla="*/ 1 h 196"/>
                <a:gd name="T22" fmla="*/ 2 w 139"/>
                <a:gd name="T23" fmla="*/ 4 h 196"/>
                <a:gd name="T24" fmla="*/ 6 w 139"/>
                <a:gd name="T25" fmla="*/ 4 h 196"/>
                <a:gd name="T26" fmla="*/ 3 w 139"/>
                <a:gd name="T27"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96">
                  <a:moveTo>
                    <a:pt x="137" y="189"/>
                  </a:moveTo>
                  <a:cubicBezTo>
                    <a:pt x="136" y="190"/>
                    <a:pt x="136" y="191"/>
                    <a:pt x="135" y="192"/>
                  </a:cubicBezTo>
                  <a:cubicBezTo>
                    <a:pt x="138" y="196"/>
                    <a:pt x="138" y="196"/>
                    <a:pt x="138" y="196"/>
                  </a:cubicBezTo>
                  <a:cubicBezTo>
                    <a:pt x="138" y="195"/>
                    <a:pt x="139" y="194"/>
                    <a:pt x="139" y="193"/>
                  </a:cubicBezTo>
                  <a:cubicBezTo>
                    <a:pt x="137" y="189"/>
                    <a:pt x="137" y="189"/>
                    <a:pt x="137" y="189"/>
                  </a:cubicBezTo>
                  <a:moveTo>
                    <a:pt x="118" y="162"/>
                  </a:moveTo>
                  <a:cubicBezTo>
                    <a:pt x="118" y="162"/>
                    <a:pt x="118" y="162"/>
                    <a:pt x="118" y="162"/>
                  </a:cubicBezTo>
                  <a:cubicBezTo>
                    <a:pt x="118" y="163"/>
                    <a:pt x="118" y="163"/>
                    <a:pt x="118" y="163"/>
                  </a:cubicBezTo>
                  <a:cubicBezTo>
                    <a:pt x="118" y="162"/>
                    <a:pt x="118" y="162"/>
                    <a:pt x="118" y="162"/>
                  </a:cubicBezTo>
                  <a:moveTo>
                    <a:pt x="3" y="0"/>
                  </a:moveTo>
                  <a:cubicBezTo>
                    <a:pt x="0" y="1"/>
                    <a:pt x="0" y="1"/>
                    <a:pt x="0" y="1"/>
                  </a:cubicBezTo>
                  <a:cubicBezTo>
                    <a:pt x="2" y="4"/>
                    <a:pt x="2" y="4"/>
                    <a:pt x="2" y="4"/>
                  </a:cubicBezTo>
                  <a:cubicBezTo>
                    <a:pt x="6" y="4"/>
                    <a:pt x="6" y="4"/>
                    <a:pt x="6"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0" name="Freeform 771"/>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close/>
                  <a:moveTo>
                    <a:pt x="265" y="369"/>
                  </a:moveTo>
                  <a:lnTo>
                    <a:pt x="265" y="378"/>
                  </a:lnTo>
                  <a:lnTo>
                    <a:pt x="272" y="390"/>
                  </a:lnTo>
                  <a:lnTo>
                    <a:pt x="274" y="381"/>
                  </a:lnTo>
                  <a:lnTo>
                    <a:pt x="265" y="369"/>
                  </a:lnTo>
                  <a:close/>
                  <a:moveTo>
                    <a:pt x="5" y="0"/>
                  </a:moveTo>
                  <a:lnTo>
                    <a:pt x="0" y="7"/>
                  </a:lnTo>
                  <a:lnTo>
                    <a:pt x="7" y="17"/>
                  </a:lnTo>
                  <a:lnTo>
                    <a:pt x="10" y="10"/>
                  </a:lnTo>
                  <a:lnTo>
                    <a:pt x="5"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1" name="Freeform 772"/>
            <p:cNvSpPr>
              <a:spLocks noEditPoints="1"/>
            </p:cNvSpPr>
            <p:nvPr/>
          </p:nvSpPr>
          <p:spPr bwMode="auto">
            <a:xfrm>
              <a:off x="14024544" y="51784"/>
              <a:ext cx="999583" cy="1416075"/>
            </a:xfrm>
            <a:custGeom>
              <a:avLst/>
              <a:gdLst>
                <a:gd name="T0" fmla="*/ 322 w 324"/>
                <a:gd name="T1" fmla="*/ 449 h 459"/>
                <a:gd name="T2" fmla="*/ 317 w 324"/>
                <a:gd name="T3" fmla="*/ 452 h 459"/>
                <a:gd name="T4" fmla="*/ 319 w 324"/>
                <a:gd name="T5" fmla="*/ 459 h 459"/>
                <a:gd name="T6" fmla="*/ 324 w 324"/>
                <a:gd name="T7" fmla="*/ 452 h 459"/>
                <a:gd name="T8" fmla="*/ 322 w 324"/>
                <a:gd name="T9" fmla="*/ 449 h 459"/>
                <a:gd name="T10" fmla="*/ 265 w 324"/>
                <a:gd name="T11" fmla="*/ 369 h 459"/>
                <a:gd name="T12" fmla="*/ 265 w 324"/>
                <a:gd name="T13" fmla="*/ 378 h 459"/>
                <a:gd name="T14" fmla="*/ 272 w 324"/>
                <a:gd name="T15" fmla="*/ 390 h 459"/>
                <a:gd name="T16" fmla="*/ 274 w 324"/>
                <a:gd name="T17" fmla="*/ 381 h 459"/>
                <a:gd name="T18" fmla="*/ 265 w 324"/>
                <a:gd name="T19" fmla="*/ 369 h 459"/>
                <a:gd name="T20" fmla="*/ 5 w 324"/>
                <a:gd name="T21" fmla="*/ 0 h 459"/>
                <a:gd name="T22" fmla="*/ 0 w 324"/>
                <a:gd name="T23" fmla="*/ 7 h 459"/>
                <a:gd name="T24" fmla="*/ 7 w 324"/>
                <a:gd name="T25" fmla="*/ 17 h 459"/>
                <a:gd name="T26" fmla="*/ 10 w 324"/>
                <a:gd name="T27" fmla="*/ 10 h 459"/>
                <a:gd name="T28" fmla="*/ 5 w 324"/>
                <a:gd name="T2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4" h="459">
                  <a:moveTo>
                    <a:pt x="322" y="449"/>
                  </a:moveTo>
                  <a:lnTo>
                    <a:pt x="317" y="452"/>
                  </a:lnTo>
                  <a:lnTo>
                    <a:pt x="319" y="459"/>
                  </a:lnTo>
                  <a:lnTo>
                    <a:pt x="324" y="452"/>
                  </a:lnTo>
                  <a:lnTo>
                    <a:pt x="322" y="449"/>
                  </a:lnTo>
                  <a:moveTo>
                    <a:pt x="265" y="369"/>
                  </a:moveTo>
                  <a:lnTo>
                    <a:pt x="265" y="378"/>
                  </a:lnTo>
                  <a:lnTo>
                    <a:pt x="272" y="390"/>
                  </a:lnTo>
                  <a:lnTo>
                    <a:pt x="274" y="381"/>
                  </a:lnTo>
                  <a:lnTo>
                    <a:pt x="265" y="369"/>
                  </a:lnTo>
                  <a:moveTo>
                    <a:pt x="5" y="0"/>
                  </a:moveTo>
                  <a:lnTo>
                    <a:pt x="0" y="7"/>
                  </a:lnTo>
                  <a:lnTo>
                    <a:pt x="7" y="17"/>
                  </a:lnTo>
                  <a:lnTo>
                    <a:pt x="10" y="10"/>
                  </a:lnTo>
                  <a:lnTo>
                    <a:pt x="5"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2" name="Freeform 773"/>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close/>
                  <a:moveTo>
                    <a:pt x="0" y="0"/>
                  </a:moveTo>
                  <a:lnTo>
                    <a:pt x="5" y="7"/>
                  </a:lnTo>
                  <a:lnTo>
                    <a:pt x="5" y="11"/>
                  </a:lnTo>
                  <a:lnTo>
                    <a:pt x="9" y="18"/>
                  </a:lnTo>
                  <a:lnTo>
                    <a:pt x="14" y="11"/>
                  </a:lnTo>
                  <a:lnTo>
                    <a:pt x="5" y="0"/>
                  </a:lnTo>
                  <a:lnTo>
                    <a:pt x="0" y="0"/>
                  </a:lnTo>
                  <a:close/>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3" name="Freeform 774"/>
            <p:cNvSpPr>
              <a:spLocks noEditPoints="1"/>
            </p:cNvSpPr>
            <p:nvPr/>
          </p:nvSpPr>
          <p:spPr bwMode="auto">
            <a:xfrm>
              <a:off x="14061566" y="-62366"/>
              <a:ext cx="845326" cy="1187776"/>
            </a:xfrm>
            <a:custGeom>
              <a:avLst/>
              <a:gdLst>
                <a:gd name="T0" fmla="*/ 269 w 274"/>
                <a:gd name="T1" fmla="*/ 373 h 385"/>
                <a:gd name="T2" fmla="*/ 262 w 274"/>
                <a:gd name="T3" fmla="*/ 375 h 385"/>
                <a:gd name="T4" fmla="*/ 269 w 274"/>
                <a:gd name="T5" fmla="*/ 385 h 385"/>
                <a:gd name="T6" fmla="*/ 269 w 274"/>
                <a:gd name="T7" fmla="*/ 382 h 385"/>
                <a:gd name="T8" fmla="*/ 274 w 274"/>
                <a:gd name="T9" fmla="*/ 380 h 385"/>
                <a:gd name="T10" fmla="*/ 269 w 274"/>
                <a:gd name="T11" fmla="*/ 373 h 385"/>
                <a:gd name="T12" fmla="*/ 0 w 274"/>
                <a:gd name="T13" fmla="*/ 0 h 385"/>
                <a:gd name="T14" fmla="*/ 5 w 274"/>
                <a:gd name="T15" fmla="*/ 7 h 385"/>
                <a:gd name="T16" fmla="*/ 5 w 274"/>
                <a:gd name="T17" fmla="*/ 11 h 385"/>
                <a:gd name="T18" fmla="*/ 9 w 274"/>
                <a:gd name="T19" fmla="*/ 18 h 385"/>
                <a:gd name="T20" fmla="*/ 14 w 274"/>
                <a:gd name="T21" fmla="*/ 11 h 385"/>
                <a:gd name="T22" fmla="*/ 5 w 274"/>
                <a:gd name="T23" fmla="*/ 0 h 385"/>
                <a:gd name="T24" fmla="*/ 0 w 274"/>
                <a:gd name="T25"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385">
                  <a:moveTo>
                    <a:pt x="269" y="373"/>
                  </a:moveTo>
                  <a:lnTo>
                    <a:pt x="262" y="375"/>
                  </a:lnTo>
                  <a:lnTo>
                    <a:pt x="269" y="385"/>
                  </a:lnTo>
                  <a:lnTo>
                    <a:pt x="269" y="382"/>
                  </a:lnTo>
                  <a:lnTo>
                    <a:pt x="274" y="380"/>
                  </a:lnTo>
                  <a:lnTo>
                    <a:pt x="269" y="373"/>
                  </a:lnTo>
                  <a:moveTo>
                    <a:pt x="0" y="0"/>
                  </a:moveTo>
                  <a:lnTo>
                    <a:pt x="5" y="7"/>
                  </a:lnTo>
                  <a:lnTo>
                    <a:pt x="5" y="11"/>
                  </a:lnTo>
                  <a:lnTo>
                    <a:pt x="9" y="18"/>
                  </a:lnTo>
                  <a:lnTo>
                    <a:pt x="14" y="11"/>
                  </a:lnTo>
                  <a:lnTo>
                    <a:pt x="5" y="0"/>
                  </a:lnTo>
                  <a:lnTo>
                    <a:pt x="0" y="0"/>
                  </a:ln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4" name="Freeform 775"/>
            <p:cNvSpPr>
              <a:spLocks noEditPoints="1"/>
            </p:cNvSpPr>
            <p:nvPr/>
          </p:nvSpPr>
          <p:spPr bwMode="auto">
            <a:xfrm>
              <a:off x="14178801" y="-50025"/>
              <a:ext cx="829901" cy="1138414"/>
            </a:xfrm>
            <a:custGeom>
              <a:avLst/>
              <a:gdLst>
                <a:gd name="T0" fmla="*/ 111 w 114"/>
                <a:gd name="T1" fmla="*/ 151 h 156"/>
                <a:gd name="T2" fmla="*/ 108 w 114"/>
                <a:gd name="T3" fmla="*/ 152 h 156"/>
                <a:gd name="T4" fmla="*/ 111 w 114"/>
                <a:gd name="T5" fmla="*/ 156 h 156"/>
                <a:gd name="T6" fmla="*/ 114 w 114"/>
                <a:gd name="T7" fmla="*/ 155 h 156"/>
                <a:gd name="T8" fmla="*/ 111 w 114"/>
                <a:gd name="T9" fmla="*/ 151 h 156"/>
                <a:gd name="T10" fmla="*/ 27 w 114"/>
                <a:gd name="T11" fmla="*/ 38 h 156"/>
                <a:gd name="T12" fmla="*/ 33 w 114"/>
                <a:gd name="T13" fmla="*/ 46 h 156"/>
                <a:gd name="T14" fmla="*/ 39 w 114"/>
                <a:gd name="T15" fmla="*/ 49 h 156"/>
                <a:gd name="T16" fmla="*/ 33 w 114"/>
                <a:gd name="T17" fmla="*/ 41 h 156"/>
                <a:gd name="T18" fmla="*/ 27 w 114"/>
                <a:gd name="T19" fmla="*/ 38 h 156"/>
                <a:gd name="T20" fmla="*/ 20 w 114"/>
                <a:gd name="T21" fmla="*/ 22 h 156"/>
                <a:gd name="T22" fmla="*/ 20 w 114"/>
                <a:gd name="T23" fmla="*/ 27 h 156"/>
                <a:gd name="T24" fmla="*/ 24 w 114"/>
                <a:gd name="T25" fmla="*/ 33 h 156"/>
                <a:gd name="T26" fmla="*/ 24 w 114"/>
                <a:gd name="T27" fmla="*/ 28 h 156"/>
                <a:gd name="T28" fmla="*/ 20 w 114"/>
                <a:gd name="T29" fmla="*/ 22 h 156"/>
                <a:gd name="T30" fmla="*/ 0 w 114"/>
                <a:gd name="T31" fmla="*/ 0 h 156"/>
                <a:gd name="T32" fmla="*/ 4 w 114"/>
                <a:gd name="T33" fmla="*/ 4 h 156"/>
                <a:gd name="T34" fmla="*/ 6 w 114"/>
                <a:gd name="T35" fmla="*/ 5 h 156"/>
                <a:gd name="T36" fmla="*/ 8 w 114"/>
                <a:gd name="T37" fmla="*/ 5 h 156"/>
                <a:gd name="T38" fmla="*/ 4 w 114"/>
                <a:gd name="T39" fmla="*/ 1 h 156"/>
                <a:gd name="T40" fmla="*/ 0 w 114"/>
                <a:gd name="T4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56">
                  <a:moveTo>
                    <a:pt x="111" y="151"/>
                  </a:moveTo>
                  <a:cubicBezTo>
                    <a:pt x="108" y="152"/>
                    <a:pt x="108" y="152"/>
                    <a:pt x="108" y="152"/>
                  </a:cubicBezTo>
                  <a:cubicBezTo>
                    <a:pt x="111" y="156"/>
                    <a:pt x="111" y="156"/>
                    <a:pt x="111" y="156"/>
                  </a:cubicBezTo>
                  <a:cubicBezTo>
                    <a:pt x="114" y="155"/>
                    <a:pt x="114" y="155"/>
                    <a:pt x="114" y="155"/>
                  </a:cubicBezTo>
                  <a:cubicBezTo>
                    <a:pt x="111" y="151"/>
                    <a:pt x="111" y="151"/>
                    <a:pt x="111" y="151"/>
                  </a:cubicBezTo>
                  <a:moveTo>
                    <a:pt x="27" y="38"/>
                  </a:moveTo>
                  <a:cubicBezTo>
                    <a:pt x="33" y="46"/>
                    <a:pt x="33" y="46"/>
                    <a:pt x="33" y="46"/>
                  </a:cubicBezTo>
                  <a:cubicBezTo>
                    <a:pt x="39" y="49"/>
                    <a:pt x="39" y="49"/>
                    <a:pt x="39" y="49"/>
                  </a:cubicBezTo>
                  <a:cubicBezTo>
                    <a:pt x="33" y="41"/>
                    <a:pt x="33" y="41"/>
                    <a:pt x="33" y="41"/>
                  </a:cubicBezTo>
                  <a:cubicBezTo>
                    <a:pt x="27" y="38"/>
                    <a:pt x="27" y="38"/>
                    <a:pt x="27" y="38"/>
                  </a:cubicBezTo>
                  <a:moveTo>
                    <a:pt x="20" y="22"/>
                  </a:moveTo>
                  <a:cubicBezTo>
                    <a:pt x="20" y="27"/>
                    <a:pt x="20" y="27"/>
                    <a:pt x="20" y="27"/>
                  </a:cubicBezTo>
                  <a:cubicBezTo>
                    <a:pt x="24" y="33"/>
                    <a:pt x="24" y="33"/>
                    <a:pt x="24" y="33"/>
                  </a:cubicBezTo>
                  <a:cubicBezTo>
                    <a:pt x="24" y="28"/>
                    <a:pt x="24" y="28"/>
                    <a:pt x="24" y="28"/>
                  </a:cubicBezTo>
                  <a:cubicBezTo>
                    <a:pt x="20" y="22"/>
                    <a:pt x="20" y="22"/>
                    <a:pt x="20" y="22"/>
                  </a:cubicBezTo>
                  <a:moveTo>
                    <a:pt x="0" y="0"/>
                  </a:moveTo>
                  <a:cubicBezTo>
                    <a:pt x="4" y="4"/>
                    <a:pt x="4" y="4"/>
                    <a:pt x="4" y="4"/>
                  </a:cubicBezTo>
                  <a:cubicBezTo>
                    <a:pt x="4" y="5"/>
                    <a:pt x="5" y="5"/>
                    <a:pt x="6" y="5"/>
                  </a:cubicBezTo>
                  <a:cubicBezTo>
                    <a:pt x="6" y="5"/>
                    <a:pt x="7" y="5"/>
                    <a:pt x="8" y="5"/>
                  </a:cubicBezTo>
                  <a:cubicBezTo>
                    <a:pt x="4" y="1"/>
                    <a:pt x="4" y="1"/>
                    <a:pt x="4" y="1"/>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5" name="Freeform 776"/>
            <p:cNvSpPr>
              <a:spLocks noEditPoints="1"/>
            </p:cNvSpPr>
            <p:nvPr/>
          </p:nvSpPr>
          <p:spPr bwMode="auto">
            <a:xfrm>
              <a:off x="14323802" y="-19174"/>
              <a:ext cx="780539" cy="1092137"/>
            </a:xfrm>
            <a:custGeom>
              <a:avLst/>
              <a:gdLst>
                <a:gd name="T0" fmla="*/ 102 w 107"/>
                <a:gd name="T1" fmla="*/ 140 h 150"/>
                <a:gd name="T2" fmla="*/ 103 w 107"/>
                <a:gd name="T3" fmla="*/ 144 h 150"/>
                <a:gd name="T4" fmla="*/ 102 w 107"/>
                <a:gd name="T5" fmla="*/ 144 h 150"/>
                <a:gd name="T6" fmla="*/ 105 w 107"/>
                <a:gd name="T7" fmla="*/ 149 h 150"/>
                <a:gd name="T8" fmla="*/ 106 w 107"/>
                <a:gd name="T9" fmla="*/ 150 h 150"/>
                <a:gd name="T10" fmla="*/ 107 w 107"/>
                <a:gd name="T11" fmla="*/ 146 h 150"/>
                <a:gd name="T12" fmla="*/ 107 w 107"/>
                <a:gd name="T13" fmla="*/ 145 h 150"/>
                <a:gd name="T14" fmla="*/ 102 w 107"/>
                <a:gd name="T15" fmla="*/ 140 h 150"/>
                <a:gd name="T16" fmla="*/ 76 w 107"/>
                <a:gd name="T17" fmla="*/ 107 h 150"/>
                <a:gd name="T18" fmla="*/ 79 w 107"/>
                <a:gd name="T19" fmla="*/ 112 h 150"/>
                <a:gd name="T20" fmla="*/ 83 w 107"/>
                <a:gd name="T21" fmla="*/ 112 h 150"/>
                <a:gd name="T22" fmla="*/ 80 w 107"/>
                <a:gd name="T23" fmla="*/ 108 h 150"/>
                <a:gd name="T24" fmla="*/ 76 w 107"/>
                <a:gd name="T25" fmla="*/ 107 h 150"/>
                <a:gd name="T26" fmla="*/ 59 w 107"/>
                <a:gd name="T27" fmla="*/ 78 h 150"/>
                <a:gd name="T28" fmla="*/ 57 w 107"/>
                <a:gd name="T29" fmla="*/ 81 h 150"/>
                <a:gd name="T30" fmla="*/ 66 w 107"/>
                <a:gd name="T31" fmla="*/ 94 h 150"/>
                <a:gd name="T32" fmla="*/ 61 w 107"/>
                <a:gd name="T33" fmla="*/ 82 h 150"/>
                <a:gd name="T34" fmla="*/ 61 w 107"/>
                <a:gd name="T35" fmla="*/ 82 h 150"/>
                <a:gd name="T36" fmla="*/ 59 w 107"/>
                <a:gd name="T37" fmla="*/ 78 h 150"/>
                <a:gd name="T38" fmla="*/ 33 w 107"/>
                <a:gd name="T39" fmla="*/ 42 h 150"/>
                <a:gd name="T40" fmla="*/ 31 w 107"/>
                <a:gd name="T41" fmla="*/ 44 h 150"/>
                <a:gd name="T42" fmla="*/ 33 w 107"/>
                <a:gd name="T43" fmla="*/ 47 h 150"/>
                <a:gd name="T44" fmla="*/ 36 w 107"/>
                <a:gd name="T45" fmla="*/ 45 h 150"/>
                <a:gd name="T46" fmla="*/ 33 w 107"/>
                <a:gd name="T47" fmla="*/ 42 h 150"/>
                <a:gd name="T48" fmla="*/ 0 w 107"/>
                <a:gd name="T49" fmla="*/ 0 h 150"/>
                <a:gd name="T50" fmla="*/ 4 w 107"/>
                <a:gd name="T51" fmla="*/ 5 h 150"/>
                <a:gd name="T52" fmla="*/ 4 w 107"/>
                <a:gd name="T53" fmla="*/ 5 h 150"/>
                <a:gd name="T54" fmla="*/ 6 w 107"/>
                <a:gd name="T55" fmla="*/ 3 h 150"/>
                <a:gd name="T56" fmla="*/ 5 w 107"/>
                <a:gd name="T57" fmla="*/ 2 h 150"/>
                <a:gd name="T58" fmla="*/ 3 w 107"/>
                <a:gd name="T59" fmla="*/ 1 h 150"/>
                <a:gd name="T60" fmla="*/ 0 w 107"/>
                <a:gd name="T61"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7" h="150">
                  <a:moveTo>
                    <a:pt x="102" y="140"/>
                  </a:moveTo>
                  <a:cubicBezTo>
                    <a:pt x="102" y="141"/>
                    <a:pt x="103" y="142"/>
                    <a:pt x="103" y="144"/>
                  </a:cubicBezTo>
                  <a:cubicBezTo>
                    <a:pt x="102" y="144"/>
                    <a:pt x="102" y="144"/>
                    <a:pt x="102" y="144"/>
                  </a:cubicBezTo>
                  <a:cubicBezTo>
                    <a:pt x="105" y="149"/>
                    <a:pt x="105" y="149"/>
                    <a:pt x="105" y="149"/>
                  </a:cubicBezTo>
                  <a:cubicBezTo>
                    <a:pt x="106" y="150"/>
                    <a:pt x="106" y="150"/>
                    <a:pt x="106" y="150"/>
                  </a:cubicBezTo>
                  <a:cubicBezTo>
                    <a:pt x="107" y="146"/>
                    <a:pt x="107" y="146"/>
                    <a:pt x="107" y="146"/>
                  </a:cubicBezTo>
                  <a:cubicBezTo>
                    <a:pt x="107" y="146"/>
                    <a:pt x="107" y="146"/>
                    <a:pt x="107" y="145"/>
                  </a:cubicBezTo>
                  <a:cubicBezTo>
                    <a:pt x="102" y="140"/>
                    <a:pt x="102" y="140"/>
                    <a:pt x="102" y="140"/>
                  </a:cubicBezTo>
                  <a:moveTo>
                    <a:pt x="76" y="107"/>
                  </a:moveTo>
                  <a:cubicBezTo>
                    <a:pt x="79" y="112"/>
                    <a:pt x="79" y="112"/>
                    <a:pt x="79" y="112"/>
                  </a:cubicBezTo>
                  <a:cubicBezTo>
                    <a:pt x="83" y="112"/>
                    <a:pt x="83" y="112"/>
                    <a:pt x="83" y="112"/>
                  </a:cubicBezTo>
                  <a:cubicBezTo>
                    <a:pt x="80" y="108"/>
                    <a:pt x="80" y="108"/>
                    <a:pt x="80" y="108"/>
                  </a:cubicBezTo>
                  <a:cubicBezTo>
                    <a:pt x="76" y="107"/>
                    <a:pt x="76" y="107"/>
                    <a:pt x="76" y="107"/>
                  </a:cubicBezTo>
                  <a:moveTo>
                    <a:pt x="59" y="78"/>
                  </a:moveTo>
                  <a:cubicBezTo>
                    <a:pt x="57" y="81"/>
                    <a:pt x="57" y="81"/>
                    <a:pt x="57" y="81"/>
                  </a:cubicBezTo>
                  <a:cubicBezTo>
                    <a:pt x="66" y="94"/>
                    <a:pt x="66" y="94"/>
                    <a:pt x="66" y="94"/>
                  </a:cubicBezTo>
                  <a:cubicBezTo>
                    <a:pt x="61" y="82"/>
                    <a:pt x="61" y="82"/>
                    <a:pt x="61" y="82"/>
                  </a:cubicBezTo>
                  <a:cubicBezTo>
                    <a:pt x="61" y="82"/>
                    <a:pt x="61" y="82"/>
                    <a:pt x="61" y="82"/>
                  </a:cubicBezTo>
                  <a:cubicBezTo>
                    <a:pt x="59" y="78"/>
                    <a:pt x="59" y="78"/>
                    <a:pt x="59" y="78"/>
                  </a:cubicBezTo>
                  <a:moveTo>
                    <a:pt x="33" y="42"/>
                  </a:moveTo>
                  <a:cubicBezTo>
                    <a:pt x="31" y="44"/>
                    <a:pt x="31" y="44"/>
                    <a:pt x="31" y="44"/>
                  </a:cubicBezTo>
                  <a:cubicBezTo>
                    <a:pt x="33" y="47"/>
                    <a:pt x="33" y="47"/>
                    <a:pt x="33" y="47"/>
                  </a:cubicBezTo>
                  <a:cubicBezTo>
                    <a:pt x="36" y="45"/>
                    <a:pt x="36" y="45"/>
                    <a:pt x="36" y="45"/>
                  </a:cubicBezTo>
                  <a:cubicBezTo>
                    <a:pt x="33" y="42"/>
                    <a:pt x="33" y="42"/>
                    <a:pt x="33" y="42"/>
                  </a:cubicBezTo>
                  <a:moveTo>
                    <a:pt x="0" y="0"/>
                  </a:moveTo>
                  <a:cubicBezTo>
                    <a:pt x="4" y="5"/>
                    <a:pt x="4" y="5"/>
                    <a:pt x="4" y="5"/>
                  </a:cubicBezTo>
                  <a:cubicBezTo>
                    <a:pt x="4" y="5"/>
                    <a:pt x="4" y="5"/>
                    <a:pt x="4" y="5"/>
                  </a:cubicBezTo>
                  <a:cubicBezTo>
                    <a:pt x="6" y="3"/>
                    <a:pt x="6" y="3"/>
                    <a:pt x="6" y="3"/>
                  </a:cubicBezTo>
                  <a:cubicBezTo>
                    <a:pt x="5" y="2"/>
                    <a:pt x="5" y="2"/>
                    <a:pt x="5" y="2"/>
                  </a:cubicBezTo>
                  <a:cubicBezTo>
                    <a:pt x="3" y="1"/>
                    <a:pt x="3" y="1"/>
                    <a:pt x="3" y="1"/>
                  </a:cubicBezTo>
                  <a:cubicBezTo>
                    <a:pt x="2" y="1"/>
                    <a:pt x="1"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6" name="Freeform 777"/>
            <p:cNvSpPr>
              <a:spLocks noEditPoints="1"/>
            </p:cNvSpPr>
            <p:nvPr/>
          </p:nvSpPr>
          <p:spPr bwMode="auto">
            <a:xfrm>
              <a:off x="14629230" y="233807"/>
              <a:ext cx="459685" cy="657133"/>
            </a:xfrm>
            <a:custGeom>
              <a:avLst/>
              <a:gdLst>
                <a:gd name="T0" fmla="*/ 52 w 63"/>
                <a:gd name="T1" fmla="*/ 74 h 90"/>
                <a:gd name="T2" fmla="*/ 55 w 63"/>
                <a:gd name="T3" fmla="*/ 79 h 90"/>
                <a:gd name="T4" fmla="*/ 57 w 63"/>
                <a:gd name="T5" fmla="*/ 79 h 90"/>
                <a:gd name="T6" fmla="*/ 58 w 63"/>
                <a:gd name="T7" fmla="*/ 83 h 90"/>
                <a:gd name="T8" fmla="*/ 63 w 63"/>
                <a:gd name="T9" fmla="*/ 90 h 90"/>
                <a:gd name="T10" fmla="*/ 62 w 63"/>
                <a:gd name="T11" fmla="*/ 84 h 90"/>
                <a:gd name="T12" fmla="*/ 56 w 63"/>
                <a:gd name="T13" fmla="*/ 75 h 90"/>
                <a:gd name="T14" fmla="*/ 52 w 63"/>
                <a:gd name="T15" fmla="*/ 74 h 90"/>
                <a:gd name="T16" fmla="*/ 25 w 63"/>
                <a:gd name="T17" fmla="*/ 32 h 90"/>
                <a:gd name="T18" fmla="*/ 23 w 63"/>
                <a:gd name="T19" fmla="*/ 34 h 90"/>
                <a:gd name="T20" fmla="*/ 26 w 63"/>
                <a:gd name="T21" fmla="*/ 38 h 90"/>
                <a:gd name="T22" fmla="*/ 28 w 63"/>
                <a:gd name="T23" fmla="*/ 35 h 90"/>
                <a:gd name="T24" fmla="*/ 25 w 63"/>
                <a:gd name="T25" fmla="*/ 32 h 90"/>
                <a:gd name="T26" fmla="*/ 3 w 63"/>
                <a:gd name="T27" fmla="*/ 0 h 90"/>
                <a:gd name="T28" fmla="*/ 0 w 63"/>
                <a:gd name="T29" fmla="*/ 2 h 90"/>
                <a:gd name="T30" fmla="*/ 3 w 63"/>
                <a:gd name="T31" fmla="*/ 5 h 90"/>
                <a:gd name="T32" fmla="*/ 5 w 63"/>
                <a:gd name="T33" fmla="*/ 4 h 90"/>
                <a:gd name="T34" fmla="*/ 3 w 63"/>
                <a:gd name="T3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3" h="90">
                  <a:moveTo>
                    <a:pt x="52" y="74"/>
                  </a:moveTo>
                  <a:cubicBezTo>
                    <a:pt x="55" y="79"/>
                    <a:pt x="55" y="79"/>
                    <a:pt x="55" y="79"/>
                  </a:cubicBezTo>
                  <a:cubicBezTo>
                    <a:pt x="57" y="79"/>
                    <a:pt x="57" y="79"/>
                    <a:pt x="57" y="79"/>
                  </a:cubicBezTo>
                  <a:cubicBezTo>
                    <a:pt x="57" y="80"/>
                    <a:pt x="58" y="82"/>
                    <a:pt x="58" y="83"/>
                  </a:cubicBezTo>
                  <a:cubicBezTo>
                    <a:pt x="63" y="90"/>
                    <a:pt x="63" y="90"/>
                    <a:pt x="63" y="90"/>
                  </a:cubicBezTo>
                  <a:cubicBezTo>
                    <a:pt x="63" y="88"/>
                    <a:pt x="63" y="86"/>
                    <a:pt x="62" y="84"/>
                  </a:cubicBezTo>
                  <a:cubicBezTo>
                    <a:pt x="56" y="75"/>
                    <a:pt x="56" y="75"/>
                    <a:pt x="56" y="75"/>
                  </a:cubicBezTo>
                  <a:cubicBezTo>
                    <a:pt x="52" y="74"/>
                    <a:pt x="52" y="74"/>
                    <a:pt x="52" y="74"/>
                  </a:cubicBezTo>
                  <a:moveTo>
                    <a:pt x="25" y="32"/>
                  </a:moveTo>
                  <a:cubicBezTo>
                    <a:pt x="23" y="34"/>
                    <a:pt x="23" y="34"/>
                    <a:pt x="23" y="34"/>
                  </a:cubicBezTo>
                  <a:cubicBezTo>
                    <a:pt x="26" y="38"/>
                    <a:pt x="26" y="38"/>
                    <a:pt x="26" y="38"/>
                  </a:cubicBezTo>
                  <a:cubicBezTo>
                    <a:pt x="28" y="35"/>
                    <a:pt x="28" y="35"/>
                    <a:pt x="28" y="35"/>
                  </a:cubicBezTo>
                  <a:cubicBezTo>
                    <a:pt x="25" y="32"/>
                    <a:pt x="25" y="32"/>
                    <a:pt x="25" y="32"/>
                  </a:cubicBezTo>
                  <a:moveTo>
                    <a:pt x="3" y="0"/>
                  </a:moveTo>
                  <a:cubicBezTo>
                    <a:pt x="0" y="2"/>
                    <a:pt x="0" y="2"/>
                    <a:pt x="0" y="2"/>
                  </a:cubicBezTo>
                  <a:cubicBezTo>
                    <a:pt x="3" y="5"/>
                    <a:pt x="3" y="5"/>
                    <a:pt x="3" y="5"/>
                  </a:cubicBezTo>
                  <a:cubicBezTo>
                    <a:pt x="5" y="4"/>
                    <a:pt x="5" y="4"/>
                    <a:pt x="5"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7" name="Freeform 778"/>
            <p:cNvSpPr>
              <a:spLocks/>
            </p:cNvSpPr>
            <p:nvPr/>
          </p:nvSpPr>
          <p:spPr bwMode="auto">
            <a:xfrm>
              <a:off x="14724870" y="206040"/>
              <a:ext cx="175853" cy="219044"/>
            </a:xfrm>
            <a:custGeom>
              <a:avLst/>
              <a:gdLst>
                <a:gd name="T0" fmla="*/ 0 w 24"/>
                <a:gd name="T1" fmla="*/ 0 h 30"/>
                <a:gd name="T2" fmla="*/ 17 w 24"/>
                <a:gd name="T3" fmla="*/ 24 h 30"/>
                <a:gd name="T4" fmla="*/ 19 w 24"/>
                <a:gd name="T5" fmla="*/ 26 h 30"/>
                <a:gd name="T6" fmla="*/ 19 w 24"/>
                <a:gd name="T7" fmla="*/ 26 h 30"/>
                <a:gd name="T8" fmla="*/ 21 w 24"/>
                <a:gd name="T9" fmla="*/ 30 h 30"/>
                <a:gd name="T10" fmla="*/ 22 w 24"/>
                <a:gd name="T11" fmla="*/ 29 h 30"/>
                <a:gd name="T12" fmla="*/ 24 w 24"/>
                <a:gd name="T13" fmla="*/ 29 h 30"/>
                <a:gd name="T14" fmla="*/ 12 w 24"/>
                <a:gd name="T15" fmla="*/ 12 h 30"/>
                <a:gd name="T16" fmla="*/ 0 w 2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30">
                  <a:moveTo>
                    <a:pt x="0" y="0"/>
                  </a:moveTo>
                  <a:cubicBezTo>
                    <a:pt x="17" y="24"/>
                    <a:pt x="17" y="24"/>
                    <a:pt x="17" y="24"/>
                  </a:cubicBezTo>
                  <a:cubicBezTo>
                    <a:pt x="18" y="25"/>
                    <a:pt x="18" y="26"/>
                    <a:pt x="19" y="26"/>
                  </a:cubicBezTo>
                  <a:cubicBezTo>
                    <a:pt x="19" y="26"/>
                    <a:pt x="19" y="26"/>
                    <a:pt x="19" y="26"/>
                  </a:cubicBezTo>
                  <a:cubicBezTo>
                    <a:pt x="21" y="30"/>
                    <a:pt x="21" y="30"/>
                    <a:pt x="21" y="30"/>
                  </a:cubicBezTo>
                  <a:cubicBezTo>
                    <a:pt x="22" y="29"/>
                    <a:pt x="22" y="29"/>
                    <a:pt x="22" y="29"/>
                  </a:cubicBezTo>
                  <a:cubicBezTo>
                    <a:pt x="24" y="29"/>
                    <a:pt x="24" y="29"/>
                    <a:pt x="24" y="29"/>
                  </a:cubicBezTo>
                  <a:cubicBezTo>
                    <a:pt x="12" y="12"/>
                    <a:pt x="12" y="12"/>
                    <a:pt x="12" y="12"/>
                  </a:cubicBezTo>
                  <a:cubicBezTo>
                    <a:pt x="9" y="8"/>
                    <a:pt x="5" y="4"/>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8" name="Freeform 779"/>
            <p:cNvSpPr>
              <a:spLocks noEditPoints="1"/>
            </p:cNvSpPr>
            <p:nvPr/>
          </p:nvSpPr>
          <p:spPr bwMode="auto">
            <a:xfrm>
              <a:off x="13345815" y="388063"/>
              <a:ext cx="1305011" cy="1298840"/>
            </a:xfrm>
            <a:custGeom>
              <a:avLst/>
              <a:gdLst>
                <a:gd name="T0" fmla="*/ 85 w 179"/>
                <a:gd name="T1" fmla="*/ 175 h 178"/>
                <a:gd name="T2" fmla="*/ 89 w 179"/>
                <a:gd name="T3" fmla="*/ 178 h 178"/>
                <a:gd name="T4" fmla="*/ 67 w 179"/>
                <a:gd name="T5" fmla="*/ 172 h 178"/>
                <a:gd name="T6" fmla="*/ 82 w 179"/>
                <a:gd name="T7" fmla="*/ 175 h 178"/>
                <a:gd name="T8" fmla="*/ 113 w 179"/>
                <a:gd name="T9" fmla="*/ 172 h 178"/>
                <a:gd name="T10" fmla="*/ 114 w 179"/>
                <a:gd name="T11" fmla="*/ 174 h 178"/>
                <a:gd name="T12" fmla="*/ 116 w 179"/>
                <a:gd name="T13" fmla="*/ 171 h 178"/>
                <a:gd name="T14" fmla="*/ 126 w 179"/>
                <a:gd name="T15" fmla="*/ 167 h 178"/>
                <a:gd name="T16" fmla="*/ 65 w 179"/>
                <a:gd name="T17" fmla="*/ 174 h 178"/>
                <a:gd name="T18" fmla="*/ 138 w 179"/>
                <a:gd name="T19" fmla="*/ 160 h 178"/>
                <a:gd name="T20" fmla="*/ 139 w 179"/>
                <a:gd name="T21" fmla="*/ 163 h 178"/>
                <a:gd name="T22" fmla="*/ 140 w 179"/>
                <a:gd name="T23" fmla="*/ 158 h 178"/>
                <a:gd name="T24" fmla="*/ 150 w 179"/>
                <a:gd name="T25" fmla="*/ 154 h 178"/>
                <a:gd name="T26" fmla="*/ 150 w 179"/>
                <a:gd name="T27" fmla="*/ 150 h 178"/>
                <a:gd name="T28" fmla="*/ 158 w 179"/>
                <a:gd name="T29" fmla="*/ 141 h 178"/>
                <a:gd name="T30" fmla="*/ 161 w 179"/>
                <a:gd name="T31" fmla="*/ 141 h 178"/>
                <a:gd name="T32" fmla="*/ 172 w 179"/>
                <a:gd name="T33" fmla="*/ 114 h 178"/>
                <a:gd name="T34" fmla="*/ 174 w 179"/>
                <a:gd name="T35" fmla="*/ 117 h 178"/>
                <a:gd name="T36" fmla="*/ 20 w 179"/>
                <a:gd name="T37" fmla="*/ 144 h 178"/>
                <a:gd name="T38" fmla="*/ 8 w 179"/>
                <a:gd name="T39" fmla="*/ 118 h 178"/>
                <a:gd name="T40" fmla="*/ 174 w 179"/>
                <a:gd name="T41" fmla="*/ 107 h 178"/>
                <a:gd name="T42" fmla="*/ 178 w 179"/>
                <a:gd name="T43" fmla="*/ 100 h 178"/>
                <a:gd name="T44" fmla="*/ 1 w 179"/>
                <a:gd name="T45" fmla="*/ 103 h 178"/>
                <a:gd name="T46" fmla="*/ 0 w 179"/>
                <a:gd name="T47" fmla="*/ 84 h 178"/>
                <a:gd name="T48" fmla="*/ 178 w 179"/>
                <a:gd name="T49" fmla="*/ 95 h 178"/>
                <a:gd name="T50" fmla="*/ 4 w 179"/>
                <a:gd name="T51" fmla="*/ 65 h 178"/>
                <a:gd name="T52" fmla="*/ 3 w 179"/>
                <a:gd name="T53" fmla="*/ 82 h 178"/>
                <a:gd name="T54" fmla="*/ 4 w 179"/>
                <a:gd name="T55" fmla="*/ 65 h 178"/>
                <a:gd name="T56" fmla="*/ 7 w 179"/>
                <a:gd name="T57" fmla="*/ 64 h 178"/>
                <a:gd name="T58" fmla="*/ 17 w 179"/>
                <a:gd name="T59" fmla="*/ 37 h 178"/>
                <a:gd name="T60" fmla="*/ 19 w 179"/>
                <a:gd name="T61" fmla="*/ 39 h 178"/>
                <a:gd name="T62" fmla="*/ 19 w 179"/>
                <a:gd name="T63" fmla="*/ 34 h 178"/>
                <a:gd name="T64" fmla="*/ 26 w 179"/>
                <a:gd name="T65" fmla="*/ 26 h 178"/>
                <a:gd name="T66" fmla="*/ 28 w 179"/>
                <a:gd name="T67" fmla="*/ 24 h 178"/>
                <a:gd name="T68" fmla="*/ 36 w 179"/>
                <a:gd name="T69" fmla="*/ 17 h 178"/>
                <a:gd name="T70" fmla="*/ 162 w 179"/>
                <a:gd name="T71" fmla="*/ 42 h 178"/>
                <a:gd name="T72" fmla="*/ 159 w 179"/>
                <a:gd name="T73" fmla="*/ 33 h 178"/>
                <a:gd name="T74" fmla="*/ 39 w 179"/>
                <a:gd name="T75" fmla="*/ 15 h 178"/>
                <a:gd name="T76" fmla="*/ 48 w 179"/>
                <a:gd name="T77" fmla="*/ 10 h 178"/>
                <a:gd name="T78" fmla="*/ 52 w 179"/>
                <a:gd name="T79" fmla="*/ 11 h 178"/>
                <a:gd name="T80" fmla="*/ 113 w 179"/>
                <a:gd name="T81" fmla="*/ 3 h 178"/>
                <a:gd name="T82" fmla="*/ 131 w 179"/>
                <a:gd name="T83" fmla="*/ 10 h 178"/>
                <a:gd name="T84" fmla="*/ 64 w 179"/>
                <a:gd name="T85" fmla="*/ 4 h 178"/>
                <a:gd name="T86" fmla="*/ 75 w 179"/>
                <a:gd name="T87" fmla="*/ 1 h 178"/>
                <a:gd name="T88" fmla="*/ 107 w 179"/>
                <a:gd name="T89" fmla="*/ 4 h 178"/>
                <a:gd name="T90" fmla="*/ 94 w 179"/>
                <a:gd name="T91" fmla="*/ 0 h 178"/>
                <a:gd name="T92" fmla="*/ 80 w 179"/>
                <a:gd name="T93" fmla="*/ 3 h 178"/>
                <a:gd name="T94" fmla="*/ 90 w 179"/>
                <a:gd name="T9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8">
                  <a:moveTo>
                    <a:pt x="98" y="175"/>
                  </a:moveTo>
                  <a:cubicBezTo>
                    <a:pt x="95" y="175"/>
                    <a:pt x="92" y="175"/>
                    <a:pt x="89" y="175"/>
                  </a:cubicBezTo>
                  <a:cubicBezTo>
                    <a:pt x="88" y="175"/>
                    <a:pt x="87" y="175"/>
                    <a:pt x="85" y="175"/>
                  </a:cubicBezTo>
                  <a:cubicBezTo>
                    <a:pt x="87" y="178"/>
                    <a:pt x="87" y="178"/>
                    <a:pt x="87" y="178"/>
                  </a:cubicBezTo>
                  <a:cubicBezTo>
                    <a:pt x="88" y="178"/>
                    <a:pt x="89" y="178"/>
                    <a:pt x="89" y="178"/>
                  </a:cubicBezTo>
                  <a:cubicBezTo>
                    <a:pt x="89" y="178"/>
                    <a:pt x="89" y="178"/>
                    <a:pt x="89" y="178"/>
                  </a:cubicBezTo>
                  <a:cubicBezTo>
                    <a:pt x="93" y="178"/>
                    <a:pt x="96" y="178"/>
                    <a:pt x="100" y="177"/>
                  </a:cubicBezTo>
                  <a:cubicBezTo>
                    <a:pt x="98" y="175"/>
                    <a:pt x="98" y="175"/>
                    <a:pt x="98" y="175"/>
                  </a:cubicBezTo>
                  <a:moveTo>
                    <a:pt x="67" y="172"/>
                  </a:moveTo>
                  <a:cubicBezTo>
                    <a:pt x="69" y="176"/>
                    <a:pt x="69" y="176"/>
                    <a:pt x="69" y="176"/>
                  </a:cubicBezTo>
                  <a:cubicBezTo>
                    <a:pt x="74" y="177"/>
                    <a:pt x="79" y="177"/>
                    <a:pt x="84" y="178"/>
                  </a:cubicBezTo>
                  <a:cubicBezTo>
                    <a:pt x="82" y="175"/>
                    <a:pt x="82" y="175"/>
                    <a:pt x="82" y="175"/>
                  </a:cubicBezTo>
                  <a:cubicBezTo>
                    <a:pt x="78" y="174"/>
                    <a:pt x="75" y="174"/>
                    <a:pt x="71" y="173"/>
                  </a:cubicBezTo>
                  <a:cubicBezTo>
                    <a:pt x="70" y="173"/>
                    <a:pt x="68" y="172"/>
                    <a:pt x="67" y="172"/>
                  </a:cubicBezTo>
                  <a:moveTo>
                    <a:pt x="113" y="172"/>
                  </a:moveTo>
                  <a:cubicBezTo>
                    <a:pt x="109" y="173"/>
                    <a:pt x="105" y="174"/>
                    <a:pt x="101" y="174"/>
                  </a:cubicBezTo>
                  <a:cubicBezTo>
                    <a:pt x="103" y="177"/>
                    <a:pt x="103" y="177"/>
                    <a:pt x="103" y="177"/>
                  </a:cubicBezTo>
                  <a:cubicBezTo>
                    <a:pt x="107" y="176"/>
                    <a:pt x="111" y="175"/>
                    <a:pt x="114" y="174"/>
                  </a:cubicBezTo>
                  <a:cubicBezTo>
                    <a:pt x="113" y="172"/>
                    <a:pt x="113" y="172"/>
                    <a:pt x="113" y="172"/>
                  </a:cubicBezTo>
                  <a:moveTo>
                    <a:pt x="126" y="167"/>
                  </a:moveTo>
                  <a:cubicBezTo>
                    <a:pt x="123" y="168"/>
                    <a:pt x="119" y="170"/>
                    <a:pt x="116" y="171"/>
                  </a:cubicBezTo>
                  <a:cubicBezTo>
                    <a:pt x="117" y="173"/>
                    <a:pt x="117" y="173"/>
                    <a:pt x="117" y="173"/>
                  </a:cubicBezTo>
                  <a:cubicBezTo>
                    <a:pt x="121" y="172"/>
                    <a:pt x="124" y="171"/>
                    <a:pt x="128" y="169"/>
                  </a:cubicBezTo>
                  <a:cubicBezTo>
                    <a:pt x="126" y="167"/>
                    <a:pt x="126" y="167"/>
                    <a:pt x="126" y="167"/>
                  </a:cubicBezTo>
                  <a:moveTo>
                    <a:pt x="43" y="161"/>
                  </a:moveTo>
                  <a:cubicBezTo>
                    <a:pt x="47" y="167"/>
                    <a:pt x="47" y="167"/>
                    <a:pt x="47" y="167"/>
                  </a:cubicBezTo>
                  <a:cubicBezTo>
                    <a:pt x="52" y="170"/>
                    <a:pt x="58" y="173"/>
                    <a:pt x="65" y="174"/>
                  </a:cubicBezTo>
                  <a:cubicBezTo>
                    <a:pt x="62" y="171"/>
                    <a:pt x="62" y="171"/>
                    <a:pt x="62" y="171"/>
                  </a:cubicBezTo>
                  <a:cubicBezTo>
                    <a:pt x="55" y="168"/>
                    <a:pt x="49" y="165"/>
                    <a:pt x="43" y="161"/>
                  </a:cubicBezTo>
                  <a:moveTo>
                    <a:pt x="138" y="160"/>
                  </a:moveTo>
                  <a:cubicBezTo>
                    <a:pt x="135" y="162"/>
                    <a:pt x="132" y="164"/>
                    <a:pt x="129" y="166"/>
                  </a:cubicBezTo>
                  <a:cubicBezTo>
                    <a:pt x="130" y="168"/>
                    <a:pt x="130" y="168"/>
                    <a:pt x="130" y="168"/>
                  </a:cubicBezTo>
                  <a:cubicBezTo>
                    <a:pt x="133" y="166"/>
                    <a:pt x="136" y="165"/>
                    <a:pt x="139" y="163"/>
                  </a:cubicBezTo>
                  <a:cubicBezTo>
                    <a:pt x="138" y="160"/>
                    <a:pt x="138" y="160"/>
                    <a:pt x="138" y="160"/>
                  </a:cubicBezTo>
                  <a:moveTo>
                    <a:pt x="148" y="152"/>
                  </a:moveTo>
                  <a:cubicBezTo>
                    <a:pt x="146" y="154"/>
                    <a:pt x="143" y="156"/>
                    <a:pt x="140" y="158"/>
                  </a:cubicBezTo>
                  <a:cubicBezTo>
                    <a:pt x="142" y="161"/>
                    <a:pt x="142" y="161"/>
                    <a:pt x="142" y="161"/>
                  </a:cubicBezTo>
                  <a:cubicBezTo>
                    <a:pt x="143" y="160"/>
                    <a:pt x="144" y="159"/>
                    <a:pt x="145" y="158"/>
                  </a:cubicBezTo>
                  <a:cubicBezTo>
                    <a:pt x="147" y="157"/>
                    <a:pt x="148" y="156"/>
                    <a:pt x="150" y="154"/>
                  </a:cubicBezTo>
                  <a:cubicBezTo>
                    <a:pt x="148" y="152"/>
                    <a:pt x="148" y="152"/>
                    <a:pt x="148" y="152"/>
                  </a:cubicBezTo>
                  <a:moveTo>
                    <a:pt x="158" y="141"/>
                  </a:moveTo>
                  <a:cubicBezTo>
                    <a:pt x="155" y="144"/>
                    <a:pt x="153" y="147"/>
                    <a:pt x="150" y="150"/>
                  </a:cubicBezTo>
                  <a:cubicBezTo>
                    <a:pt x="152" y="152"/>
                    <a:pt x="152" y="152"/>
                    <a:pt x="152" y="152"/>
                  </a:cubicBezTo>
                  <a:cubicBezTo>
                    <a:pt x="155" y="149"/>
                    <a:pt x="157" y="147"/>
                    <a:pt x="159" y="144"/>
                  </a:cubicBezTo>
                  <a:cubicBezTo>
                    <a:pt x="158" y="141"/>
                    <a:pt x="158" y="141"/>
                    <a:pt x="158" y="141"/>
                  </a:cubicBezTo>
                  <a:moveTo>
                    <a:pt x="165" y="129"/>
                  </a:moveTo>
                  <a:cubicBezTo>
                    <a:pt x="164" y="133"/>
                    <a:pt x="162" y="136"/>
                    <a:pt x="159" y="139"/>
                  </a:cubicBezTo>
                  <a:cubicBezTo>
                    <a:pt x="161" y="141"/>
                    <a:pt x="161" y="141"/>
                    <a:pt x="161" y="141"/>
                  </a:cubicBezTo>
                  <a:cubicBezTo>
                    <a:pt x="163" y="138"/>
                    <a:pt x="166" y="135"/>
                    <a:pt x="167" y="132"/>
                  </a:cubicBezTo>
                  <a:cubicBezTo>
                    <a:pt x="165" y="129"/>
                    <a:pt x="165" y="129"/>
                    <a:pt x="165" y="129"/>
                  </a:cubicBezTo>
                  <a:moveTo>
                    <a:pt x="172" y="114"/>
                  </a:moveTo>
                  <a:cubicBezTo>
                    <a:pt x="170" y="119"/>
                    <a:pt x="169" y="122"/>
                    <a:pt x="167" y="126"/>
                  </a:cubicBezTo>
                  <a:cubicBezTo>
                    <a:pt x="169" y="129"/>
                    <a:pt x="169" y="129"/>
                    <a:pt x="169" y="129"/>
                  </a:cubicBezTo>
                  <a:cubicBezTo>
                    <a:pt x="171" y="125"/>
                    <a:pt x="172" y="121"/>
                    <a:pt x="174" y="117"/>
                  </a:cubicBezTo>
                  <a:cubicBezTo>
                    <a:pt x="172" y="114"/>
                    <a:pt x="172" y="114"/>
                    <a:pt x="172" y="114"/>
                  </a:cubicBezTo>
                  <a:moveTo>
                    <a:pt x="3" y="110"/>
                  </a:moveTo>
                  <a:cubicBezTo>
                    <a:pt x="6" y="123"/>
                    <a:pt x="12" y="134"/>
                    <a:pt x="20" y="144"/>
                  </a:cubicBezTo>
                  <a:cubicBezTo>
                    <a:pt x="26" y="152"/>
                    <a:pt x="33" y="158"/>
                    <a:pt x="40" y="163"/>
                  </a:cubicBezTo>
                  <a:cubicBezTo>
                    <a:pt x="35" y="156"/>
                    <a:pt x="35" y="156"/>
                    <a:pt x="35" y="156"/>
                  </a:cubicBezTo>
                  <a:cubicBezTo>
                    <a:pt x="23" y="146"/>
                    <a:pt x="13" y="133"/>
                    <a:pt x="8" y="118"/>
                  </a:cubicBezTo>
                  <a:cubicBezTo>
                    <a:pt x="3" y="110"/>
                    <a:pt x="3" y="110"/>
                    <a:pt x="3" y="110"/>
                  </a:cubicBezTo>
                  <a:moveTo>
                    <a:pt x="175" y="96"/>
                  </a:moveTo>
                  <a:cubicBezTo>
                    <a:pt x="175" y="100"/>
                    <a:pt x="174" y="103"/>
                    <a:pt x="174" y="107"/>
                  </a:cubicBezTo>
                  <a:cubicBezTo>
                    <a:pt x="173" y="108"/>
                    <a:pt x="173" y="109"/>
                    <a:pt x="173" y="111"/>
                  </a:cubicBezTo>
                  <a:cubicBezTo>
                    <a:pt x="175" y="114"/>
                    <a:pt x="175" y="114"/>
                    <a:pt x="175" y="114"/>
                  </a:cubicBezTo>
                  <a:cubicBezTo>
                    <a:pt x="176" y="109"/>
                    <a:pt x="177" y="105"/>
                    <a:pt x="178" y="100"/>
                  </a:cubicBezTo>
                  <a:cubicBezTo>
                    <a:pt x="175" y="96"/>
                    <a:pt x="175" y="96"/>
                    <a:pt x="175" y="96"/>
                  </a:cubicBezTo>
                  <a:moveTo>
                    <a:pt x="0" y="84"/>
                  </a:moveTo>
                  <a:cubicBezTo>
                    <a:pt x="0" y="90"/>
                    <a:pt x="0" y="97"/>
                    <a:pt x="1" y="103"/>
                  </a:cubicBezTo>
                  <a:cubicBezTo>
                    <a:pt x="5" y="109"/>
                    <a:pt x="5" y="109"/>
                    <a:pt x="5" y="109"/>
                  </a:cubicBezTo>
                  <a:cubicBezTo>
                    <a:pt x="4" y="102"/>
                    <a:pt x="3" y="95"/>
                    <a:pt x="3" y="87"/>
                  </a:cubicBezTo>
                  <a:cubicBezTo>
                    <a:pt x="0" y="84"/>
                    <a:pt x="0" y="84"/>
                    <a:pt x="0" y="84"/>
                  </a:cubicBezTo>
                  <a:moveTo>
                    <a:pt x="174" y="70"/>
                  </a:moveTo>
                  <a:cubicBezTo>
                    <a:pt x="175" y="77"/>
                    <a:pt x="176" y="84"/>
                    <a:pt x="176" y="91"/>
                  </a:cubicBezTo>
                  <a:cubicBezTo>
                    <a:pt x="178" y="95"/>
                    <a:pt x="178" y="95"/>
                    <a:pt x="178" y="95"/>
                  </a:cubicBezTo>
                  <a:cubicBezTo>
                    <a:pt x="179" y="89"/>
                    <a:pt x="178" y="82"/>
                    <a:pt x="177" y="76"/>
                  </a:cubicBezTo>
                  <a:cubicBezTo>
                    <a:pt x="174" y="70"/>
                    <a:pt x="174" y="70"/>
                    <a:pt x="174" y="70"/>
                  </a:cubicBezTo>
                  <a:moveTo>
                    <a:pt x="4" y="65"/>
                  </a:moveTo>
                  <a:cubicBezTo>
                    <a:pt x="2" y="69"/>
                    <a:pt x="1" y="74"/>
                    <a:pt x="1" y="79"/>
                  </a:cubicBezTo>
                  <a:cubicBezTo>
                    <a:pt x="1" y="79"/>
                    <a:pt x="1" y="79"/>
                    <a:pt x="1" y="79"/>
                  </a:cubicBezTo>
                  <a:cubicBezTo>
                    <a:pt x="3" y="82"/>
                    <a:pt x="3" y="82"/>
                    <a:pt x="3" y="82"/>
                  </a:cubicBezTo>
                  <a:cubicBezTo>
                    <a:pt x="4" y="79"/>
                    <a:pt x="4" y="75"/>
                    <a:pt x="5" y="71"/>
                  </a:cubicBezTo>
                  <a:cubicBezTo>
                    <a:pt x="5" y="70"/>
                    <a:pt x="5" y="69"/>
                    <a:pt x="6" y="68"/>
                  </a:cubicBezTo>
                  <a:cubicBezTo>
                    <a:pt x="4" y="65"/>
                    <a:pt x="4" y="65"/>
                    <a:pt x="4" y="65"/>
                  </a:cubicBezTo>
                  <a:moveTo>
                    <a:pt x="9" y="49"/>
                  </a:moveTo>
                  <a:cubicBezTo>
                    <a:pt x="8" y="53"/>
                    <a:pt x="6" y="57"/>
                    <a:pt x="5" y="61"/>
                  </a:cubicBezTo>
                  <a:cubicBezTo>
                    <a:pt x="7" y="64"/>
                    <a:pt x="7" y="64"/>
                    <a:pt x="7" y="64"/>
                  </a:cubicBezTo>
                  <a:cubicBezTo>
                    <a:pt x="8" y="60"/>
                    <a:pt x="10" y="56"/>
                    <a:pt x="11" y="52"/>
                  </a:cubicBezTo>
                  <a:cubicBezTo>
                    <a:pt x="9" y="49"/>
                    <a:pt x="9" y="49"/>
                    <a:pt x="9" y="49"/>
                  </a:cubicBezTo>
                  <a:moveTo>
                    <a:pt x="17" y="37"/>
                  </a:moveTo>
                  <a:cubicBezTo>
                    <a:pt x="15" y="40"/>
                    <a:pt x="13" y="43"/>
                    <a:pt x="11" y="46"/>
                  </a:cubicBezTo>
                  <a:cubicBezTo>
                    <a:pt x="13" y="49"/>
                    <a:pt x="13" y="49"/>
                    <a:pt x="13" y="49"/>
                  </a:cubicBezTo>
                  <a:cubicBezTo>
                    <a:pt x="15" y="46"/>
                    <a:pt x="17" y="42"/>
                    <a:pt x="19" y="39"/>
                  </a:cubicBezTo>
                  <a:cubicBezTo>
                    <a:pt x="17" y="37"/>
                    <a:pt x="17" y="37"/>
                    <a:pt x="17" y="37"/>
                  </a:cubicBezTo>
                  <a:moveTo>
                    <a:pt x="26" y="26"/>
                  </a:moveTo>
                  <a:cubicBezTo>
                    <a:pt x="24" y="29"/>
                    <a:pt x="21" y="31"/>
                    <a:pt x="19" y="34"/>
                  </a:cubicBezTo>
                  <a:cubicBezTo>
                    <a:pt x="21" y="37"/>
                    <a:pt x="21" y="37"/>
                    <a:pt x="21" y="37"/>
                  </a:cubicBezTo>
                  <a:cubicBezTo>
                    <a:pt x="23" y="34"/>
                    <a:pt x="25" y="31"/>
                    <a:pt x="28" y="29"/>
                  </a:cubicBezTo>
                  <a:cubicBezTo>
                    <a:pt x="26" y="26"/>
                    <a:pt x="26" y="26"/>
                    <a:pt x="26" y="26"/>
                  </a:cubicBezTo>
                  <a:moveTo>
                    <a:pt x="36" y="17"/>
                  </a:moveTo>
                  <a:cubicBezTo>
                    <a:pt x="36" y="18"/>
                    <a:pt x="35" y="19"/>
                    <a:pt x="34" y="19"/>
                  </a:cubicBezTo>
                  <a:cubicBezTo>
                    <a:pt x="32" y="21"/>
                    <a:pt x="30" y="22"/>
                    <a:pt x="28" y="24"/>
                  </a:cubicBezTo>
                  <a:cubicBezTo>
                    <a:pt x="30" y="26"/>
                    <a:pt x="30" y="26"/>
                    <a:pt x="30" y="26"/>
                  </a:cubicBezTo>
                  <a:cubicBezTo>
                    <a:pt x="33" y="24"/>
                    <a:pt x="35" y="22"/>
                    <a:pt x="38" y="20"/>
                  </a:cubicBezTo>
                  <a:cubicBezTo>
                    <a:pt x="36" y="17"/>
                    <a:pt x="36" y="17"/>
                    <a:pt x="36" y="17"/>
                  </a:cubicBezTo>
                  <a:moveTo>
                    <a:pt x="137" y="14"/>
                  </a:moveTo>
                  <a:cubicBezTo>
                    <a:pt x="142" y="20"/>
                    <a:pt x="142" y="20"/>
                    <a:pt x="142" y="20"/>
                  </a:cubicBezTo>
                  <a:cubicBezTo>
                    <a:pt x="149" y="26"/>
                    <a:pt x="156" y="33"/>
                    <a:pt x="162" y="42"/>
                  </a:cubicBezTo>
                  <a:cubicBezTo>
                    <a:pt x="166" y="48"/>
                    <a:pt x="169" y="55"/>
                    <a:pt x="171" y="62"/>
                  </a:cubicBezTo>
                  <a:cubicBezTo>
                    <a:pt x="176" y="69"/>
                    <a:pt x="176" y="69"/>
                    <a:pt x="176" y="69"/>
                  </a:cubicBezTo>
                  <a:cubicBezTo>
                    <a:pt x="173" y="56"/>
                    <a:pt x="167" y="44"/>
                    <a:pt x="159" y="33"/>
                  </a:cubicBezTo>
                  <a:cubicBezTo>
                    <a:pt x="153" y="25"/>
                    <a:pt x="145" y="19"/>
                    <a:pt x="137" y="14"/>
                  </a:cubicBezTo>
                  <a:moveTo>
                    <a:pt x="48" y="10"/>
                  </a:moveTo>
                  <a:cubicBezTo>
                    <a:pt x="45" y="12"/>
                    <a:pt x="42" y="13"/>
                    <a:pt x="39" y="15"/>
                  </a:cubicBezTo>
                  <a:cubicBezTo>
                    <a:pt x="40" y="18"/>
                    <a:pt x="40" y="18"/>
                    <a:pt x="40" y="18"/>
                  </a:cubicBezTo>
                  <a:cubicBezTo>
                    <a:pt x="43" y="16"/>
                    <a:pt x="46" y="14"/>
                    <a:pt x="50" y="12"/>
                  </a:cubicBezTo>
                  <a:cubicBezTo>
                    <a:pt x="48" y="10"/>
                    <a:pt x="48" y="10"/>
                    <a:pt x="48" y="10"/>
                  </a:cubicBezTo>
                  <a:moveTo>
                    <a:pt x="61" y="4"/>
                  </a:moveTo>
                  <a:cubicBezTo>
                    <a:pt x="57" y="6"/>
                    <a:pt x="54" y="7"/>
                    <a:pt x="51" y="9"/>
                  </a:cubicBezTo>
                  <a:cubicBezTo>
                    <a:pt x="52" y="11"/>
                    <a:pt x="52" y="11"/>
                    <a:pt x="52" y="11"/>
                  </a:cubicBezTo>
                  <a:cubicBezTo>
                    <a:pt x="56" y="9"/>
                    <a:pt x="59" y="8"/>
                    <a:pt x="62" y="7"/>
                  </a:cubicBezTo>
                  <a:cubicBezTo>
                    <a:pt x="61" y="4"/>
                    <a:pt x="61" y="4"/>
                    <a:pt x="61" y="4"/>
                  </a:cubicBezTo>
                  <a:moveTo>
                    <a:pt x="113" y="3"/>
                  </a:moveTo>
                  <a:cubicBezTo>
                    <a:pt x="116" y="7"/>
                    <a:pt x="116" y="7"/>
                    <a:pt x="116" y="7"/>
                  </a:cubicBezTo>
                  <a:cubicBezTo>
                    <a:pt x="122" y="9"/>
                    <a:pt x="129" y="12"/>
                    <a:pt x="135" y="15"/>
                  </a:cubicBezTo>
                  <a:cubicBezTo>
                    <a:pt x="131" y="10"/>
                    <a:pt x="131" y="10"/>
                    <a:pt x="131" y="10"/>
                  </a:cubicBezTo>
                  <a:cubicBezTo>
                    <a:pt x="125" y="7"/>
                    <a:pt x="119" y="5"/>
                    <a:pt x="113" y="3"/>
                  </a:cubicBezTo>
                  <a:moveTo>
                    <a:pt x="75" y="1"/>
                  </a:moveTo>
                  <a:cubicBezTo>
                    <a:pt x="71" y="2"/>
                    <a:pt x="67" y="2"/>
                    <a:pt x="64" y="4"/>
                  </a:cubicBezTo>
                  <a:cubicBezTo>
                    <a:pt x="65" y="6"/>
                    <a:pt x="65" y="6"/>
                    <a:pt x="65" y="6"/>
                  </a:cubicBezTo>
                  <a:cubicBezTo>
                    <a:pt x="69" y="5"/>
                    <a:pt x="73" y="4"/>
                    <a:pt x="76" y="4"/>
                  </a:cubicBezTo>
                  <a:cubicBezTo>
                    <a:pt x="75" y="1"/>
                    <a:pt x="75" y="1"/>
                    <a:pt x="75" y="1"/>
                  </a:cubicBezTo>
                  <a:moveTo>
                    <a:pt x="94" y="0"/>
                  </a:moveTo>
                  <a:cubicBezTo>
                    <a:pt x="96" y="3"/>
                    <a:pt x="96" y="3"/>
                    <a:pt x="96" y="3"/>
                  </a:cubicBezTo>
                  <a:cubicBezTo>
                    <a:pt x="100" y="3"/>
                    <a:pt x="104" y="4"/>
                    <a:pt x="107" y="4"/>
                  </a:cubicBezTo>
                  <a:cubicBezTo>
                    <a:pt x="108" y="5"/>
                    <a:pt x="110" y="5"/>
                    <a:pt x="111" y="5"/>
                  </a:cubicBezTo>
                  <a:cubicBezTo>
                    <a:pt x="108" y="2"/>
                    <a:pt x="108" y="2"/>
                    <a:pt x="108" y="2"/>
                  </a:cubicBezTo>
                  <a:cubicBezTo>
                    <a:pt x="104" y="1"/>
                    <a:pt x="99" y="0"/>
                    <a:pt x="94" y="0"/>
                  </a:cubicBezTo>
                  <a:moveTo>
                    <a:pt x="89" y="0"/>
                  </a:moveTo>
                  <a:cubicBezTo>
                    <a:pt x="85" y="0"/>
                    <a:pt x="82" y="0"/>
                    <a:pt x="78" y="0"/>
                  </a:cubicBezTo>
                  <a:cubicBezTo>
                    <a:pt x="80" y="3"/>
                    <a:pt x="80" y="3"/>
                    <a:pt x="80" y="3"/>
                  </a:cubicBezTo>
                  <a:cubicBezTo>
                    <a:pt x="83" y="3"/>
                    <a:pt x="86" y="3"/>
                    <a:pt x="89" y="3"/>
                  </a:cubicBezTo>
                  <a:cubicBezTo>
                    <a:pt x="90" y="3"/>
                    <a:pt x="91" y="3"/>
                    <a:pt x="92" y="3"/>
                  </a:cubicBezTo>
                  <a:cubicBezTo>
                    <a:pt x="90" y="0"/>
                    <a:pt x="90" y="0"/>
                    <a:pt x="90" y="0"/>
                  </a:cubicBezTo>
                  <a:cubicBezTo>
                    <a:pt x="90" y="0"/>
                    <a:pt x="90" y="0"/>
                    <a:pt x="89"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89" name="Freeform 780"/>
            <p:cNvSpPr>
              <a:spLocks noEditPoints="1"/>
            </p:cNvSpPr>
            <p:nvPr/>
          </p:nvSpPr>
          <p:spPr bwMode="auto">
            <a:xfrm>
              <a:off x="13355071" y="1137750"/>
              <a:ext cx="333194" cy="468940"/>
            </a:xfrm>
            <a:custGeom>
              <a:avLst/>
              <a:gdLst>
                <a:gd name="T0" fmla="*/ 34 w 46"/>
                <a:gd name="T1" fmla="*/ 53 h 64"/>
                <a:gd name="T2" fmla="*/ 39 w 46"/>
                <a:gd name="T3" fmla="*/ 60 h 64"/>
                <a:gd name="T4" fmla="*/ 46 w 46"/>
                <a:gd name="T5" fmla="*/ 64 h 64"/>
                <a:gd name="T6" fmla="*/ 42 w 46"/>
                <a:gd name="T7" fmla="*/ 58 h 64"/>
                <a:gd name="T8" fmla="*/ 34 w 46"/>
                <a:gd name="T9" fmla="*/ 53 h 64"/>
                <a:gd name="T10" fmla="*/ 0 w 46"/>
                <a:gd name="T11" fmla="*/ 0 h 64"/>
                <a:gd name="T12" fmla="*/ 2 w 46"/>
                <a:gd name="T13" fmla="*/ 7 h 64"/>
                <a:gd name="T14" fmla="*/ 7 w 46"/>
                <a:gd name="T15" fmla="*/ 15 h 64"/>
                <a:gd name="T16" fmla="*/ 4 w 46"/>
                <a:gd name="T17" fmla="*/ 6 h 64"/>
                <a:gd name="T18" fmla="*/ 0 w 46"/>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4">
                  <a:moveTo>
                    <a:pt x="34" y="53"/>
                  </a:moveTo>
                  <a:cubicBezTo>
                    <a:pt x="39" y="60"/>
                    <a:pt x="39" y="60"/>
                    <a:pt x="39" y="60"/>
                  </a:cubicBezTo>
                  <a:cubicBezTo>
                    <a:pt x="41" y="61"/>
                    <a:pt x="43" y="63"/>
                    <a:pt x="46" y="64"/>
                  </a:cubicBezTo>
                  <a:cubicBezTo>
                    <a:pt x="42" y="58"/>
                    <a:pt x="42" y="58"/>
                    <a:pt x="42" y="58"/>
                  </a:cubicBezTo>
                  <a:cubicBezTo>
                    <a:pt x="39" y="57"/>
                    <a:pt x="36" y="55"/>
                    <a:pt x="34" y="53"/>
                  </a:cubicBezTo>
                  <a:moveTo>
                    <a:pt x="0" y="0"/>
                  </a:moveTo>
                  <a:cubicBezTo>
                    <a:pt x="1" y="3"/>
                    <a:pt x="1" y="5"/>
                    <a:pt x="2" y="7"/>
                  </a:cubicBezTo>
                  <a:cubicBezTo>
                    <a:pt x="7" y="15"/>
                    <a:pt x="7" y="15"/>
                    <a:pt x="7" y="15"/>
                  </a:cubicBezTo>
                  <a:cubicBezTo>
                    <a:pt x="6" y="12"/>
                    <a:pt x="5" y="9"/>
                    <a:pt x="4" y="6"/>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0" name="Freeform 781"/>
            <p:cNvSpPr>
              <a:spLocks noEditPoints="1"/>
            </p:cNvSpPr>
            <p:nvPr/>
          </p:nvSpPr>
          <p:spPr bwMode="auto">
            <a:xfrm>
              <a:off x="13345815" y="964983"/>
              <a:ext cx="502877" cy="706495"/>
            </a:xfrm>
            <a:custGeom>
              <a:avLst/>
              <a:gdLst>
                <a:gd name="T0" fmla="*/ 62 w 69"/>
                <a:gd name="T1" fmla="*/ 92 h 97"/>
                <a:gd name="T2" fmla="*/ 65 w 69"/>
                <a:gd name="T3" fmla="*/ 95 h 97"/>
                <a:gd name="T4" fmla="*/ 69 w 69"/>
                <a:gd name="T5" fmla="*/ 97 h 97"/>
                <a:gd name="T6" fmla="*/ 67 w 69"/>
                <a:gd name="T7" fmla="*/ 93 h 97"/>
                <a:gd name="T8" fmla="*/ 62 w 69"/>
                <a:gd name="T9" fmla="*/ 92 h 97"/>
                <a:gd name="T10" fmla="*/ 1 w 69"/>
                <a:gd name="T11" fmla="*/ 0 h 97"/>
                <a:gd name="T12" fmla="*/ 0 w 69"/>
                <a:gd name="T13" fmla="*/ 5 h 97"/>
                <a:gd name="T14" fmla="*/ 3 w 69"/>
                <a:gd name="T15" fmla="*/ 8 h 97"/>
                <a:gd name="T16" fmla="*/ 3 w 69"/>
                <a:gd name="T17" fmla="*/ 3 h 97"/>
                <a:gd name="T18" fmla="*/ 1 w 69"/>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7">
                  <a:moveTo>
                    <a:pt x="62" y="92"/>
                  </a:moveTo>
                  <a:cubicBezTo>
                    <a:pt x="65" y="95"/>
                    <a:pt x="65" y="95"/>
                    <a:pt x="65" y="95"/>
                  </a:cubicBezTo>
                  <a:cubicBezTo>
                    <a:pt x="66" y="96"/>
                    <a:pt x="68" y="96"/>
                    <a:pt x="69" y="97"/>
                  </a:cubicBezTo>
                  <a:cubicBezTo>
                    <a:pt x="67" y="93"/>
                    <a:pt x="67" y="93"/>
                    <a:pt x="67" y="93"/>
                  </a:cubicBezTo>
                  <a:cubicBezTo>
                    <a:pt x="65" y="93"/>
                    <a:pt x="64" y="92"/>
                    <a:pt x="62" y="92"/>
                  </a:cubicBezTo>
                  <a:moveTo>
                    <a:pt x="1" y="0"/>
                  </a:moveTo>
                  <a:cubicBezTo>
                    <a:pt x="1" y="1"/>
                    <a:pt x="1" y="3"/>
                    <a:pt x="0" y="5"/>
                  </a:cubicBezTo>
                  <a:cubicBezTo>
                    <a:pt x="3" y="8"/>
                    <a:pt x="3" y="8"/>
                    <a:pt x="3" y="8"/>
                  </a:cubicBezTo>
                  <a:cubicBezTo>
                    <a:pt x="3" y="7"/>
                    <a:pt x="3" y="5"/>
                    <a:pt x="3"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1" name="Freeform 782"/>
            <p:cNvSpPr>
              <a:spLocks noEditPoints="1"/>
            </p:cNvSpPr>
            <p:nvPr/>
          </p:nvSpPr>
          <p:spPr bwMode="auto">
            <a:xfrm>
              <a:off x="13376667" y="832322"/>
              <a:ext cx="604686" cy="854582"/>
            </a:xfrm>
            <a:custGeom>
              <a:avLst/>
              <a:gdLst>
                <a:gd name="T0" fmla="*/ 78 w 83"/>
                <a:gd name="T1" fmla="*/ 114 h 117"/>
                <a:gd name="T2" fmla="*/ 80 w 83"/>
                <a:gd name="T3" fmla="*/ 117 h 117"/>
                <a:gd name="T4" fmla="*/ 83 w 83"/>
                <a:gd name="T5" fmla="*/ 117 h 117"/>
                <a:gd name="T6" fmla="*/ 81 w 83"/>
                <a:gd name="T7" fmla="*/ 114 h 117"/>
                <a:gd name="T8" fmla="*/ 78 w 83"/>
                <a:gd name="T9" fmla="*/ 114 h 117"/>
                <a:gd name="T10" fmla="*/ 1 w 83"/>
                <a:gd name="T11" fmla="*/ 0 h 117"/>
                <a:gd name="T12" fmla="*/ 0 w 83"/>
                <a:gd name="T13" fmla="*/ 4 h 117"/>
                <a:gd name="T14" fmla="*/ 2 w 83"/>
                <a:gd name="T15" fmla="*/ 7 h 117"/>
                <a:gd name="T16" fmla="*/ 3 w 83"/>
                <a:gd name="T17" fmla="*/ 3 h 117"/>
                <a:gd name="T18" fmla="*/ 1 w 83"/>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117">
                  <a:moveTo>
                    <a:pt x="78" y="114"/>
                  </a:moveTo>
                  <a:cubicBezTo>
                    <a:pt x="80" y="117"/>
                    <a:pt x="80" y="117"/>
                    <a:pt x="80" y="117"/>
                  </a:cubicBezTo>
                  <a:cubicBezTo>
                    <a:pt x="81" y="117"/>
                    <a:pt x="82" y="117"/>
                    <a:pt x="83" y="117"/>
                  </a:cubicBezTo>
                  <a:cubicBezTo>
                    <a:pt x="81" y="114"/>
                    <a:pt x="81" y="114"/>
                    <a:pt x="81" y="114"/>
                  </a:cubicBezTo>
                  <a:cubicBezTo>
                    <a:pt x="80" y="114"/>
                    <a:pt x="79" y="114"/>
                    <a:pt x="78" y="114"/>
                  </a:cubicBezTo>
                  <a:moveTo>
                    <a:pt x="1" y="0"/>
                  </a:moveTo>
                  <a:cubicBezTo>
                    <a:pt x="0" y="1"/>
                    <a:pt x="0" y="2"/>
                    <a:pt x="0" y="4"/>
                  </a:cubicBezTo>
                  <a:cubicBezTo>
                    <a:pt x="2" y="7"/>
                    <a:pt x="2" y="7"/>
                    <a:pt x="2" y="7"/>
                  </a:cubicBezTo>
                  <a:cubicBezTo>
                    <a:pt x="2" y="5"/>
                    <a:pt x="2" y="4"/>
                    <a:pt x="3"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2" name="Freeform 783"/>
            <p:cNvSpPr>
              <a:spLocks noEditPoints="1"/>
            </p:cNvSpPr>
            <p:nvPr/>
          </p:nvSpPr>
          <p:spPr bwMode="auto">
            <a:xfrm>
              <a:off x="13413688" y="724343"/>
              <a:ext cx="684899" cy="953306"/>
            </a:xfrm>
            <a:custGeom>
              <a:avLst/>
              <a:gdLst>
                <a:gd name="T0" fmla="*/ 92 w 94"/>
                <a:gd name="T1" fmla="*/ 128 h 131"/>
                <a:gd name="T2" fmla="*/ 89 w 94"/>
                <a:gd name="T3" fmla="*/ 129 h 131"/>
                <a:gd name="T4" fmla="*/ 91 w 94"/>
                <a:gd name="T5" fmla="*/ 131 h 131"/>
                <a:gd name="T6" fmla="*/ 94 w 94"/>
                <a:gd name="T7" fmla="*/ 131 h 131"/>
                <a:gd name="T8" fmla="*/ 92 w 94"/>
                <a:gd name="T9" fmla="*/ 128 h 131"/>
                <a:gd name="T10" fmla="*/ 2 w 94"/>
                <a:gd name="T11" fmla="*/ 0 h 131"/>
                <a:gd name="T12" fmla="*/ 0 w 94"/>
                <a:gd name="T13" fmla="*/ 3 h 131"/>
                <a:gd name="T14" fmla="*/ 2 w 94"/>
                <a:gd name="T15" fmla="*/ 6 h 131"/>
                <a:gd name="T16" fmla="*/ 4 w 94"/>
                <a:gd name="T17" fmla="*/ 3 h 131"/>
                <a:gd name="T18" fmla="*/ 2 w 94"/>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1">
                  <a:moveTo>
                    <a:pt x="92" y="128"/>
                  </a:moveTo>
                  <a:cubicBezTo>
                    <a:pt x="91" y="128"/>
                    <a:pt x="90" y="129"/>
                    <a:pt x="89" y="129"/>
                  </a:cubicBezTo>
                  <a:cubicBezTo>
                    <a:pt x="91" y="131"/>
                    <a:pt x="91" y="131"/>
                    <a:pt x="91" y="131"/>
                  </a:cubicBezTo>
                  <a:cubicBezTo>
                    <a:pt x="92" y="131"/>
                    <a:pt x="93" y="131"/>
                    <a:pt x="94" y="131"/>
                  </a:cubicBezTo>
                  <a:cubicBezTo>
                    <a:pt x="92" y="128"/>
                    <a:pt x="92" y="128"/>
                    <a:pt x="92" y="128"/>
                  </a:cubicBezTo>
                  <a:moveTo>
                    <a:pt x="2" y="0"/>
                  </a:moveTo>
                  <a:cubicBezTo>
                    <a:pt x="1" y="1"/>
                    <a:pt x="1" y="2"/>
                    <a:pt x="0" y="3"/>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3" name="Freeform 784"/>
            <p:cNvSpPr>
              <a:spLocks noEditPoints="1"/>
            </p:cNvSpPr>
            <p:nvPr/>
          </p:nvSpPr>
          <p:spPr bwMode="auto">
            <a:xfrm>
              <a:off x="13469221" y="634874"/>
              <a:ext cx="731176" cy="1021179"/>
            </a:xfrm>
            <a:custGeom>
              <a:avLst/>
              <a:gdLst>
                <a:gd name="T0" fmla="*/ 99 w 100"/>
                <a:gd name="T1" fmla="*/ 137 h 140"/>
                <a:gd name="T2" fmla="*/ 96 w 100"/>
                <a:gd name="T3" fmla="*/ 138 h 140"/>
                <a:gd name="T4" fmla="*/ 97 w 100"/>
                <a:gd name="T5" fmla="*/ 140 h 140"/>
                <a:gd name="T6" fmla="*/ 100 w 100"/>
                <a:gd name="T7" fmla="*/ 139 h 140"/>
                <a:gd name="T8" fmla="*/ 99 w 100"/>
                <a:gd name="T9" fmla="*/ 137 h 140"/>
                <a:gd name="T10" fmla="*/ 2 w 100"/>
                <a:gd name="T11" fmla="*/ 0 h 140"/>
                <a:gd name="T12" fmla="*/ 0 w 100"/>
                <a:gd name="T13" fmla="*/ 3 h 140"/>
                <a:gd name="T14" fmla="*/ 2 w 100"/>
                <a:gd name="T15" fmla="*/ 5 h 140"/>
                <a:gd name="T16" fmla="*/ 4 w 100"/>
                <a:gd name="T17" fmla="*/ 3 h 140"/>
                <a:gd name="T18" fmla="*/ 2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9" y="137"/>
                  </a:moveTo>
                  <a:cubicBezTo>
                    <a:pt x="98" y="137"/>
                    <a:pt x="97" y="138"/>
                    <a:pt x="96" y="138"/>
                  </a:cubicBezTo>
                  <a:cubicBezTo>
                    <a:pt x="97" y="140"/>
                    <a:pt x="97" y="140"/>
                    <a:pt x="97" y="140"/>
                  </a:cubicBezTo>
                  <a:cubicBezTo>
                    <a:pt x="98" y="140"/>
                    <a:pt x="99" y="140"/>
                    <a:pt x="100" y="139"/>
                  </a:cubicBezTo>
                  <a:cubicBezTo>
                    <a:pt x="99" y="137"/>
                    <a:pt x="99" y="137"/>
                    <a:pt x="99" y="137"/>
                  </a:cubicBezTo>
                  <a:moveTo>
                    <a:pt x="2" y="0"/>
                  </a:moveTo>
                  <a:cubicBezTo>
                    <a:pt x="1" y="1"/>
                    <a:pt x="1" y="2"/>
                    <a:pt x="0" y="3"/>
                  </a:cubicBezTo>
                  <a:cubicBezTo>
                    <a:pt x="2" y="5"/>
                    <a:pt x="2" y="5"/>
                    <a:pt x="2" y="5"/>
                  </a:cubicBezTo>
                  <a:cubicBezTo>
                    <a:pt x="2" y="4"/>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4" name="Freeform 785"/>
            <p:cNvSpPr>
              <a:spLocks noEditPoints="1"/>
            </p:cNvSpPr>
            <p:nvPr/>
          </p:nvSpPr>
          <p:spPr bwMode="auto">
            <a:xfrm>
              <a:off x="13537093" y="563916"/>
              <a:ext cx="758943" cy="1055115"/>
            </a:xfrm>
            <a:custGeom>
              <a:avLst/>
              <a:gdLst>
                <a:gd name="T0" fmla="*/ 103 w 104"/>
                <a:gd name="T1" fmla="*/ 142 h 145"/>
                <a:gd name="T2" fmla="*/ 100 w 104"/>
                <a:gd name="T3" fmla="*/ 143 h 145"/>
                <a:gd name="T4" fmla="*/ 102 w 104"/>
                <a:gd name="T5" fmla="*/ 145 h 145"/>
                <a:gd name="T6" fmla="*/ 104 w 104"/>
                <a:gd name="T7" fmla="*/ 144 h 145"/>
                <a:gd name="T8" fmla="*/ 103 w 104"/>
                <a:gd name="T9" fmla="*/ 142 h 145"/>
                <a:gd name="T10" fmla="*/ 2 w 104"/>
                <a:gd name="T11" fmla="*/ 0 h 145"/>
                <a:gd name="T12" fmla="*/ 0 w 104"/>
                <a:gd name="T13" fmla="*/ 2 h 145"/>
                <a:gd name="T14" fmla="*/ 2 w 104"/>
                <a:gd name="T15" fmla="*/ 5 h 145"/>
                <a:gd name="T16" fmla="*/ 4 w 104"/>
                <a:gd name="T17" fmla="*/ 2 h 145"/>
                <a:gd name="T18" fmla="*/ 2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3" y="142"/>
                  </a:moveTo>
                  <a:cubicBezTo>
                    <a:pt x="102" y="142"/>
                    <a:pt x="101" y="142"/>
                    <a:pt x="100" y="143"/>
                  </a:cubicBezTo>
                  <a:cubicBezTo>
                    <a:pt x="102" y="145"/>
                    <a:pt x="102" y="145"/>
                    <a:pt x="102" y="145"/>
                  </a:cubicBezTo>
                  <a:cubicBezTo>
                    <a:pt x="102" y="145"/>
                    <a:pt x="103" y="144"/>
                    <a:pt x="104" y="144"/>
                  </a:cubicBezTo>
                  <a:cubicBezTo>
                    <a:pt x="103" y="142"/>
                    <a:pt x="103" y="142"/>
                    <a:pt x="103" y="142"/>
                  </a:cubicBezTo>
                  <a:moveTo>
                    <a:pt x="2" y="0"/>
                  </a:moveTo>
                  <a:cubicBezTo>
                    <a:pt x="2" y="1"/>
                    <a:pt x="1" y="1"/>
                    <a:pt x="0" y="2"/>
                  </a:cubicBezTo>
                  <a:cubicBezTo>
                    <a:pt x="2" y="5"/>
                    <a:pt x="2" y="5"/>
                    <a:pt x="2" y="5"/>
                  </a:cubicBezTo>
                  <a:cubicBezTo>
                    <a:pt x="3" y="4"/>
                    <a:pt x="3" y="3"/>
                    <a:pt x="4" y="2"/>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5" name="Freeform 786"/>
            <p:cNvSpPr>
              <a:spLocks noEditPoints="1"/>
            </p:cNvSpPr>
            <p:nvPr/>
          </p:nvSpPr>
          <p:spPr bwMode="auto">
            <a:xfrm>
              <a:off x="13608052" y="496043"/>
              <a:ext cx="774368" cy="1079796"/>
            </a:xfrm>
            <a:custGeom>
              <a:avLst/>
              <a:gdLst>
                <a:gd name="T0" fmla="*/ 104 w 106"/>
                <a:gd name="T1" fmla="*/ 143 h 148"/>
                <a:gd name="T2" fmla="*/ 102 w 106"/>
                <a:gd name="T3" fmla="*/ 145 h 148"/>
                <a:gd name="T4" fmla="*/ 103 w 106"/>
                <a:gd name="T5" fmla="*/ 148 h 148"/>
                <a:gd name="T6" fmla="*/ 106 w 106"/>
                <a:gd name="T7" fmla="*/ 146 h 148"/>
                <a:gd name="T8" fmla="*/ 104 w 106"/>
                <a:gd name="T9" fmla="*/ 143 h 148"/>
                <a:gd name="T10" fmla="*/ 3 w 106"/>
                <a:gd name="T11" fmla="*/ 0 h 148"/>
                <a:gd name="T12" fmla="*/ 0 w 106"/>
                <a:gd name="T13" fmla="*/ 2 h 148"/>
                <a:gd name="T14" fmla="*/ 2 w 106"/>
                <a:gd name="T15" fmla="*/ 5 h 148"/>
                <a:gd name="T16" fmla="*/ 4 w 106"/>
                <a:gd name="T17" fmla="*/ 3 h 148"/>
                <a:gd name="T18" fmla="*/ 3 w 106"/>
                <a:gd name="T1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8">
                  <a:moveTo>
                    <a:pt x="104" y="143"/>
                  </a:moveTo>
                  <a:cubicBezTo>
                    <a:pt x="103" y="144"/>
                    <a:pt x="102" y="145"/>
                    <a:pt x="102" y="145"/>
                  </a:cubicBezTo>
                  <a:cubicBezTo>
                    <a:pt x="103" y="148"/>
                    <a:pt x="103" y="148"/>
                    <a:pt x="103" y="148"/>
                  </a:cubicBezTo>
                  <a:cubicBezTo>
                    <a:pt x="104" y="147"/>
                    <a:pt x="105" y="146"/>
                    <a:pt x="106" y="146"/>
                  </a:cubicBezTo>
                  <a:cubicBezTo>
                    <a:pt x="104" y="143"/>
                    <a:pt x="104" y="143"/>
                    <a:pt x="104" y="143"/>
                  </a:cubicBezTo>
                  <a:moveTo>
                    <a:pt x="3" y="0"/>
                  </a:moveTo>
                  <a:cubicBezTo>
                    <a:pt x="2" y="1"/>
                    <a:pt x="1" y="2"/>
                    <a:pt x="0" y="2"/>
                  </a:cubicBezTo>
                  <a:cubicBezTo>
                    <a:pt x="2" y="5"/>
                    <a:pt x="2" y="5"/>
                    <a:pt x="2" y="5"/>
                  </a:cubicBezTo>
                  <a:cubicBezTo>
                    <a:pt x="3" y="4"/>
                    <a:pt x="4" y="3"/>
                    <a:pt x="4"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6" name="Freeform 787"/>
            <p:cNvSpPr>
              <a:spLocks noEditPoints="1"/>
            </p:cNvSpPr>
            <p:nvPr/>
          </p:nvSpPr>
          <p:spPr bwMode="auto">
            <a:xfrm>
              <a:off x="13697520" y="452851"/>
              <a:ext cx="758943" cy="1058200"/>
            </a:xfrm>
            <a:custGeom>
              <a:avLst/>
              <a:gdLst>
                <a:gd name="T0" fmla="*/ 102 w 104"/>
                <a:gd name="T1" fmla="*/ 141 h 145"/>
                <a:gd name="T2" fmla="*/ 100 w 104"/>
                <a:gd name="T3" fmla="*/ 143 h 145"/>
                <a:gd name="T4" fmla="*/ 102 w 104"/>
                <a:gd name="T5" fmla="*/ 145 h 145"/>
                <a:gd name="T6" fmla="*/ 104 w 104"/>
                <a:gd name="T7" fmla="*/ 143 h 145"/>
                <a:gd name="T8" fmla="*/ 102 w 104"/>
                <a:gd name="T9" fmla="*/ 141 h 145"/>
                <a:gd name="T10" fmla="*/ 3 w 104"/>
                <a:gd name="T11" fmla="*/ 0 h 145"/>
                <a:gd name="T12" fmla="*/ 0 w 104"/>
                <a:gd name="T13" fmla="*/ 1 h 145"/>
                <a:gd name="T14" fmla="*/ 2 w 104"/>
                <a:gd name="T15" fmla="*/ 3 h 145"/>
                <a:gd name="T16" fmla="*/ 4 w 104"/>
                <a:gd name="T17" fmla="*/ 2 h 145"/>
                <a:gd name="T18" fmla="*/ 3 w 104"/>
                <a:gd name="T19"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45">
                  <a:moveTo>
                    <a:pt x="102" y="141"/>
                  </a:moveTo>
                  <a:cubicBezTo>
                    <a:pt x="102" y="141"/>
                    <a:pt x="101" y="142"/>
                    <a:pt x="100" y="143"/>
                  </a:cubicBezTo>
                  <a:cubicBezTo>
                    <a:pt x="102" y="145"/>
                    <a:pt x="102" y="145"/>
                    <a:pt x="102" y="145"/>
                  </a:cubicBezTo>
                  <a:cubicBezTo>
                    <a:pt x="103" y="144"/>
                    <a:pt x="103" y="144"/>
                    <a:pt x="104" y="143"/>
                  </a:cubicBezTo>
                  <a:cubicBezTo>
                    <a:pt x="102" y="141"/>
                    <a:pt x="102" y="141"/>
                    <a:pt x="102" y="141"/>
                  </a:cubicBezTo>
                  <a:moveTo>
                    <a:pt x="3" y="0"/>
                  </a:moveTo>
                  <a:cubicBezTo>
                    <a:pt x="2" y="0"/>
                    <a:pt x="1" y="0"/>
                    <a:pt x="0" y="1"/>
                  </a:cubicBezTo>
                  <a:cubicBezTo>
                    <a:pt x="2" y="3"/>
                    <a:pt x="2" y="3"/>
                    <a:pt x="2" y="3"/>
                  </a:cubicBezTo>
                  <a:cubicBezTo>
                    <a:pt x="2" y="3"/>
                    <a:pt x="3" y="2"/>
                    <a:pt x="4" y="2"/>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7" name="Freeform 788"/>
            <p:cNvSpPr>
              <a:spLocks noEditPoints="1"/>
            </p:cNvSpPr>
            <p:nvPr/>
          </p:nvSpPr>
          <p:spPr bwMode="auto">
            <a:xfrm>
              <a:off x="13790074" y="415829"/>
              <a:ext cx="731176" cy="1021179"/>
            </a:xfrm>
            <a:custGeom>
              <a:avLst/>
              <a:gdLst>
                <a:gd name="T0" fmla="*/ 98 w 100"/>
                <a:gd name="T1" fmla="*/ 135 h 140"/>
                <a:gd name="T2" fmla="*/ 97 w 100"/>
                <a:gd name="T3" fmla="*/ 137 h 140"/>
                <a:gd name="T4" fmla="*/ 98 w 100"/>
                <a:gd name="T5" fmla="*/ 140 h 140"/>
                <a:gd name="T6" fmla="*/ 100 w 100"/>
                <a:gd name="T7" fmla="*/ 137 h 140"/>
                <a:gd name="T8" fmla="*/ 98 w 100"/>
                <a:gd name="T9" fmla="*/ 135 h 140"/>
                <a:gd name="T10" fmla="*/ 3 w 100"/>
                <a:gd name="T11" fmla="*/ 0 h 140"/>
                <a:gd name="T12" fmla="*/ 0 w 100"/>
                <a:gd name="T13" fmla="*/ 0 h 140"/>
                <a:gd name="T14" fmla="*/ 1 w 100"/>
                <a:gd name="T15" fmla="*/ 3 h 140"/>
                <a:gd name="T16" fmla="*/ 4 w 100"/>
                <a:gd name="T17" fmla="*/ 2 h 140"/>
                <a:gd name="T18" fmla="*/ 3 w 100"/>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40">
                  <a:moveTo>
                    <a:pt x="98" y="135"/>
                  </a:moveTo>
                  <a:cubicBezTo>
                    <a:pt x="98" y="136"/>
                    <a:pt x="97" y="137"/>
                    <a:pt x="97" y="137"/>
                  </a:cubicBezTo>
                  <a:cubicBezTo>
                    <a:pt x="98" y="140"/>
                    <a:pt x="98" y="140"/>
                    <a:pt x="98" y="140"/>
                  </a:cubicBezTo>
                  <a:cubicBezTo>
                    <a:pt x="99" y="139"/>
                    <a:pt x="100" y="138"/>
                    <a:pt x="100" y="137"/>
                  </a:cubicBezTo>
                  <a:cubicBezTo>
                    <a:pt x="98" y="135"/>
                    <a:pt x="98" y="135"/>
                    <a:pt x="98" y="135"/>
                  </a:cubicBezTo>
                  <a:moveTo>
                    <a:pt x="3" y="0"/>
                  </a:moveTo>
                  <a:cubicBezTo>
                    <a:pt x="2" y="0"/>
                    <a:pt x="1" y="0"/>
                    <a:pt x="0" y="0"/>
                  </a:cubicBezTo>
                  <a:cubicBezTo>
                    <a:pt x="1" y="3"/>
                    <a:pt x="1" y="3"/>
                    <a:pt x="1" y="3"/>
                  </a:cubicBezTo>
                  <a:cubicBezTo>
                    <a:pt x="2" y="3"/>
                    <a:pt x="3" y="2"/>
                    <a:pt x="4" y="2"/>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8" name="Freeform 789"/>
            <p:cNvSpPr>
              <a:spLocks noEditPoints="1"/>
            </p:cNvSpPr>
            <p:nvPr/>
          </p:nvSpPr>
          <p:spPr bwMode="auto">
            <a:xfrm>
              <a:off x="13894969" y="388063"/>
              <a:ext cx="684899" cy="962561"/>
            </a:xfrm>
            <a:custGeom>
              <a:avLst/>
              <a:gdLst>
                <a:gd name="T0" fmla="*/ 92 w 94"/>
                <a:gd name="T1" fmla="*/ 126 h 132"/>
                <a:gd name="T2" fmla="*/ 90 w 94"/>
                <a:gd name="T3" fmla="*/ 129 h 132"/>
                <a:gd name="T4" fmla="*/ 92 w 94"/>
                <a:gd name="T5" fmla="*/ 132 h 132"/>
                <a:gd name="T6" fmla="*/ 94 w 94"/>
                <a:gd name="T7" fmla="*/ 129 h 132"/>
                <a:gd name="T8" fmla="*/ 92 w 94"/>
                <a:gd name="T9" fmla="*/ 126 h 132"/>
                <a:gd name="T10" fmla="*/ 3 w 94"/>
                <a:gd name="T11" fmla="*/ 0 h 132"/>
                <a:gd name="T12" fmla="*/ 0 w 94"/>
                <a:gd name="T13" fmla="*/ 1 h 132"/>
                <a:gd name="T14" fmla="*/ 1 w 94"/>
                <a:gd name="T15" fmla="*/ 4 h 132"/>
                <a:gd name="T16" fmla="*/ 5 w 94"/>
                <a:gd name="T17" fmla="*/ 3 h 132"/>
                <a:gd name="T18" fmla="*/ 3 w 94"/>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32">
                  <a:moveTo>
                    <a:pt x="92" y="126"/>
                  </a:moveTo>
                  <a:cubicBezTo>
                    <a:pt x="91" y="127"/>
                    <a:pt x="91" y="128"/>
                    <a:pt x="90" y="129"/>
                  </a:cubicBezTo>
                  <a:cubicBezTo>
                    <a:pt x="92" y="132"/>
                    <a:pt x="92" y="132"/>
                    <a:pt x="92" y="132"/>
                  </a:cubicBezTo>
                  <a:cubicBezTo>
                    <a:pt x="93" y="131"/>
                    <a:pt x="93" y="130"/>
                    <a:pt x="94" y="129"/>
                  </a:cubicBezTo>
                  <a:cubicBezTo>
                    <a:pt x="92" y="126"/>
                    <a:pt x="92" y="126"/>
                    <a:pt x="92" y="126"/>
                  </a:cubicBezTo>
                  <a:moveTo>
                    <a:pt x="3" y="0"/>
                  </a:moveTo>
                  <a:cubicBezTo>
                    <a:pt x="2" y="1"/>
                    <a:pt x="1" y="1"/>
                    <a:pt x="0" y="1"/>
                  </a:cubicBezTo>
                  <a:cubicBezTo>
                    <a:pt x="1" y="4"/>
                    <a:pt x="1" y="4"/>
                    <a:pt x="1" y="4"/>
                  </a:cubicBezTo>
                  <a:cubicBezTo>
                    <a:pt x="3" y="3"/>
                    <a:pt x="4" y="3"/>
                    <a:pt x="5"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899" name="Freeform 790"/>
            <p:cNvSpPr>
              <a:spLocks noEditPoints="1"/>
            </p:cNvSpPr>
            <p:nvPr/>
          </p:nvSpPr>
          <p:spPr bwMode="auto">
            <a:xfrm>
              <a:off x="14002949" y="388063"/>
              <a:ext cx="620112" cy="854582"/>
            </a:xfrm>
            <a:custGeom>
              <a:avLst/>
              <a:gdLst>
                <a:gd name="T0" fmla="*/ 83 w 85"/>
                <a:gd name="T1" fmla="*/ 111 h 117"/>
                <a:gd name="T2" fmla="*/ 82 w 85"/>
                <a:gd name="T3" fmla="*/ 114 h 117"/>
                <a:gd name="T4" fmla="*/ 84 w 85"/>
                <a:gd name="T5" fmla="*/ 117 h 117"/>
                <a:gd name="T6" fmla="*/ 85 w 85"/>
                <a:gd name="T7" fmla="*/ 114 h 117"/>
                <a:gd name="T8" fmla="*/ 83 w 85"/>
                <a:gd name="T9" fmla="*/ 111 h 117"/>
                <a:gd name="T10" fmla="*/ 0 w 85"/>
                <a:gd name="T11" fmla="*/ 0 h 117"/>
                <a:gd name="T12" fmla="*/ 2 w 85"/>
                <a:gd name="T13" fmla="*/ 3 h 117"/>
                <a:gd name="T14" fmla="*/ 6 w 85"/>
                <a:gd name="T15" fmla="*/ 3 h 117"/>
                <a:gd name="T16" fmla="*/ 4 w 85"/>
                <a:gd name="T17" fmla="*/ 0 h 117"/>
                <a:gd name="T18" fmla="*/ 0 w 85"/>
                <a:gd name="T19"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117">
                  <a:moveTo>
                    <a:pt x="83" y="111"/>
                  </a:moveTo>
                  <a:cubicBezTo>
                    <a:pt x="82" y="112"/>
                    <a:pt x="82" y="113"/>
                    <a:pt x="82" y="114"/>
                  </a:cubicBezTo>
                  <a:cubicBezTo>
                    <a:pt x="84" y="117"/>
                    <a:pt x="84" y="117"/>
                    <a:pt x="84" y="117"/>
                  </a:cubicBezTo>
                  <a:cubicBezTo>
                    <a:pt x="84" y="116"/>
                    <a:pt x="84" y="115"/>
                    <a:pt x="85" y="114"/>
                  </a:cubicBezTo>
                  <a:cubicBezTo>
                    <a:pt x="83" y="111"/>
                    <a:pt x="83" y="111"/>
                    <a:pt x="83" y="111"/>
                  </a:cubicBezTo>
                  <a:moveTo>
                    <a:pt x="0" y="0"/>
                  </a:moveTo>
                  <a:cubicBezTo>
                    <a:pt x="2" y="3"/>
                    <a:pt x="2" y="3"/>
                    <a:pt x="2" y="3"/>
                  </a:cubicBezTo>
                  <a:cubicBezTo>
                    <a:pt x="4" y="3"/>
                    <a:pt x="5" y="3"/>
                    <a:pt x="6" y="3"/>
                  </a:cubicBezTo>
                  <a:cubicBezTo>
                    <a:pt x="4" y="0"/>
                    <a:pt x="4" y="0"/>
                    <a:pt x="4" y="0"/>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0" name="Freeform 791"/>
            <p:cNvSpPr>
              <a:spLocks noEditPoints="1"/>
            </p:cNvSpPr>
            <p:nvPr/>
          </p:nvSpPr>
          <p:spPr bwMode="auto">
            <a:xfrm>
              <a:off x="14135609" y="403489"/>
              <a:ext cx="509047" cy="712665"/>
            </a:xfrm>
            <a:custGeom>
              <a:avLst/>
              <a:gdLst>
                <a:gd name="T0" fmla="*/ 68 w 70"/>
                <a:gd name="T1" fmla="*/ 89 h 98"/>
                <a:gd name="T2" fmla="*/ 67 w 70"/>
                <a:gd name="T3" fmla="*/ 94 h 98"/>
                <a:gd name="T4" fmla="*/ 70 w 70"/>
                <a:gd name="T5" fmla="*/ 98 h 98"/>
                <a:gd name="T6" fmla="*/ 70 w 70"/>
                <a:gd name="T7" fmla="*/ 97 h 98"/>
                <a:gd name="T8" fmla="*/ 70 w 70"/>
                <a:gd name="T9" fmla="*/ 93 h 98"/>
                <a:gd name="T10" fmla="*/ 68 w 70"/>
                <a:gd name="T11" fmla="*/ 89 h 98"/>
                <a:gd name="T12" fmla="*/ 0 w 70"/>
                <a:gd name="T13" fmla="*/ 0 h 98"/>
                <a:gd name="T14" fmla="*/ 3 w 70"/>
                <a:gd name="T15" fmla="*/ 3 h 98"/>
                <a:gd name="T16" fmla="*/ 8 w 70"/>
                <a:gd name="T17" fmla="*/ 5 h 98"/>
                <a:gd name="T18" fmla="*/ 5 w 70"/>
                <a:gd name="T19" fmla="*/ 1 h 98"/>
                <a:gd name="T20" fmla="*/ 0 w 70"/>
                <a:gd name="T21"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98">
                  <a:moveTo>
                    <a:pt x="68" y="89"/>
                  </a:moveTo>
                  <a:cubicBezTo>
                    <a:pt x="67" y="91"/>
                    <a:pt x="67" y="93"/>
                    <a:pt x="67" y="94"/>
                  </a:cubicBezTo>
                  <a:cubicBezTo>
                    <a:pt x="70" y="98"/>
                    <a:pt x="70" y="98"/>
                    <a:pt x="70" y="98"/>
                  </a:cubicBezTo>
                  <a:cubicBezTo>
                    <a:pt x="70" y="97"/>
                    <a:pt x="70" y="97"/>
                    <a:pt x="70" y="97"/>
                  </a:cubicBezTo>
                  <a:cubicBezTo>
                    <a:pt x="70" y="96"/>
                    <a:pt x="70" y="94"/>
                    <a:pt x="70" y="93"/>
                  </a:cubicBezTo>
                  <a:cubicBezTo>
                    <a:pt x="68" y="89"/>
                    <a:pt x="68" y="89"/>
                    <a:pt x="68" y="89"/>
                  </a:cubicBezTo>
                  <a:moveTo>
                    <a:pt x="0" y="0"/>
                  </a:moveTo>
                  <a:cubicBezTo>
                    <a:pt x="3" y="3"/>
                    <a:pt x="3" y="3"/>
                    <a:pt x="3" y="3"/>
                  </a:cubicBezTo>
                  <a:cubicBezTo>
                    <a:pt x="4" y="4"/>
                    <a:pt x="6" y="4"/>
                    <a:pt x="8" y="5"/>
                  </a:cubicBezTo>
                  <a:cubicBezTo>
                    <a:pt x="5" y="1"/>
                    <a:pt x="5" y="1"/>
                    <a:pt x="5" y="1"/>
                  </a:cubicBezTo>
                  <a:cubicBezTo>
                    <a:pt x="3" y="0"/>
                    <a:pt x="2"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1" name="Freeform 792"/>
            <p:cNvSpPr>
              <a:spLocks noEditPoints="1"/>
            </p:cNvSpPr>
            <p:nvPr/>
          </p:nvSpPr>
          <p:spPr bwMode="auto">
            <a:xfrm>
              <a:off x="14302206" y="462106"/>
              <a:ext cx="336279" cy="481281"/>
            </a:xfrm>
            <a:custGeom>
              <a:avLst/>
              <a:gdLst>
                <a:gd name="T0" fmla="*/ 40 w 46"/>
                <a:gd name="T1" fmla="*/ 52 h 66"/>
                <a:gd name="T2" fmla="*/ 43 w 46"/>
                <a:gd name="T3" fmla="*/ 60 h 66"/>
                <a:gd name="T4" fmla="*/ 46 w 46"/>
                <a:gd name="T5" fmla="*/ 66 h 66"/>
                <a:gd name="T6" fmla="*/ 45 w 46"/>
                <a:gd name="T7" fmla="*/ 59 h 66"/>
                <a:gd name="T8" fmla="*/ 40 w 46"/>
                <a:gd name="T9" fmla="*/ 52 h 66"/>
                <a:gd name="T10" fmla="*/ 0 w 46"/>
                <a:gd name="T11" fmla="*/ 0 h 66"/>
                <a:gd name="T12" fmla="*/ 4 w 46"/>
                <a:gd name="T13" fmla="*/ 5 h 66"/>
                <a:gd name="T14" fmla="*/ 11 w 46"/>
                <a:gd name="T15" fmla="*/ 10 h 66"/>
                <a:gd name="T16" fmla="*/ 6 w 46"/>
                <a:gd name="T17" fmla="*/ 4 h 66"/>
                <a:gd name="T18" fmla="*/ 0 w 46"/>
                <a:gd name="T1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66">
                  <a:moveTo>
                    <a:pt x="40" y="52"/>
                  </a:moveTo>
                  <a:cubicBezTo>
                    <a:pt x="41" y="55"/>
                    <a:pt x="42" y="58"/>
                    <a:pt x="43" y="60"/>
                  </a:cubicBezTo>
                  <a:cubicBezTo>
                    <a:pt x="46" y="66"/>
                    <a:pt x="46" y="66"/>
                    <a:pt x="46" y="66"/>
                  </a:cubicBezTo>
                  <a:cubicBezTo>
                    <a:pt x="46" y="64"/>
                    <a:pt x="46" y="61"/>
                    <a:pt x="45" y="59"/>
                  </a:cubicBezTo>
                  <a:cubicBezTo>
                    <a:pt x="40" y="52"/>
                    <a:pt x="40" y="52"/>
                    <a:pt x="40" y="52"/>
                  </a:cubicBezTo>
                  <a:moveTo>
                    <a:pt x="0" y="0"/>
                  </a:moveTo>
                  <a:cubicBezTo>
                    <a:pt x="4" y="5"/>
                    <a:pt x="4" y="5"/>
                    <a:pt x="4" y="5"/>
                  </a:cubicBezTo>
                  <a:cubicBezTo>
                    <a:pt x="6" y="7"/>
                    <a:pt x="8" y="9"/>
                    <a:pt x="11" y="10"/>
                  </a:cubicBezTo>
                  <a:cubicBezTo>
                    <a:pt x="6" y="4"/>
                    <a:pt x="6" y="4"/>
                    <a:pt x="6" y="4"/>
                  </a:cubicBezTo>
                  <a:cubicBezTo>
                    <a:pt x="4" y="2"/>
                    <a:pt x="2"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2" name="Freeform 793"/>
            <p:cNvSpPr>
              <a:spLocks noEditPoints="1"/>
            </p:cNvSpPr>
            <p:nvPr/>
          </p:nvSpPr>
          <p:spPr bwMode="auto">
            <a:xfrm>
              <a:off x="13318049" y="360297"/>
              <a:ext cx="1363629" cy="1354373"/>
            </a:xfrm>
            <a:custGeom>
              <a:avLst/>
              <a:gdLst>
                <a:gd name="T0" fmla="*/ 93 w 187"/>
                <a:gd name="T1" fmla="*/ 182 h 186"/>
                <a:gd name="T2" fmla="*/ 107 w 187"/>
                <a:gd name="T3" fmla="*/ 185 h 186"/>
                <a:gd name="T4" fmla="*/ 77 w 187"/>
                <a:gd name="T5" fmla="*/ 184 h 186"/>
                <a:gd name="T6" fmla="*/ 73 w 187"/>
                <a:gd name="T7" fmla="*/ 180 h 186"/>
                <a:gd name="T8" fmla="*/ 110 w 187"/>
                <a:gd name="T9" fmla="*/ 184 h 186"/>
                <a:gd name="T10" fmla="*/ 132 w 187"/>
                <a:gd name="T11" fmla="*/ 173 h 186"/>
                <a:gd name="T12" fmla="*/ 134 w 187"/>
                <a:gd name="T13" fmla="*/ 177 h 186"/>
                <a:gd name="T14" fmla="*/ 55 w 187"/>
                <a:gd name="T15" fmla="*/ 178 h 186"/>
                <a:gd name="T16" fmla="*/ 51 w 187"/>
                <a:gd name="T17" fmla="*/ 171 h 186"/>
                <a:gd name="T18" fmla="*/ 137 w 187"/>
                <a:gd name="T19" fmla="*/ 175 h 186"/>
                <a:gd name="T20" fmla="*/ 154 w 187"/>
                <a:gd name="T21" fmla="*/ 158 h 186"/>
                <a:gd name="T22" fmla="*/ 148 w 187"/>
                <a:gd name="T23" fmla="*/ 168 h 186"/>
                <a:gd name="T24" fmla="*/ 154 w 187"/>
                <a:gd name="T25" fmla="*/ 158 h 186"/>
                <a:gd name="T26" fmla="*/ 158 w 187"/>
                <a:gd name="T27" fmla="*/ 159 h 186"/>
                <a:gd name="T28" fmla="*/ 171 w 187"/>
                <a:gd name="T29" fmla="*/ 136 h 186"/>
                <a:gd name="T30" fmla="*/ 174 w 187"/>
                <a:gd name="T31" fmla="*/ 139 h 186"/>
                <a:gd name="T32" fmla="*/ 173 w 187"/>
                <a:gd name="T33" fmla="*/ 133 h 186"/>
                <a:gd name="T34" fmla="*/ 178 w 187"/>
                <a:gd name="T35" fmla="*/ 121 h 186"/>
                <a:gd name="T36" fmla="*/ 50 w 187"/>
                <a:gd name="T37" fmla="*/ 175 h 186"/>
                <a:gd name="T38" fmla="*/ 7 w 187"/>
                <a:gd name="T39" fmla="*/ 114 h 186"/>
                <a:gd name="T40" fmla="*/ 179 w 187"/>
                <a:gd name="T41" fmla="*/ 118 h 186"/>
                <a:gd name="T42" fmla="*/ 182 w 187"/>
                <a:gd name="T43" fmla="*/ 104 h 186"/>
                <a:gd name="T44" fmla="*/ 5 w 187"/>
                <a:gd name="T45" fmla="*/ 107 h 186"/>
                <a:gd name="T46" fmla="*/ 181 w 187"/>
                <a:gd name="T47" fmla="*/ 80 h 186"/>
                <a:gd name="T48" fmla="*/ 186 w 187"/>
                <a:gd name="T49" fmla="*/ 103 h 186"/>
                <a:gd name="T50" fmla="*/ 5 w 187"/>
                <a:gd name="T51" fmla="*/ 64 h 186"/>
                <a:gd name="T52" fmla="*/ 5 w 187"/>
                <a:gd name="T53" fmla="*/ 83 h 186"/>
                <a:gd name="T54" fmla="*/ 11 w 187"/>
                <a:gd name="T55" fmla="*/ 50 h 186"/>
                <a:gd name="T56" fmla="*/ 13 w 187"/>
                <a:gd name="T57" fmla="*/ 53 h 186"/>
                <a:gd name="T58" fmla="*/ 12 w 187"/>
                <a:gd name="T59" fmla="*/ 47 h 186"/>
                <a:gd name="T60" fmla="*/ 19 w 187"/>
                <a:gd name="T61" fmla="*/ 37 h 186"/>
                <a:gd name="T62" fmla="*/ 23 w 187"/>
                <a:gd name="T63" fmla="*/ 38 h 186"/>
                <a:gd name="T64" fmla="*/ 38 w 187"/>
                <a:gd name="T65" fmla="*/ 18 h 186"/>
                <a:gd name="T66" fmla="*/ 32 w 187"/>
                <a:gd name="T67" fmla="*/ 28 h 186"/>
                <a:gd name="T68" fmla="*/ 38 w 187"/>
                <a:gd name="T69" fmla="*/ 18 h 186"/>
                <a:gd name="T70" fmla="*/ 43 w 187"/>
                <a:gd name="T71" fmla="*/ 19 h 186"/>
                <a:gd name="T72" fmla="*/ 135 w 187"/>
                <a:gd name="T73" fmla="*/ 10 h 186"/>
                <a:gd name="T74" fmla="*/ 180 w 187"/>
                <a:gd name="T75" fmla="*/ 73 h 186"/>
                <a:gd name="T76" fmla="*/ 166 w 187"/>
                <a:gd name="T77" fmla="*/ 35 h 186"/>
                <a:gd name="T78" fmla="*/ 62 w 187"/>
                <a:gd name="T79" fmla="*/ 5 h 186"/>
                <a:gd name="T80" fmla="*/ 65 w 187"/>
                <a:gd name="T81" fmla="*/ 8 h 186"/>
                <a:gd name="T82" fmla="*/ 117 w 187"/>
                <a:gd name="T83" fmla="*/ 7 h 186"/>
                <a:gd name="T84" fmla="*/ 113 w 187"/>
                <a:gd name="T85" fmla="*/ 2 h 186"/>
                <a:gd name="T86" fmla="*/ 68 w 187"/>
                <a:gd name="T87" fmla="*/ 8 h 186"/>
                <a:gd name="T88" fmla="*/ 95 w 187"/>
                <a:gd name="T89" fmla="*/ 0 h 186"/>
                <a:gd name="T90" fmla="*/ 109 w 187"/>
                <a:gd name="T91" fmla="*/ 1 h 186"/>
                <a:gd name="T92" fmla="*/ 79 w 187"/>
                <a:gd name="T93" fmla="*/ 1 h 186"/>
                <a:gd name="T94" fmla="*/ 94 w 187"/>
                <a:gd name="T95" fmla="*/ 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186">
                  <a:moveTo>
                    <a:pt x="104" y="181"/>
                  </a:moveTo>
                  <a:cubicBezTo>
                    <a:pt x="100" y="182"/>
                    <a:pt x="97" y="182"/>
                    <a:pt x="93" y="182"/>
                  </a:cubicBezTo>
                  <a:cubicBezTo>
                    <a:pt x="93" y="182"/>
                    <a:pt x="93" y="182"/>
                    <a:pt x="93" y="182"/>
                  </a:cubicBezTo>
                  <a:cubicBezTo>
                    <a:pt x="93" y="182"/>
                    <a:pt x="92" y="182"/>
                    <a:pt x="91" y="182"/>
                  </a:cubicBezTo>
                  <a:cubicBezTo>
                    <a:pt x="94" y="186"/>
                    <a:pt x="94" y="186"/>
                    <a:pt x="94" y="186"/>
                  </a:cubicBezTo>
                  <a:cubicBezTo>
                    <a:pt x="98" y="186"/>
                    <a:pt x="103" y="186"/>
                    <a:pt x="107" y="185"/>
                  </a:cubicBezTo>
                  <a:cubicBezTo>
                    <a:pt x="104" y="181"/>
                    <a:pt x="104" y="181"/>
                    <a:pt x="104" y="181"/>
                  </a:cubicBezTo>
                  <a:moveTo>
                    <a:pt x="73" y="180"/>
                  </a:moveTo>
                  <a:cubicBezTo>
                    <a:pt x="77" y="184"/>
                    <a:pt x="77" y="184"/>
                    <a:pt x="77" y="184"/>
                  </a:cubicBezTo>
                  <a:cubicBezTo>
                    <a:pt x="81" y="185"/>
                    <a:pt x="86" y="186"/>
                    <a:pt x="91" y="186"/>
                  </a:cubicBezTo>
                  <a:cubicBezTo>
                    <a:pt x="88" y="182"/>
                    <a:pt x="88" y="182"/>
                    <a:pt x="88" y="182"/>
                  </a:cubicBezTo>
                  <a:cubicBezTo>
                    <a:pt x="83" y="181"/>
                    <a:pt x="78" y="181"/>
                    <a:pt x="73" y="180"/>
                  </a:cubicBezTo>
                  <a:moveTo>
                    <a:pt x="118" y="178"/>
                  </a:moveTo>
                  <a:cubicBezTo>
                    <a:pt x="115" y="179"/>
                    <a:pt x="111" y="180"/>
                    <a:pt x="107" y="181"/>
                  </a:cubicBezTo>
                  <a:cubicBezTo>
                    <a:pt x="110" y="184"/>
                    <a:pt x="110" y="184"/>
                    <a:pt x="110" y="184"/>
                  </a:cubicBezTo>
                  <a:cubicBezTo>
                    <a:pt x="114" y="184"/>
                    <a:pt x="117" y="183"/>
                    <a:pt x="121" y="182"/>
                  </a:cubicBezTo>
                  <a:cubicBezTo>
                    <a:pt x="118" y="178"/>
                    <a:pt x="118" y="178"/>
                    <a:pt x="118" y="178"/>
                  </a:cubicBezTo>
                  <a:moveTo>
                    <a:pt x="132" y="173"/>
                  </a:moveTo>
                  <a:cubicBezTo>
                    <a:pt x="128" y="175"/>
                    <a:pt x="125" y="176"/>
                    <a:pt x="121" y="177"/>
                  </a:cubicBezTo>
                  <a:cubicBezTo>
                    <a:pt x="124" y="181"/>
                    <a:pt x="124" y="181"/>
                    <a:pt x="124" y="181"/>
                  </a:cubicBezTo>
                  <a:cubicBezTo>
                    <a:pt x="127" y="180"/>
                    <a:pt x="131" y="178"/>
                    <a:pt x="134" y="177"/>
                  </a:cubicBezTo>
                  <a:cubicBezTo>
                    <a:pt x="132" y="173"/>
                    <a:pt x="132" y="173"/>
                    <a:pt x="132" y="173"/>
                  </a:cubicBezTo>
                  <a:moveTo>
                    <a:pt x="51" y="171"/>
                  </a:moveTo>
                  <a:cubicBezTo>
                    <a:pt x="55" y="178"/>
                    <a:pt x="55" y="178"/>
                    <a:pt x="55" y="178"/>
                  </a:cubicBezTo>
                  <a:cubicBezTo>
                    <a:pt x="61" y="180"/>
                    <a:pt x="67" y="182"/>
                    <a:pt x="72" y="183"/>
                  </a:cubicBezTo>
                  <a:cubicBezTo>
                    <a:pt x="69" y="178"/>
                    <a:pt x="69" y="178"/>
                    <a:pt x="69" y="178"/>
                  </a:cubicBezTo>
                  <a:cubicBezTo>
                    <a:pt x="62" y="177"/>
                    <a:pt x="56" y="174"/>
                    <a:pt x="51" y="171"/>
                  </a:cubicBezTo>
                  <a:moveTo>
                    <a:pt x="143" y="167"/>
                  </a:moveTo>
                  <a:cubicBezTo>
                    <a:pt x="140" y="169"/>
                    <a:pt x="137" y="170"/>
                    <a:pt x="134" y="172"/>
                  </a:cubicBezTo>
                  <a:cubicBezTo>
                    <a:pt x="137" y="175"/>
                    <a:pt x="137" y="175"/>
                    <a:pt x="137" y="175"/>
                  </a:cubicBezTo>
                  <a:cubicBezTo>
                    <a:pt x="140" y="174"/>
                    <a:pt x="143" y="172"/>
                    <a:pt x="146" y="170"/>
                  </a:cubicBezTo>
                  <a:cubicBezTo>
                    <a:pt x="143" y="167"/>
                    <a:pt x="143" y="167"/>
                    <a:pt x="143" y="167"/>
                  </a:cubicBezTo>
                  <a:moveTo>
                    <a:pt x="154" y="158"/>
                  </a:moveTo>
                  <a:cubicBezTo>
                    <a:pt x="152" y="160"/>
                    <a:pt x="151" y="161"/>
                    <a:pt x="149" y="162"/>
                  </a:cubicBezTo>
                  <a:cubicBezTo>
                    <a:pt x="148" y="163"/>
                    <a:pt x="147" y="164"/>
                    <a:pt x="146" y="165"/>
                  </a:cubicBezTo>
                  <a:cubicBezTo>
                    <a:pt x="148" y="168"/>
                    <a:pt x="148" y="168"/>
                    <a:pt x="148" y="168"/>
                  </a:cubicBezTo>
                  <a:cubicBezTo>
                    <a:pt x="149" y="167"/>
                    <a:pt x="150" y="166"/>
                    <a:pt x="151" y="166"/>
                  </a:cubicBezTo>
                  <a:cubicBezTo>
                    <a:pt x="153" y="164"/>
                    <a:pt x="155" y="163"/>
                    <a:pt x="156" y="161"/>
                  </a:cubicBezTo>
                  <a:cubicBezTo>
                    <a:pt x="154" y="158"/>
                    <a:pt x="154" y="158"/>
                    <a:pt x="154" y="158"/>
                  </a:cubicBezTo>
                  <a:moveTo>
                    <a:pt x="163" y="148"/>
                  </a:moveTo>
                  <a:cubicBezTo>
                    <a:pt x="161" y="151"/>
                    <a:pt x="159" y="153"/>
                    <a:pt x="156" y="156"/>
                  </a:cubicBezTo>
                  <a:cubicBezTo>
                    <a:pt x="158" y="159"/>
                    <a:pt x="158" y="159"/>
                    <a:pt x="158" y="159"/>
                  </a:cubicBezTo>
                  <a:cubicBezTo>
                    <a:pt x="161" y="157"/>
                    <a:pt x="163" y="154"/>
                    <a:pt x="166" y="151"/>
                  </a:cubicBezTo>
                  <a:cubicBezTo>
                    <a:pt x="163" y="148"/>
                    <a:pt x="163" y="148"/>
                    <a:pt x="163" y="148"/>
                  </a:cubicBezTo>
                  <a:moveTo>
                    <a:pt x="171" y="136"/>
                  </a:moveTo>
                  <a:cubicBezTo>
                    <a:pt x="170" y="139"/>
                    <a:pt x="167" y="142"/>
                    <a:pt x="165" y="145"/>
                  </a:cubicBezTo>
                  <a:cubicBezTo>
                    <a:pt x="168" y="149"/>
                    <a:pt x="168" y="149"/>
                    <a:pt x="168" y="149"/>
                  </a:cubicBezTo>
                  <a:cubicBezTo>
                    <a:pt x="170" y="146"/>
                    <a:pt x="172" y="143"/>
                    <a:pt x="174" y="139"/>
                  </a:cubicBezTo>
                  <a:cubicBezTo>
                    <a:pt x="171" y="136"/>
                    <a:pt x="171" y="136"/>
                    <a:pt x="171" y="136"/>
                  </a:cubicBezTo>
                  <a:moveTo>
                    <a:pt x="178" y="121"/>
                  </a:moveTo>
                  <a:cubicBezTo>
                    <a:pt x="176" y="125"/>
                    <a:pt x="175" y="129"/>
                    <a:pt x="173" y="133"/>
                  </a:cubicBezTo>
                  <a:cubicBezTo>
                    <a:pt x="175" y="137"/>
                    <a:pt x="175" y="137"/>
                    <a:pt x="175" y="137"/>
                  </a:cubicBezTo>
                  <a:cubicBezTo>
                    <a:pt x="177" y="133"/>
                    <a:pt x="179" y="129"/>
                    <a:pt x="181" y="125"/>
                  </a:cubicBezTo>
                  <a:cubicBezTo>
                    <a:pt x="178" y="121"/>
                    <a:pt x="178" y="121"/>
                    <a:pt x="178" y="121"/>
                  </a:cubicBezTo>
                  <a:moveTo>
                    <a:pt x="1" y="106"/>
                  </a:moveTo>
                  <a:cubicBezTo>
                    <a:pt x="4" y="123"/>
                    <a:pt x="10" y="138"/>
                    <a:pt x="21" y="151"/>
                  </a:cubicBezTo>
                  <a:cubicBezTo>
                    <a:pt x="29" y="161"/>
                    <a:pt x="39" y="169"/>
                    <a:pt x="50" y="175"/>
                  </a:cubicBezTo>
                  <a:cubicBezTo>
                    <a:pt x="44" y="167"/>
                    <a:pt x="44" y="167"/>
                    <a:pt x="44" y="167"/>
                  </a:cubicBezTo>
                  <a:cubicBezTo>
                    <a:pt x="37" y="162"/>
                    <a:pt x="30" y="156"/>
                    <a:pt x="24" y="148"/>
                  </a:cubicBezTo>
                  <a:cubicBezTo>
                    <a:pt x="16" y="138"/>
                    <a:pt x="10" y="127"/>
                    <a:pt x="7" y="114"/>
                  </a:cubicBezTo>
                  <a:cubicBezTo>
                    <a:pt x="1" y="106"/>
                    <a:pt x="1" y="106"/>
                    <a:pt x="1" y="106"/>
                  </a:cubicBezTo>
                  <a:moveTo>
                    <a:pt x="182" y="104"/>
                  </a:moveTo>
                  <a:cubicBezTo>
                    <a:pt x="181" y="109"/>
                    <a:pt x="180" y="113"/>
                    <a:pt x="179" y="118"/>
                  </a:cubicBezTo>
                  <a:cubicBezTo>
                    <a:pt x="182" y="122"/>
                    <a:pt x="182" y="122"/>
                    <a:pt x="182" y="122"/>
                  </a:cubicBezTo>
                  <a:cubicBezTo>
                    <a:pt x="183" y="118"/>
                    <a:pt x="184" y="113"/>
                    <a:pt x="185" y="108"/>
                  </a:cubicBezTo>
                  <a:cubicBezTo>
                    <a:pt x="182" y="104"/>
                    <a:pt x="182" y="104"/>
                    <a:pt x="182" y="104"/>
                  </a:cubicBezTo>
                  <a:moveTo>
                    <a:pt x="1" y="82"/>
                  </a:moveTo>
                  <a:cubicBezTo>
                    <a:pt x="0" y="88"/>
                    <a:pt x="0" y="94"/>
                    <a:pt x="1" y="100"/>
                  </a:cubicBezTo>
                  <a:cubicBezTo>
                    <a:pt x="5" y="107"/>
                    <a:pt x="5" y="107"/>
                    <a:pt x="5" y="107"/>
                  </a:cubicBezTo>
                  <a:cubicBezTo>
                    <a:pt x="4" y="101"/>
                    <a:pt x="4" y="94"/>
                    <a:pt x="4" y="88"/>
                  </a:cubicBezTo>
                  <a:cubicBezTo>
                    <a:pt x="1" y="82"/>
                    <a:pt x="1" y="82"/>
                    <a:pt x="1" y="82"/>
                  </a:cubicBezTo>
                  <a:moveTo>
                    <a:pt x="181" y="80"/>
                  </a:moveTo>
                  <a:cubicBezTo>
                    <a:pt x="182" y="86"/>
                    <a:pt x="183" y="93"/>
                    <a:pt x="182" y="99"/>
                  </a:cubicBezTo>
                  <a:cubicBezTo>
                    <a:pt x="186" y="104"/>
                    <a:pt x="186" y="104"/>
                    <a:pt x="186" y="104"/>
                  </a:cubicBezTo>
                  <a:cubicBezTo>
                    <a:pt x="186" y="104"/>
                    <a:pt x="186" y="103"/>
                    <a:pt x="186" y="103"/>
                  </a:cubicBezTo>
                  <a:cubicBezTo>
                    <a:pt x="186" y="98"/>
                    <a:pt x="187" y="92"/>
                    <a:pt x="186" y="87"/>
                  </a:cubicBezTo>
                  <a:cubicBezTo>
                    <a:pt x="181" y="80"/>
                    <a:pt x="181" y="80"/>
                    <a:pt x="181" y="80"/>
                  </a:cubicBezTo>
                  <a:moveTo>
                    <a:pt x="5" y="64"/>
                  </a:moveTo>
                  <a:cubicBezTo>
                    <a:pt x="3" y="69"/>
                    <a:pt x="2" y="73"/>
                    <a:pt x="1" y="78"/>
                  </a:cubicBezTo>
                  <a:cubicBezTo>
                    <a:pt x="5" y="83"/>
                    <a:pt x="5" y="83"/>
                    <a:pt x="5" y="83"/>
                  </a:cubicBezTo>
                  <a:cubicBezTo>
                    <a:pt x="5" y="83"/>
                    <a:pt x="5" y="83"/>
                    <a:pt x="5" y="83"/>
                  </a:cubicBezTo>
                  <a:cubicBezTo>
                    <a:pt x="5" y="78"/>
                    <a:pt x="6" y="73"/>
                    <a:pt x="8" y="69"/>
                  </a:cubicBezTo>
                  <a:cubicBezTo>
                    <a:pt x="5" y="64"/>
                    <a:pt x="5" y="64"/>
                    <a:pt x="5" y="64"/>
                  </a:cubicBezTo>
                  <a:moveTo>
                    <a:pt x="11" y="50"/>
                  </a:moveTo>
                  <a:cubicBezTo>
                    <a:pt x="9" y="53"/>
                    <a:pt x="7" y="57"/>
                    <a:pt x="6" y="61"/>
                  </a:cubicBezTo>
                  <a:cubicBezTo>
                    <a:pt x="9" y="65"/>
                    <a:pt x="9" y="65"/>
                    <a:pt x="9" y="65"/>
                  </a:cubicBezTo>
                  <a:cubicBezTo>
                    <a:pt x="10" y="61"/>
                    <a:pt x="12" y="57"/>
                    <a:pt x="13" y="53"/>
                  </a:cubicBezTo>
                  <a:cubicBezTo>
                    <a:pt x="11" y="50"/>
                    <a:pt x="11" y="50"/>
                    <a:pt x="11" y="50"/>
                  </a:cubicBezTo>
                  <a:moveTo>
                    <a:pt x="19" y="37"/>
                  </a:moveTo>
                  <a:cubicBezTo>
                    <a:pt x="16" y="40"/>
                    <a:pt x="14" y="43"/>
                    <a:pt x="12" y="47"/>
                  </a:cubicBezTo>
                  <a:cubicBezTo>
                    <a:pt x="15" y="50"/>
                    <a:pt x="15" y="50"/>
                    <a:pt x="15" y="50"/>
                  </a:cubicBezTo>
                  <a:cubicBezTo>
                    <a:pt x="17" y="47"/>
                    <a:pt x="19" y="44"/>
                    <a:pt x="21" y="41"/>
                  </a:cubicBezTo>
                  <a:cubicBezTo>
                    <a:pt x="19" y="37"/>
                    <a:pt x="19" y="37"/>
                    <a:pt x="19" y="37"/>
                  </a:cubicBezTo>
                  <a:moveTo>
                    <a:pt x="28" y="27"/>
                  </a:moveTo>
                  <a:cubicBezTo>
                    <a:pt x="25" y="29"/>
                    <a:pt x="23" y="32"/>
                    <a:pt x="21" y="35"/>
                  </a:cubicBezTo>
                  <a:cubicBezTo>
                    <a:pt x="23" y="38"/>
                    <a:pt x="23" y="38"/>
                    <a:pt x="23" y="38"/>
                  </a:cubicBezTo>
                  <a:cubicBezTo>
                    <a:pt x="25" y="35"/>
                    <a:pt x="28" y="33"/>
                    <a:pt x="30" y="30"/>
                  </a:cubicBezTo>
                  <a:cubicBezTo>
                    <a:pt x="28" y="27"/>
                    <a:pt x="28" y="27"/>
                    <a:pt x="28" y="27"/>
                  </a:cubicBezTo>
                  <a:moveTo>
                    <a:pt x="38" y="18"/>
                  </a:moveTo>
                  <a:cubicBezTo>
                    <a:pt x="37" y="19"/>
                    <a:pt x="36" y="19"/>
                    <a:pt x="35" y="20"/>
                  </a:cubicBezTo>
                  <a:cubicBezTo>
                    <a:pt x="33" y="22"/>
                    <a:pt x="32" y="23"/>
                    <a:pt x="30" y="25"/>
                  </a:cubicBezTo>
                  <a:cubicBezTo>
                    <a:pt x="32" y="28"/>
                    <a:pt x="32" y="28"/>
                    <a:pt x="32" y="28"/>
                  </a:cubicBezTo>
                  <a:cubicBezTo>
                    <a:pt x="34" y="26"/>
                    <a:pt x="36" y="25"/>
                    <a:pt x="38" y="23"/>
                  </a:cubicBezTo>
                  <a:cubicBezTo>
                    <a:pt x="39" y="23"/>
                    <a:pt x="40" y="22"/>
                    <a:pt x="40" y="21"/>
                  </a:cubicBezTo>
                  <a:cubicBezTo>
                    <a:pt x="38" y="18"/>
                    <a:pt x="38" y="18"/>
                    <a:pt x="38" y="18"/>
                  </a:cubicBezTo>
                  <a:moveTo>
                    <a:pt x="50" y="11"/>
                  </a:moveTo>
                  <a:cubicBezTo>
                    <a:pt x="46" y="12"/>
                    <a:pt x="43" y="14"/>
                    <a:pt x="40" y="16"/>
                  </a:cubicBezTo>
                  <a:cubicBezTo>
                    <a:pt x="43" y="19"/>
                    <a:pt x="43" y="19"/>
                    <a:pt x="43" y="19"/>
                  </a:cubicBezTo>
                  <a:cubicBezTo>
                    <a:pt x="46" y="17"/>
                    <a:pt x="49" y="16"/>
                    <a:pt x="52" y="14"/>
                  </a:cubicBezTo>
                  <a:cubicBezTo>
                    <a:pt x="50" y="11"/>
                    <a:pt x="50" y="11"/>
                    <a:pt x="50" y="11"/>
                  </a:cubicBezTo>
                  <a:moveTo>
                    <a:pt x="135" y="10"/>
                  </a:moveTo>
                  <a:cubicBezTo>
                    <a:pt x="141" y="18"/>
                    <a:pt x="141" y="18"/>
                    <a:pt x="141" y="18"/>
                  </a:cubicBezTo>
                  <a:cubicBezTo>
                    <a:pt x="149" y="23"/>
                    <a:pt x="157" y="29"/>
                    <a:pt x="163" y="37"/>
                  </a:cubicBezTo>
                  <a:cubicBezTo>
                    <a:pt x="171" y="48"/>
                    <a:pt x="177" y="60"/>
                    <a:pt x="180" y="73"/>
                  </a:cubicBezTo>
                  <a:cubicBezTo>
                    <a:pt x="186" y="81"/>
                    <a:pt x="186" y="81"/>
                    <a:pt x="186" y="81"/>
                  </a:cubicBezTo>
                  <a:cubicBezTo>
                    <a:pt x="184" y="67"/>
                    <a:pt x="179" y="55"/>
                    <a:pt x="172" y="43"/>
                  </a:cubicBezTo>
                  <a:cubicBezTo>
                    <a:pt x="166" y="35"/>
                    <a:pt x="166" y="35"/>
                    <a:pt x="166" y="35"/>
                  </a:cubicBezTo>
                  <a:cubicBezTo>
                    <a:pt x="166" y="35"/>
                    <a:pt x="166" y="35"/>
                    <a:pt x="166" y="35"/>
                  </a:cubicBezTo>
                  <a:cubicBezTo>
                    <a:pt x="158" y="24"/>
                    <a:pt x="147" y="16"/>
                    <a:pt x="135" y="10"/>
                  </a:cubicBezTo>
                  <a:moveTo>
                    <a:pt x="62" y="5"/>
                  </a:moveTo>
                  <a:cubicBezTo>
                    <a:pt x="59" y="6"/>
                    <a:pt x="55" y="8"/>
                    <a:pt x="52" y="9"/>
                  </a:cubicBezTo>
                  <a:cubicBezTo>
                    <a:pt x="55" y="13"/>
                    <a:pt x="55" y="13"/>
                    <a:pt x="55" y="13"/>
                  </a:cubicBezTo>
                  <a:cubicBezTo>
                    <a:pt x="58" y="11"/>
                    <a:pt x="61" y="10"/>
                    <a:pt x="65" y="8"/>
                  </a:cubicBezTo>
                  <a:cubicBezTo>
                    <a:pt x="62" y="5"/>
                    <a:pt x="62" y="5"/>
                    <a:pt x="62" y="5"/>
                  </a:cubicBezTo>
                  <a:moveTo>
                    <a:pt x="113" y="2"/>
                  </a:moveTo>
                  <a:cubicBezTo>
                    <a:pt x="117" y="7"/>
                    <a:pt x="117" y="7"/>
                    <a:pt x="117" y="7"/>
                  </a:cubicBezTo>
                  <a:cubicBezTo>
                    <a:pt x="123" y="9"/>
                    <a:pt x="129" y="11"/>
                    <a:pt x="135" y="14"/>
                  </a:cubicBezTo>
                  <a:cubicBezTo>
                    <a:pt x="130" y="7"/>
                    <a:pt x="130" y="7"/>
                    <a:pt x="130" y="7"/>
                  </a:cubicBezTo>
                  <a:cubicBezTo>
                    <a:pt x="125" y="5"/>
                    <a:pt x="119" y="3"/>
                    <a:pt x="113" y="2"/>
                  </a:cubicBezTo>
                  <a:moveTo>
                    <a:pt x="76" y="1"/>
                  </a:moveTo>
                  <a:cubicBezTo>
                    <a:pt x="72" y="2"/>
                    <a:pt x="69" y="3"/>
                    <a:pt x="65" y="4"/>
                  </a:cubicBezTo>
                  <a:cubicBezTo>
                    <a:pt x="68" y="8"/>
                    <a:pt x="68" y="8"/>
                    <a:pt x="68" y="8"/>
                  </a:cubicBezTo>
                  <a:cubicBezTo>
                    <a:pt x="71" y="6"/>
                    <a:pt x="75" y="6"/>
                    <a:pt x="79" y="5"/>
                  </a:cubicBezTo>
                  <a:cubicBezTo>
                    <a:pt x="76" y="1"/>
                    <a:pt x="76" y="1"/>
                    <a:pt x="76" y="1"/>
                  </a:cubicBezTo>
                  <a:moveTo>
                    <a:pt x="95" y="0"/>
                  </a:moveTo>
                  <a:cubicBezTo>
                    <a:pt x="98" y="4"/>
                    <a:pt x="98" y="4"/>
                    <a:pt x="98" y="4"/>
                  </a:cubicBezTo>
                  <a:cubicBezTo>
                    <a:pt x="103" y="4"/>
                    <a:pt x="108" y="5"/>
                    <a:pt x="112" y="6"/>
                  </a:cubicBezTo>
                  <a:cubicBezTo>
                    <a:pt x="109" y="1"/>
                    <a:pt x="109" y="1"/>
                    <a:pt x="109" y="1"/>
                  </a:cubicBezTo>
                  <a:cubicBezTo>
                    <a:pt x="105" y="0"/>
                    <a:pt x="100" y="0"/>
                    <a:pt x="95" y="0"/>
                  </a:cubicBezTo>
                  <a:moveTo>
                    <a:pt x="92" y="0"/>
                  </a:moveTo>
                  <a:cubicBezTo>
                    <a:pt x="87" y="0"/>
                    <a:pt x="83" y="0"/>
                    <a:pt x="79" y="1"/>
                  </a:cubicBezTo>
                  <a:cubicBezTo>
                    <a:pt x="82" y="4"/>
                    <a:pt x="82" y="4"/>
                    <a:pt x="82" y="4"/>
                  </a:cubicBezTo>
                  <a:cubicBezTo>
                    <a:pt x="86" y="4"/>
                    <a:pt x="89" y="4"/>
                    <a:pt x="93" y="4"/>
                  </a:cubicBezTo>
                  <a:cubicBezTo>
                    <a:pt x="94" y="4"/>
                    <a:pt x="94" y="4"/>
                    <a:pt x="94" y="4"/>
                  </a:cubicBezTo>
                  <a:cubicBezTo>
                    <a:pt x="92" y="0"/>
                    <a:pt x="92" y="0"/>
                    <a:pt x="9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3" name="Freeform 794"/>
            <p:cNvSpPr>
              <a:spLocks noEditPoints="1"/>
            </p:cNvSpPr>
            <p:nvPr/>
          </p:nvSpPr>
          <p:spPr bwMode="auto">
            <a:xfrm>
              <a:off x="13324219" y="1088388"/>
              <a:ext cx="394897" cy="567664"/>
            </a:xfrm>
            <a:custGeom>
              <a:avLst/>
              <a:gdLst>
                <a:gd name="T0" fmla="*/ 43 w 54"/>
                <a:gd name="T1" fmla="*/ 67 h 78"/>
                <a:gd name="T2" fmla="*/ 49 w 54"/>
                <a:gd name="T3" fmla="*/ 75 h 78"/>
                <a:gd name="T4" fmla="*/ 54 w 54"/>
                <a:gd name="T5" fmla="*/ 78 h 78"/>
                <a:gd name="T6" fmla="*/ 50 w 54"/>
                <a:gd name="T7" fmla="*/ 71 h 78"/>
                <a:gd name="T8" fmla="*/ 43 w 54"/>
                <a:gd name="T9" fmla="*/ 67 h 78"/>
                <a:gd name="T10" fmla="*/ 0 w 54"/>
                <a:gd name="T11" fmla="*/ 0 h 78"/>
                <a:gd name="T12" fmla="*/ 0 w 54"/>
                <a:gd name="T13" fmla="*/ 6 h 78"/>
                <a:gd name="T14" fmla="*/ 6 w 54"/>
                <a:gd name="T15" fmla="*/ 14 h 78"/>
                <a:gd name="T16" fmla="*/ 4 w 54"/>
                <a:gd name="T17" fmla="*/ 7 h 78"/>
                <a:gd name="T18" fmla="*/ 0 w 54"/>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78">
                  <a:moveTo>
                    <a:pt x="43" y="67"/>
                  </a:moveTo>
                  <a:cubicBezTo>
                    <a:pt x="49" y="75"/>
                    <a:pt x="49" y="75"/>
                    <a:pt x="49" y="75"/>
                  </a:cubicBezTo>
                  <a:cubicBezTo>
                    <a:pt x="51" y="76"/>
                    <a:pt x="53" y="77"/>
                    <a:pt x="54" y="78"/>
                  </a:cubicBezTo>
                  <a:cubicBezTo>
                    <a:pt x="50" y="71"/>
                    <a:pt x="50" y="71"/>
                    <a:pt x="50" y="71"/>
                  </a:cubicBezTo>
                  <a:cubicBezTo>
                    <a:pt x="47" y="70"/>
                    <a:pt x="45" y="68"/>
                    <a:pt x="43" y="67"/>
                  </a:cubicBezTo>
                  <a:moveTo>
                    <a:pt x="0" y="0"/>
                  </a:moveTo>
                  <a:cubicBezTo>
                    <a:pt x="0" y="2"/>
                    <a:pt x="0" y="4"/>
                    <a:pt x="0" y="6"/>
                  </a:cubicBezTo>
                  <a:cubicBezTo>
                    <a:pt x="6" y="14"/>
                    <a:pt x="6" y="14"/>
                    <a:pt x="6" y="14"/>
                  </a:cubicBezTo>
                  <a:cubicBezTo>
                    <a:pt x="5" y="12"/>
                    <a:pt x="5" y="10"/>
                    <a:pt x="4" y="7"/>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4" name="Freeform 795"/>
            <p:cNvSpPr>
              <a:spLocks noEditPoints="1"/>
            </p:cNvSpPr>
            <p:nvPr/>
          </p:nvSpPr>
          <p:spPr bwMode="auto">
            <a:xfrm>
              <a:off x="13324219" y="927961"/>
              <a:ext cx="555324" cy="771283"/>
            </a:xfrm>
            <a:custGeom>
              <a:avLst/>
              <a:gdLst>
                <a:gd name="T0" fmla="*/ 68 w 76"/>
                <a:gd name="T1" fmla="*/ 100 h 106"/>
                <a:gd name="T2" fmla="*/ 71 w 76"/>
                <a:gd name="T3" fmla="*/ 105 h 106"/>
                <a:gd name="T4" fmla="*/ 76 w 76"/>
                <a:gd name="T5" fmla="*/ 106 h 106"/>
                <a:gd name="T6" fmla="*/ 72 w 76"/>
                <a:gd name="T7" fmla="*/ 102 h 106"/>
                <a:gd name="T8" fmla="*/ 68 w 76"/>
                <a:gd name="T9" fmla="*/ 100 h 106"/>
                <a:gd name="T10" fmla="*/ 0 w 76"/>
                <a:gd name="T11" fmla="*/ 0 h 106"/>
                <a:gd name="T12" fmla="*/ 0 w 76"/>
                <a:gd name="T13" fmla="*/ 4 h 106"/>
                <a:gd name="T14" fmla="*/ 0 w 76"/>
                <a:gd name="T15" fmla="*/ 4 h 106"/>
                <a:gd name="T16" fmla="*/ 3 w 76"/>
                <a:gd name="T17" fmla="*/ 10 h 106"/>
                <a:gd name="T18" fmla="*/ 4 w 76"/>
                <a:gd name="T19" fmla="*/ 5 h 106"/>
                <a:gd name="T20" fmla="*/ 0 w 76"/>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106">
                  <a:moveTo>
                    <a:pt x="68" y="100"/>
                  </a:moveTo>
                  <a:cubicBezTo>
                    <a:pt x="71" y="105"/>
                    <a:pt x="71" y="105"/>
                    <a:pt x="71" y="105"/>
                  </a:cubicBezTo>
                  <a:cubicBezTo>
                    <a:pt x="73" y="106"/>
                    <a:pt x="74" y="106"/>
                    <a:pt x="76" y="106"/>
                  </a:cubicBezTo>
                  <a:cubicBezTo>
                    <a:pt x="72" y="102"/>
                    <a:pt x="72" y="102"/>
                    <a:pt x="72" y="102"/>
                  </a:cubicBezTo>
                  <a:cubicBezTo>
                    <a:pt x="71" y="101"/>
                    <a:pt x="69" y="101"/>
                    <a:pt x="68" y="100"/>
                  </a:cubicBezTo>
                  <a:moveTo>
                    <a:pt x="0" y="0"/>
                  </a:moveTo>
                  <a:cubicBezTo>
                    <a:pt x="0" y="2"/>
                    <a:pt x="0" y="3"/>
                    <a:pt x="0" y="4"/>
                  </a:cubicBezTo>
                  <a:cubicBezTo>
                    <a:pt x="0" y="4"/>
                    <a:pt x="0" y="4"/>
                    <a:pt x="0" y="4"/>
                  </a:cubicBezTo>
                  <a:cubicBezTo>
                    <a:pt x="3" y="10"/>
                    <a:pt x="3" y="10"/>
                    <a:pt x="3" y="10"/>
                  </a:cubicBezTo>
                  <a:cubicBezTo>
                    <a:pt x="4" y="8"/>
                    <a:pt x="4" y="6"/>
                    <a:pt x="4" y="5"/>
                  </a:cubicBezTo>
                  <a:cubicBezTo>
                    <a:pt x="0" y="0"/>
                    <a:pt x="0"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5" name="Freeform 796"/>
            <p:cNvSpPr>
              <a:spLocks noEditPoints="1"/>
            </p:cNvSpPr>
            <p:nvPr/>
          </p:nvSpPr>
          <p:spPr bwMode="auto">
            <a:xfrm>
              <a:off x="13355071" y="804556"/>
              <a:ext cx="647878" cy="910114"/>
            </a:xfrm>
            <a:custGeom>
              <a:avLst/>
              <a:gdLst>
                <a:gd name="T0" fmla="*/ 83 w 89"/>
                <a:gd name="T1" fmla="*/ 121 h 125"/>
                <a:gd name="T2" fmla="*/ 86 w 89"/>
                <a:gd name="T3" fmla="*/ 125 h 125"/>
                <a:gd name="T4" fmla="*/ 88 w 89"/>
                <a:gd name="T5" fmla="*/ 125 h 125"/>
                <a:gd name="T6" fmla="*/ 88 w 89"/>
                <a:gd name="T7" fmla="*/ 125 h 125"/>
                <a:gd name="T8" fmla="*/ 89 w 89"/>
                <a:gd name="T9" fmla="*/ 125 h 125"/>
                <a:gd name="T10" fmla="*/ 86 w 89"/>
                <a:gd name="T11" fmla="*/ 121 h 125"/>
                <a:gd name="T12" fmla="*/ 83 w 89"/>
                <a:gd name="T13" fmla="*/ 121 h 125"/>
                <a:gd name="T14" fmla="*/ 1 w 89"/>
                <a:gd name="T15" fmla="*/ 0 h 125"/>
                <a:gd name="T16" fmla="*/ 0 w 89"/>
                <a:gd name="T17" fmla="*/ 3 h 125"/>
                <a:gd name="T18" fmla="*/ 3 w 89"/>
                <a:gd name="T19" fmla="*/ 8 h 125"/>
                <a:gd name="T20" fmla="*/ 4 w 89"/>
                <a:gd name="T21" fmla="*/ 4 h 125"/>
                <a:gd name="T22" fmla="*/ 1 w 89"/>
                <a:gd name="T2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125">
                  <a:moveTo>
                    <a:pt x="83" y="121"/>
                  </a:moveTo>
                  <a:cubicBezTo>
                    <a:pt x="86" y="125"/>
                    <a:pt x="86" y="125"/>
                    <a:pt x="86" y="125"/>
                  </a:cubicBezTo>
                  <a:cubicBezTo>
                    <a:pt x="87" y="125"/>
                    <a:pt x="87" y="125"/>
                    <a:pt x="88" y="125"/>
                  </a:cubicBezTo>
                  <a:cubicBezTo>
                    <a:pt x="88" y="125"/>
                    <a:pt x="88" y="125"/>
                    <a:pt x="88" y="125"/>
                  </a:cubicBezTo>
                  <a:cubicBezTo>
                    <a:pt x="89" y="125"/>
                    <a:pt x="89" y="125"/>
                    <a:pt x="89" y="125"/>
                  </a:cubicBezTo>
                  <a:cubicBezTo>
                    <a:pt x="86" y="121"/>
                    <a:pt x="86" y="121"/>
                    <a:pt x="86" y="121"/>
                  </a:cubicBezTo>
                  <a:cubicBezTo>
                    <a:pt x="85" y="121"/>
                    <a:pt x="84" y="121"/>
                    <a:pt x="83" y="121"/>
                  </a:cubicBezTo>
                  <a:moveTo>
                    <a:pt x="1" y="0"/>
                  </a:moveTo>
                  <a:cubicBezTo>
                    <a:pt x="0" y="1"/>
                    <a:pt x="0" y="2"/>
                    <a:pt x="0" y="3"/>
                  </a:cubicBezTo>
                  <a:cubicBezTo>
                    <a:pt x="3" y="8"/>
                    <a:pt x="3" y="8"/>
                    <a:pt x="3" y="8"/>
                  </a:cubicBezTo>
                  <a:cubicBezTo>
                    <a:pt x="3" y="6"/>
                    <a:pt x="3" y="5"/>
                    <a:pt x="4" y="4"/>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6" name="Freeform 797"/>
            <p:cNvSpPr>
              <a:spLocks noEditPoints="1"/>
            </p:cNvSpPr>
            <p:nvPr/>
          </p:nvSpPr>
          <p:spPr bwMode="auto">
            <a:xfrm>
              <a:off x="13398263" y="702747"/>
              <a:ext cx="721921" cy="1005753"/>
            </a:xfrm>
            <a:custGeom>
              <a:avLst/>
              <a:gdLst>
                <a:gd name="T0" fmla="*/ 96 w 99"/>
                <a:gd name="T1" fmla="*/ 134 h 138"/>
                <a:gd name="T2" fmla="*/ 93 w 99"/>
                <a:gd name="T3" fmla="*/ 134 h 138"/>
                <a:gd name="T4" fmla="*/ 96 w 99"/>
                <a:gd name="T5" fmla="*/ 138 h 138"/>
                <a:gd name="T6" fmla="*/ 99 w 99"/>
                <a:gd name="T7" fmla="*/ 137 h 138"/>
                <a:gd name="T8" fmla="*/ 96 w 99"/>
                <a:gd name="T9" fmla="*/ 134 h 138"/>
                <a:gd name="T10" fmla="*/ 1 w 99"/>
                <a:gd name="T11" fmla="*/ 0 h 138"/>
                <a:gd name="T12" fmla="*/ 0 w 99"/>
                <a:gd name="T13" fmla="*/ 3 h 138"/>
                <a:gd name="T14" fmla="*/ 2 w 99"/>
                <a:gd name="T15" fmla="*/ 6 h 138"/>
                <a:gd name="T16" fmla="*/ 4 w 99"/>
                <a:gd name="T17" fmla="*/ 3 h 138"/>
                <a:gd name="T18" fmla="*/ 1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6" y="134"/>
                  </a:moveTo>
                  <a:cubicBezTo>
                    <a:pt x="95" y="134"/>
                    <a:pt x="94" y="134"/>
                    <a:pt x="93" y="134"/>
                  </a:cubicBezTo>
                  <a:cubicBezTo>
                    <a:pt x="96" y="138"/>
                    <a:pt x="96" y="138"/>
                    <a:pt x="96" y="138"/>
                  </a:cubicBezTo>
                  <a:cubicBezTo>
                    <a:pt x="97" y="138"/>
                    <a:pt x="98" y="138"/>
                    <a:pt x="99" y="137"/>
                  </a:cubicBezTo>
                  <a:cubicBezTo>
                    <a:pt x="96" y="134"/>
                    <a:pt x="96" y="134"/>
                    <a:pt x="96" y="134"/>
                  </a:cubicBezTo>
                  <a:moveTo>
                    <a:pt x="1" y="0"/>
                  </a:moveTo>
                  <a:cubicBezTo>
                    <a:pt x="1" y="1"/>
                    <a:pt x="0" y="2"/>
                    <a:pt x="0" y="3"/>
                  </a:cubicBezTo>
                  <a:cubicBezTo>
                    <a:pt x="2" y="6"/>
                    <a:pt x="2" y="6"/>
                    <a:pt x="2" y="6"/>
                  </a:cubicBezTo>
                  <a:cubicBezTo>
                    <a:pt x="3" y="5"/>
                    <a:pt x="3" y="4"/>
                    <a:pt x="4" y="3"/>
                  </a:cubicBezTo>
                  <a:cubicBezTo>
                    <a:pt x="1" y="0"/>
                    <a:pt x="1"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7" name="Freeform 798"/>
            <p:cNvSpPr>
              <a:spLocks noEditPoints="1"/>
            </p:cNvSpPr>
            <p:nvPr/>
          </p:nvSpPr>
          <p:spPr bwMode="auto">
            <a:xfrm>
              <a:off x="13456880" y="613278"/>
              <a:ext cx="765113" cy="1073626"/>
            </a:xfrm>
            <a:custGeom>
              <a:avLst/>
              <a:gdLst>
                <a:gd name="T0" fmla="*/ 102 w 105"/>
                <a:gd name="T1" fmla="*/ 142 h 147"/>
                <a:gd name="T2" fmla="*/ 99 w 105"/>
                <a:gd name="T3" fmla="*/ 143 h 147"/>
                <a:gd name="T4" fmla="*/ 102 w 105"/>
                <a:gd name="T5" fmla="*/ 147 h 147"/>
                <a:gd name="T6" fmla="*/ 105 w 105"/>
                <a:gd name="T7" fmla="*/ 146 h 147"/>
                <a:gd name="T8" fmla="*/ 102 w 105"/>
                <a:gd name="T9" fmla="*/ 142 h 147"/>
                <a:gd name="T10" fmla="*/ 2 w 105"/>
                <a:gd name="T11" fmla="*/ 0 h 147"/>
                <a:gd name="T12" fmla="*/ 0 w 105"/>
                <a:gd name="T13" fmla="*/ 2 h 147"/>
                <a:gd name="T14" fmla="*/ 2 w 105"/>
                <a:gd name="T15" fmla="*/ 6 h 147"/>
                <a:gd name="T16" fmla="*/ 4 w 105"/>
                <a:gd name="T17" fmla="*/ 3 h 147"/>
                <a:gd name="T18" fmla="*/ 2 w 105"/>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47">
                  <a:moveTo>
                    <a:pt x="102" y="142"/>
                  </a:moveTo>
                  <a:cubicBezTo>
                    <a:pt x="101" y="143"/>
                    <a:pt x="100" y="143"/>
                    <a:pt x="99" y="143"/>
                  </a:cubicBezTo>
                  <a:cubicBezTo>
                    <a:pt x="102" y="147"/>
                    <a:pt x="102" y="147"/>
                    <a:pt x="102" y="147"/>
                  </a:cubicBezTo>
                  <a:cubicBezTo>
                    <a:pt x="103" y="146"/>
                    <a:pt x="104" y="146"/>
                    <a:pt x="105" y="146"/>
                  </a:cubicBezTo>
                  <a:cubicBezTo>
                    <a:pt x="102" y="142"/>
                    <a:pt x="102" y="142"/>
                    <a:pt x="102" y="142"/>
                  </a:cubicBezTo>
                  <a:moveTo>
                    <a:pt x="2" y="0"/>
                  </a:moveTo>
                  <a:cubicBezTo>
                    <a:pt x="1" y="1"/>
                    <a:pt x="0" y="1"/>
                    <a:pt x="0" y="2"/>
                  </a:cubicBezTo>
                  <a:cubicBezTo>
                    <a:pt x="2" y="6"/>
                    <a:pt x="2" y="6"/>
                    <a:pt x="2" y="6"/>
                  </a:cubicBezTo>
                  <a:cubicBezTo>
                    <a:pt x="3" y="5"/>
                    <a:pt x="3"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8" name="Freeform 799"/>
            <p:cNvSpPr>
              <a:spLocks noEditPoints="1"/>
            </p:cNvSpPr>
            <p:nvPr/>
          </p:nvSpPr>
          <p:spPr bwMode="auto">
            <a:xfrm>
              <a:off x="13521668" y="542320"/>
              <a:ext cx="795964" cy="1107562"/>
            </a:xfrm>
            <a:custGeom>
              <a:avLst/>
              <a:gdLst>
                <a:gd name="T0" fmla="*/ 106 w 109"/>
                <a:gd name="T1" fmla="*/ 147 h 152"/>
                <a:gd name="T2" fmla="*/ 104 w 109"/>
                <a:gd name="T3" fmla="*/ 148 h 152"/>
                <a:gd name="T4" fmla="*/ 106 w 109"/>
                <a:gd name="T5" fmla="*/ 152 h 152"/>
                <a:gd name="T6" fmla="*/ 109 w 109"/>
                <a:gd name="T7" fmla="*/ 150 h 152"/>
                <a:gd name="T8" fmla="*/ 106 w 109"/>
                <a:gd name="T9" fmla="*/ 147 h 152"/>
                <a:gd name="T10" fmla="*/ 2 w 109"/>
                <a:gd name="T11" fmla="*/ 0 h 152"/>
                <a:gd name="T12" fmla="*/ 0 w 109"/>
                <a:gd name="T13" fmla="*/ 2 h 152"/>
                <a:gd name="T14" fmla="*/ 2 w 109"/>
                <a:gd name="T15" fmla="*/ 5 h 152"/>
                <a:gd name="T16" fmla="*/ 4 w 109"/>
                <a:gd name="T17" fmla="*/ 3 h 152"/>
                <a:gd name="T18" fmla="*/ 2 w 109"/>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52">
                  <a:moveTo>
                    <a:pt x="106" y="147"/>
                  </a:moveTo>
                  <a:cubicBezTo>
                    <a:pt x="105" y="147"/>
                    <a:pt x="104" y="148"/>
                    <a:pt x="104" y="148"/>
                  </a:cubicBezTo>
                  <a:cubicBezTo>
                    <a:pt x="106" y="152"/>
                    <a:pt x="106" y="152"/>
                    <a:pt x="106" y="152"/>
                  </a:cubicBezTo>
                  <a:cubicBezTo>
                    <a:pt x="107" y="151"/>
                    <a:pt x="108" y="151"/>
                    <a:pt x="109" y="150"/>
                  </a:cubicBezTo>
                  <a:cubicBezTo>
                    <a:pt x="106" y="147"/>
                    <a:pt x="106" y="147"/>
                    <a:pt x="106" y="147"/>
                  </a:cubicBezTo>
                  <a:moveTo>
                    <a:pt x="2" y="0"/>
                  </a:moveTo>
                  <a:cubicBezTo>
                    <a:pt x="1" y="0"/>
                    <a:pt x="0" y="1"/>
                    <a:pt x="0" y="2"/>
                  </a:cubicBezTo>
                  <a:cubicBezTo>
                    <a:pt x="2" y="5"/>
                    <a:pt x="2" y="5"/>
                    <a:pt x="2" y="5"/>
                  </a:cubicBezTo>
                  <a:cubicBezTo>
                    <a:pt x="3" y="4"/>
                    <a:pt x="4" y="4"/>
                    <a:pt x="4"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09" name="Freeform 800"/>
            <p:cNvSpPr>
              <a:spLocks noEditPoints="1"/>
            </p:cNvSpPr>
            <p:nvPr/>
          </p:nvSpPr>
          <p:spPr bwMode="auto">
            <a:xfrm>
              <a:off x="13595711" y="474447"/>
              <a:ext cx="802135" cy="1122988"/>
            </a:xfrm>
            <a:custGeom>
              <a:avLst/>
              <a:gdLst>
                <a:gd name="T0" fmla="*/ 108 w 110"/>
                <a:gd name="T1" fmla="*/ 149 h 154"/>
                <a:gd name="T2" fmla="*/ 105 w 110"/>
                <a:gd name="T3" fmla="*/ 151 h 154"/>
                <a:gd name="T4" fmla="*/ 108 w 110"/>
                <a:gd name="T5" fmla="*/ 154 h 154"/>
                <a:gd name="T6" fmla="*/ 110 w 110"/>
                <a:gd name="T7" fmla="*/ 152 h 154"/>
                <a:gd name="T8" fmla="*/ 108 w 110"/>
                <a:gd name="T9" fmla="*/ 149 h 154"/>
                <a:gd name="T10" fmla="*/ 2 w 110"/>
                <a:gd name="T11" fmla="*/ 0 h 154"/>
                <a:gd name="T12" fmla="*/ 0 w 110"/>
                <a:gd name="T13" fmla="*/ 2 h 154"/>
                <a:gd name="T14" fmla="*/ 2 w 110"/>
                <a:gd name="T15" fmla="*/ 5 h 154"/>
                <a:gd name="T16" fmla="*/ 5 w 110"/>
                <a:gd name="T17" fmla="*/ 3 h 154"/>
                <a:gd name="T18" fmla="*/ 2 w 110"/>
                <a:gd name="T1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54">
                  <a:moveTo>
                    <a:pt x="108" y="149"/>
                  </a:moveTo>
                  <a:cubicBezTo>
                    <a:pt x="107" y="149"/>
                    <a:pt x="106" y="150"/>
                    <a:pt x="105" y="151"/>
                  </a:cubicBezTo>
                  <a:cubicBezTo>
                    <a:pt x="108" y="154"/>
                    <a:pt x="108" y="154"/>
                    <a:pt x="108" y="154"/>
                  </a:cubicBezTo>
                  <a:cubicBezTo>
                    <a:pt x="108" y="153"/>
                    <a:pt x="109" y="153"/>
                    <a:pt x="110" y="152"/>
                  </a:cubicBezTo>
                  <a:cubicBezTo>
                    <a:pt x="108" y="149"/>
                    <a:pt x="108" y="149"/>
                    <a:pt x="108" y="149"/>
                  </a:cubicBezTo>
                  <a:moveTo>
                    <a:pt x="2" y="0"/>
                  </a:moveTo>
                  <a:cubicBezTo>
                    <a:pt x="2" y="1"/>
                    <a:pt x="1" y="1"/>
                    <a:pt x="0" y="2"/>
                  </a:cubicBezTo>
                  <a:cubicBezTo>
                    <a:pt x="2" y="5"/>
                    <a:pt x="2" y="5"/>
                    <a:pt x="2" y="5"/>
                  </a:cubicBezTo>
                  <a:cubicBezTo>
                    <a:pt x="3" y="5"/>
                    <a:pt x="4" y="4"/>
                    <a:pt x="5" y="3"/>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0" name="Freeform 801"/>
            <p:cNvSpPr>
              <a:spLocks noEditPoints="1"/>
            </p:cNvSpPr>
            <p:nvPr/>
          </p:nvSpPr>
          <p:spPr bwMode="auto">
            <a:xfrm>
              <a:off x="13682095" y="425085"/>
              <a:ext cx="786709" cy="1107562"/>
            </a:xfrm>
            <a:custGeom>
              <a:avLst/>
              <a:gdLst>
                <a:gd name="T0" fmla="*/ 106 w 108"/>
                <a:gd name="T1" fmla="*/ 147 h 152"/>
                <a:gd name="T2" fmla="*/ 104 w 108"/>
                <a:gd name="T3" fmla="*/ 149 h 152"/>
                <a:gd name="T4" fmla="*/ 106 w 108"/>
                <a:gd name="T5" fmla="*/ 152 h 152"/>
                <a:gd name="T6" fmla="*/ 108 w 108"/>
                <a:gd name="T7" fmla="*/ 150 h 152"/>
                <a:gd name="T8" fmla="*/ 106 w 108"/>
                <a:gd name="T9" fmla="*/ 147 h 152"/>
                <a:gd name="T10" fmla="*/ 2 w 108"/>
                <a:gd name="T11" fmla="*/ 0 h 152"/>
                <a:gd name="T12" fmla="*/ 0 w 108"/>
                <a:gd name="T13" fmla="*/ 2 h 152"/>
                <a:gd name="T14" fmla="*/ 2 w 108"/>
                <a:gd name="T15" fmla="*/ 5 h 152"/>
                <a:gd name="T16" fmla="*/ 5 w 108"/>
                <a:gd name="T17" fmla="*/ 4 h 152"/>
                <a:gd name="T18" fmla="*/ 2 w 108"/>
                <a:gd name="T19"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52">
                  <a:moveTo>
                    <a:pt x="106" y="147"/>
                  </a:moveTo>
                  <a:cubicBezTo>
                    <a:pt x="105" y="148"/>
                    <a:pt x="105" y="148"/>
                    <a:pt x="104" y="149"/>
                  </a:cubicBezTo>
                  <a:cubicBezTo>
                    <a:pt x="106" y="152"/>
                    <a:pt x="106" y="152"/>
                    <a:pt x="106" y="152"/>
                  </a:cubicBezTo>
                  <a:cubicBezTo>
                    <a:pt x="107" y="152"/>
                    <a:pt x="108" y="151"/>
                    <a:pt x="108" y="150"/>
                  </a:cubicBezTo>
                  <a:cubicBezTo>
                    <a:pt x="106" y="147"/>
                    <a:pt x="106" y="147"/>
                    <a:pt x="106" y="147"/>
                  </a:cubicBezTo>
                  <a:moveTo>
                    <a:pt x="2" y="0"/>
                  </a:moveTo>
                  <a:cubicBezTo>
                    <a:pt x="1" y="1"/>
                    <a:pt x="0" y="1"/>
                    <a:pt x="0" y="2"/>
                  </a:cubicBezTo>
                  <a:cubicBezTo>
                    <a:pt x="2" y="5"/>
                    <a:pt x="2" y="5"/>
                    <a:pt x="2" y="5"/>
                  </a:cubicBezTo>
                  <a:cubicBezTo>
                    <a:pt x="3" y="4"/>
                    <a:pt x="4" y="4"/>
                    <a:pt x="5" y="4"/>
                  </a:cubicBezTo>
                  <a:cubicBezTo>
                    <a:pt x="2" y="0"/>
                    <a:pt x="2" y="0"/>
                    <a:pt x="2"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1" name="Freeform 802"/>
            <p:cNvSpPr>
              <a:spLocks noEditPoints="1"/>
            </p:cNvSpPr>
            <p:nvPr/>
          </p:nvSpPr>
          <p:spPr bwMode="auto">
            <a:xfrm>
              <a:off x="13768478" y="388063"/>
              <a:ext cx="774368" cy="1070541"/>
            </a:xfrm>
            <a:custGeom>
              <a:avLst/>
              <a:gdLst>
                <a:gd name="T0" fmla="*/ 103 w 106"/>
                <a:gd name="T1" fmla="*/ 141 h 147"/>
                <a:gd name="T2" fmla="*/ 101 w 106"/>
                <a:gd name="T3" fmla="*/ 144 h 147"/>
                <a:gd name="T4" fmla="*/ 104 w 106"/>
                <a:gd name="T5" fmla="*/ 147 h 147"/>
                <a:gd name="T6" fmla="*/ 106 w 106"/>
                <a:gd name="T7" fmla="*/ 145 h 147"/>
                <a:gd name="T8" fmla="*/ 103 w 106"/>
                <a:gd name="T9" fmla="*/ 141 h 147"/>
                <a:gd name="T10" fmla="*/ 3 w 106"/>
                <a:gd name="T11" fmla="*/ 0 h 147"/>
                <a:gd name="T12" fmla="*/ 0 w 106"/>
                <a:gd name="T13" fmla="*/ 1 h 147"/>
                <a:gd name="T14" fmla="*/ 3 w 106"/>
                <a:gd name="T15" fmla="*/ 4 h 147"/>
                <a:gd name="T16" fmla="*/ 6 w 106"/>
                <a:gd name="T17" fmla="*/ 4 h 147"/>
                <a:gd name="T18" fmla="*/ 3 w 106"/>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47">
                  <a:moveTo>
                    <a:pt x="103" y="141"/>
                  </a:moveTo>
                  <a:cubicBezTo>
                    <a:pt x="103" y="142"/>
                    <a:pt x="102" y="143"/>
                    <a:pt x="101" y="144"/>
                  </a:cubicBezTo>
                  <a:cubicBezTo>
                    <a:pt x="104" y="147"/>
                    <a:pt x="104" y="147"/>
                    <a:pt x="104" y="147"/>
                  </a:cubicBezTo>
                  <a:cubicBezTo>
                    <a:pt x="104" y="147"/>
                    <a:pt x="105" y="146"/>
                    <a:pt x="106" y="145"/>
                  </a:cubicBezTo>
                  <a:cubicBezTo>
                    <a:pt x="103" y="141"/>
                    <a:pt x="103" y="141"/>
                    <a:pt x="103" y="141"/>
                  </a:cubicBezTo>
                  <a:moveTo>
                    <a:pt x="3" y="0"/>
                  </a:moveTo>
                  <a:cubicBezTo>
                    <a:pt x="2" y="0"/>
                    <a:pt x="1" y="1"/>
                    <a:pt x="0" y="1"/>
                  </a:cubicBezTo>
                  <a:cubicBezTo>
                    <a:pt x="3" y="4"/>
                    <a:pt x="3" y="4"/>
                    <a:pt x="3" y="4"/>
                  </a:cubicBezTo>
                  <a:cubicBezTo>
                    <a:pt x="4" y="4"/>
                    <a:pt x="5" y="4"/>
                    <a:pt x="6" y="4"/>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2" name="Freeform 803"/>
            <p:cNvSpPr>
              <a:spLocks noEditPoints="1"/>
            </p:cNvSpPr>
            <p:nvPr/>
          </p:nvSpPr>
          <p:spPr bwMode="auto">
            <a:xfrm>
              <a:off x="13870288" y="366467"/>
              <a:ext cx="725006" cy="1005753"/>
            </a:xfrm>
            <a:custGeom>
              <a:avLst/>
              <a:gdLst>
                <a:gd name="T0" fmla="*/ 97 w 99"/>
                <a:gd name="T1" fmla="*/ 132 h 138"/>
                <a:gd name="T2" fmla="*/ 95 w 99"/>
                <a:gd name="T3" fmla="*/ 135 h 138"/>
                <a:gd name="T4" fmla="*/ 98 w 99"/>
                <a:gd name="T5" fmla="*/ 138 h 138"/>
                <a:gd name="T6" fmla="*/ 99 w 99"/>
                <a:gd name="T7" fmla="*/ 136 h 138"/>
                <a:gd name="T8" fmla="*/ 97 w 99"/>
                <a:gd name="T9" fmla="*/ 132 h 138"/>
                <a:gd name="T10" fmla="*/ 3 w 99"/>
                <a:gd name="T11" fmla="*/ 0 h 138"/>
                <a:gd name="T12" fmla="*/ 0 w 99"/>
                <a:gd name="T13" fmla="*/ 0 h 138"/>
                <a:gd name="T14" fmla="*/ 3 w 99"/>
                <a:gd name="T15" fmla="*/ 4 h 138"/>
                <a:gd name="T16" fmla="*/ 6 w 99"/>
                <a:gd name="T17" fmla="*/ 3 h 138"/>
                <a:gd name="T18" fmla="*/ 3 w 99"/>
                <a:gd name="T19"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138">
                  <a:moveTo>
                    <a:pt x="97" y="132"/>
                  </a:moveTo>
                  <a:cubicBezTo>
                    <a:pt x="96" y="133"/>
                    <a:pt x="96" y="134"/>
                    <a:pt x="95" y="135"/>
                  </a:cubicBezTo>
                  <a:cubicBezTo>
                    <a:pt x="98" y="138"/>
                    <a:pt x="98" y="138"/>
                    <a:pt x="98" y="138"/>
                  </a:cubicBezTo>
                  <a:cubicBezTo>
                    <a:pt x="98" y="138"/>
                    <a:pt x="99" y="137"/>
                    <a:pt x="99" y="136"/>
                  </a:cubicBezTo>
                  <a:cubicBezTo>
                    <a:pt x="97" y="132"/>
                    <a:pt x="97" y="132"/>
                    <a:pt x="97" y="132"/>
                  </a:cubicBezTo>
                  <a:moveTo>
                    <a:pt x="3" y="0"/>
                  </a:moveTo>
                  <a:cubicBezTo>
                    <a:pt x="2" y="0"/>
                    <a:pt x="1" y="0"/>
                    <a:pt x="0" y="0"/>
                  </a:cubicBezTo>
                  <a:cubicBezTo>
                    <a:pt x="3" y="4"/>
                    <a:pt x="3" y="4"/>
                    <a:pt x="3" y="4"/>
                  </a:cubicBezTo>
                  <a:cubicBezTo>
                    <a:pt x="4" y="4"/>
                    <a:pt x="5" y="4"/>
                    <a:pt x="6" y="3"/>
                  </a:cubicBezTo>
                  <a:cubicBezTo>
                    <a:pt x="3" y="0"/>
                    <a:pt x="3" y="0"/>
                    <a:pt x="3"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3" name="Freeform 804"/>
            <p:cNvSpPr>
              <a:spLocks noEditPoints="1"/>
            </p:cNvSpPr>
            <p:nvPr/>
          </p:nvSpPr>
          <p:spPr bwMode="auto">
            <a:xfrm>
              <a:off x="13987523" y="360297"/>
              <a:ext cx="657133" cy="910114"/>
            </a:xfrm>
            <a:custGeom>
              <a:avLst/>
              <a:gdLst>
                <a:gd name="T0" fmla="*/ 87 w 90"/>
                <a:gd name="T1" fmla="*/ 118 h 125"/>
                <a:gd name="T2" fmla="*/ 86 w 90"/>
                <a:gd name="T3" fmla="*/ 121 h 125"/>
                <a:gd name="T4" fmla="*/ 89 w 90"/>
                <a:gd name="T5" fmla="*/ 125 h 125"/>
                <a:gd name="T6" fmla="*/ 90 w 90"/>
                <a:gd name="T7" fmla="*/ 122 h 125"/>
                <a:gd name="T8" fmla="*/ 87 w 90"/>
                <a:gd name="T9" fmla="*/ 118 h 125"/>
                <a:gd name="T10" fmla="*/ 1 w 90"/>
                <a:gd name="T11" fmla="*/ 0 h 125"/>
                <a:gd name="T12" fmla="*/ 0 w 90"/>
                <a:gd name="T13" fmla="*/ 0 h 125"/>
                <a:gd name="T14" fmla="*/ 2 w 90"/>
                <a:gd name="T15" fmla="*/ 4 h 125"/>
                <a:gd name="T16" fmla="*/ 6 w 90"/>
                <a:gd name="T17" fmla="*/ 4 h 125"/>
                <a:gd name="T18" fmla="*/ 3 w 90"/>
                <a:gd name="T19" fmla="*/ 0 h 125"/>
                <a:gd name="T20" fmla="*/ 1 w 90"/>
                <a:gd name="T2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125">
                  <a:moveTo>
                    <a:pt x="87" y="118"/>
                  </a:moveTo>
                  <a:cubicBezTo>
                    <a:pt x="86" y="119"/>
                    <a:pt x="86" y="120"/>
                    <a:pt x="86" y="121"/>
                  </a:cubicBezTo>
                  <a:cubicBezTo>
                    <a:pt x="89" y="125"/>
                    <a:pt x="89" y="125"/>
                    <a:pt x="89" y="125"/>
                  </a:cubicBezTo>
                  <a:cubicBezTo>
                    <a:pt x="89" y="124"/>
                    <a:pt x="89" y="123"/>
                    <a:pt x="90" y="122"/>
                  </a:cubicBezTo>
                  <a:cubicBezTo>
                    <a:pt x="87" y="118"/>
                    <a:pt x="87" y="118"/>
                    <a:pt x="87" y="118"/>
                  </a:cubicBezTo>
                  <a:moveTo>
                    <a:pt x="1" y="0"/>
                  </a:moveTo>
                  <a:cubicBezTo>
                    <a:pt x="1" y="0"/>
                    <a:pt x="0" y="0"/>
                    <a:pt x="0" y="0"/>
                  </a:cubicBezTo>
                  <a:cubicBezTo>
                    <a:pt x="2" y="4"/>
                    <a:pt x="2" y="4"/>
                    <a:pt x="2" y="4"/>
                  </a:cubicBezTo>
                  <a:cubicBezTo>
                    <a:pt x="4" y="4"/>
                    <a:pt x="5" y="4"/>
                    <a:pt x="6" y="4"/>
                  </a:cubicBezTo>
                  <a:cubicBezTo>
                    <a:pt x="3" y="0"/>
                    <a:pt x="3" y="0"/>
                    <a:pt x="3" y="0"/>
                  </a:cubicBezTo>
                  <a:cubicBezTo>
                    <a:pt x="3" y="0"/>
                    <a:pt x="2" y="0"/>
                    <a:pt x="1"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4" name="Freeform 805"/>
            <p:cNvSpPr>
              <a:spLocks noEditPoints="1"/>
            </p:cNvSpPr>
            <p:nvPr/>
          </p:nvSpPr>
          <p:spPr bwMode="auto">
            <a:xfrm>
              <a:off x="14110928" y="366467"/>
              <a:ext cx="564579" cy="780538"/>
            </a:xfrm>
            <a:custGeom>
              <a:avLst/>
              <a:gdLst>
                <a:gd name="T0" fmla="*/ 73 w 77"/>
                <a:gd name="T1" fmla="*/ 98 h 107"/>
                <a:gd name="T2" fmla="*/ 73 w 77"/>
                <a:gd name="T3" fmla="*/ 102 h 107"/>
                <a:gd name="T4" fmla="*/ 73 w 77"/>
                <a:gd name="T5" fmla="*/ 103 h 107"/>
                <a:gd name="T6" fmla="*/ 76 w 77"/>
                <a:gd name="T7" fmla="*/ 107 h 107"/>
                <a:gd name="T8" fmla="*/ 77 w 77"/>
                <a:gd name="T9" fmla="*/ 103 h 107"/>
                <a:gd name="T10" fmla="*/ 73 w 77"/>
                <a:gd name="T11" fmla="*/ 98 h 107"/>
                <a:gd name="T12" fmla="*/ 0 w 77"/>
                <a:gd name="T13" fmla="*/ 0 h 107"/>
                <a:gd name="T14" fmla="*/ 3 w 77"/>
                <a:gd name="T15" fmla="*/ 5 h 107"/>
                <a:gd name="T16" fmla="*/ 8 w 77"/>
                <a:gd name="T17" fmla="*/ 6 h 107"/>
                <a:gd name="T18" fmla="*/ 4 w 77"/>
                <a:gd name="T19" fmla="*/ 1 h 107"/>
                <a:gd name="T20" fmla="*/ 0 w 77"/>
                <a:gd name="T2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107">
                  <a:moveTo>
                    <a:pt x="73" y="98"/>
                  </a:moveTo>
                  <a:cubicBezTo>
                    <a:pt x="73" y="99"/>
                    <a:pt x="73" y="101"/>
                    <a:pt x="73" y="102"/>
                  </a:cubicBezTo>
                  <a:cubicBezTo>
                    <a:pt x="73" y="102"/>
                    <a:pt x="73" y="102"/>
                    <a:pt x="73" y="103"/>
                  </a:cubicBezTo>
                  <a:cubicBezTo>
                    <a:pt x="76" y="107"/>
                    <a:pt x="76" y="107"/>
                    <a:pt x="76" y="107"/>
                  </a:cubicBezTo>
                  <a:cubicBezTo>
                    <a:pt x="76" y="106"/>
                    <a:pt x="77" y="105"/>
                    <a:pt x="77" y="103"/>
                  </a:cubicBezTo>
                  <a:cubicBezTo>
                    <a:pt x="73" y="98"/>
                    <a:pt x="73" y="98"/>
                    <a:pt x="73" y="98"/>
                  </a:cubicBezTo>
                  <a:moveTo>
                    <a:pt x="0" y="0"/>
                  </a:moveTo>
                  <a:cubicBezTo>
                    <a:pt x="3" y="5"/>
                    <a:pt x="3" y="5"/>
                    <a:pt x="3" y="5"/>
                  </a:cubicBezTo>
                  <a:cubicBezTo>
                    <a:pt x="5" y="5"/>
                    <a:pt x="6" y="5"/>
                    <a:pt x="8" y="6"/>
                  </a:cubicBezTo>
                  <a:cubicBezTo>
                    <a:pt x="4" y="1"/>
                    <a:pt x="4" y="1"/>
                    <a:pt x="4" y="1"/>
                  </a:cubicBezTo>
                  <a:cubicBezTo>
                    <a:pt x="3" y="1"/>
                    <a:pt x="1" y="0"/>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5" name="Freeform 806"/>
            <p:cNvSpPr>
              <a:spLocks noEditPoints="1"/>
            </p:cNvSpPr>
            <p:nvPr/>
          </p:nvSpPr>
          <p:spPr bwMode="auto">
            <a:xfrm>
              <a:off x="14265185" y="409659"/>
              <a:ext cx="410323" cy="583090"/>
            </a:xfrm>
            <a:custGeom>
              <a:avLst/>
              <a:gdLst>
                <a:gd name="T0" fmla="*/ 50 w 56"/>
                <a:gd name="T1" fmla="*/ 66 h 80"/>
                <a:gd name="T2" fmla="*/ 51 w 56"/>
                <a:gd name="T3" fmla="*/ 73 h 80"/>
                <a:gd name="T4" fmla="*/ 56 w 56"/>
                <a:gd name="T5" fmla="*/ 80 h 80"/>
                <a:gd name="T6" fmla="*/ 56 w 56"/>
                <a:gd name="T7" fmla="*/ 74 h 80"/>
                <a:gd name="T8" fmla="*/ 50 w 56"/>
                <a:gd name="T9" fmla="*/ 66 h 80"/>
                <a:gd name="T10" fmla="*/ 0 w 56"/>
                <a:gd name="T11" fmla="*/ 0 h 80"/>
                <a:gd name="T12" fmla="*/ 5 w 56"/>
                <a:gd name="T13" fmla="*/ 7 h 80"/>
                <a:gd name="T14" fmla="*/ 11 w 56"/>
                <a:gd name="T15" fmla="*/ 11 h 80"/>
                <a:gd name="T16" fmla="*/ 5 w 56"/>
                <a:gd name="T17" fmla="*/ 3 h 80"/>
                <a:gd name="T18" fmla="*/ 0 w 56"/>
                <a:gd name="T19"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80">
                  <a:moveTo>
                    <a:pt x="50" y="66"/>
                  </a:moveTo>
                  <a:cubicBezTo>
                    <a:pt x="51" y="68"/>
                    <a:pt x="51" y="71"/>
                    <a:pt x="51" y="73"/>
                  </a:cubicBezTo>
                  <a:cubicBezTo>
                    <a:pt x="56" y="80"/>
                    <a:pt x="56" y="80"/>
                    <a:pt x="56" y="80"/>
                  </a:cubicBezTo>
                  <a:cubicBezTo>
                    <a:pt x="56" y="78"/>
                    <a:pt x="56" y="76"/>
                    <a:pt x="56" y="74"/>
                  </a:cubicBezTo>
                  <a:cubicBezTo>
                    <a:pt x="50" y="66"/>
                    <a:pt x="50" y="66"/>
                    <a:pt x="50" y="66"/>
                  </a:cubicBezTo>
                  <a:moveTo>
                    <a:pt x="0" y="0"/>
                  </a:moveTo>
                  <a:cubicBezTo>
                    <a:pt x="5" y="7"/>
                    <a:pt x="5" y="7"/>
                    <a:pt x="5" y="7"/>
                  </a:cubicBezTo>
                  <a:cubicBezTo>
                    <a:pt x="7" y="8"/>
                    <a:pt x="9" y="9"/>
                    <a:pt x="11" y="11"/>
                  </a:cubicBezTo>
                  <a:cubicBezTo>
                    <a:pt x="5" y="3"/>
                    <a:pt x="5" y="3"/>
                    <a:pt x="5" y="3"/>
                  </a:cubicBezTo>
                  <a:cubicBezTo>
                    <a:pt x="4" y="2"/>
                    <a:pt x="2" y="1"/>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6" name="Freeform 807"/>
            <p:cNvSpPr>
              <a:spLocks/>
            </p:cNvSpPr>
            <p:nvPr/>
          </p:nvSpPr>
          <p:spPr bwMode="auto">
            <a:xfrm>
              <a:off x="14527421" y="613278"/>
              <a:ext cx="43192" cy="58618"/>
            </a:xfrm>
            <a:custGeom>
              <a:avLst/>
              <a:gdLst>
                <a:gd name="T0" fmla="*/ 0 w 6"/>
                <a:gd name="T1" fmla="*/ 0 h 8"/>
                <a:gd name="T2" fmla="*/ 6 w 6"/>
                <a:gd name="T3" fmla="*/ 8 h 8"/>
                <a:gd name="T4" fmla="*/ 0 w 6"/>
                <a:gd name="T5" fmla="*/ 0 h 8"/>
              </a:gdLst>
              <a:ahLst/>
              <a:cxnLst>
                <a:cxn ang="0">
                  <a:pos x="T0" y="T1"/>
                </a:cxn>
                <a:cxn ang="0">
                  <a:pos x="T2" y="T3"/>
                </a:cxn>
                <a:cxn ang="0">
                  <a:pos x="T4" y="T5"/>
                </a:cxn>
              </a:cxnLst>
              <a:rect l="0" t="0" r="r" b="b"/>
              <a:pathLst>
                <a:path w="6" h="8">
                  <a:moveTo>
                    <a:pt x="0" y="0"/>
                  </a:moveTo>
                  <a:cubicBezTo>
                    <a:pt x="6" y="8"/>
                    <a:pt x="6" y="8"/>
                    <a:pt x="6" y="8"/>
                  </a:cubicBezTo>
                  <a:cubicBezTo>
                    <a:pt x="4" y="5"/>
                    <a:pt x="2" y="3"/>
                    <a:pt x="0" y="0"/>
                  </a:cubicBezTo>
                </a:path>
              </a:pathLst>
            </a:custGeom>
            <a:solidFill>
              <a:srgbClr val="59ACB4">
                <a:alpha val="20000"/>
              </a:srgbClr>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grpSp>
          <p:nvGrpSpPr>
            <p:cNvPr id="22" name="组合 916"/>
            <p:cNvGrpSpPr/>
            <p:nvPr/>
          </p:nvGrpSpPr>
          <p:grpSpPr>
            <a:xfrm>
              <a:off x="13426027" y="462106"/>
              <a:ext cx="1144584" cy="1144585"/>
              <a:chOff x="5580783" y="1964978"/>
              <a:chExt cx="1144584" cy="1144585"/>
            </a:xfrm>
            <a:solidFill>
              <a:srgbClr val="59ACB4">
                <a:alpha val="20000"/>
              </a:srgbClr>
            </a:solidFill>
          </p:grpSpPr>
          <p:sp>
            <p:nvSpPr>
              <p:cNvPr id="918" name="Freeform 809"/>
              <p:cNvSpPr>
                <a:spLocks noEditPoints="1"/>
              </p:cNvSpPr>
              <p:nvPr/>
            </p:nvSpPr>
            <p:spPr bwMode="auto">
              <a:xfrm>
                <a:off x="5580783" y="1964978"/>
                <a:ext cx="1144584" cy="1144584"/>
              </a:xfrm>
              <a:custGeom>
                <a:avLst/>
                <a:gdLst>
                  <a:gd name="T0" fmla="*/ 68 w 157"/>
                  <a:gd name="T1" fmla="*/ 157 h 157"/>
                  <a:gd name="T2" fmla="*/ 82 w 157"/>
                  <a:gd name="T3" fmla="*/ 157 h 157"/>
                  <a:gd name="T4" fmla="*/ 78 w 157"/>
                  <a:gd name="T5" fmla="*/ 153 h 157"/>
                  <a:gd name="T6" fmla="*/ 94 w 157"/>
                  <a:gd name="T7" fmla="*/ 152 h 157"/>
                  <a:gd name="T8" fmla="*/ 85 w 157"/>
                  <a:gd name="T9" fmla="*/ 157 h 157"/>
                  <a:gd name="T10" fmla="*/ 94 w 157"/>
                  <a:gd name="T11" fmla="*/ 152 h 157"/>
                  <a:gd name="T12" fmla="*/ 98 w 157"/>
                  <a:gd name="T13" fmla="*/ 151 h 157"/>
                  <a:gd name="T14" fmla="*/ 110 w 157"/>
                  <a:gd name="T15" fmla="*/ 150 h 157"/>
                  <a:gd name="T16" fmla="*/ 43 w 157"/>
                  <a:gd name="T17" fmla="*/ 145 h 157"/>
                  <a:gd name="T18" fmla="*/ 64 w 157"/>
                  <a:gd name="T19" fmla="*/ 156 h 157"/>
                  <a:gd name="T20" fmla="*/ 43 w 157"/>
                  <a:gd name="T21" fmla="*/ 145 h 157"/>
                  <a:gd name="T22" fmla="*/ 111 w 157"/>
                  <a:gd name="T23" fmla="*/ 146 h 157"/>
                  <a:gd name="T24" fmla="*/ 122 w 157"/>
                  <a:gd name="T25" fmla="*/ 144 h 157"/>
                  <a:gd name="T26" fmla="*/ 130 w 157"/>
                  <a:gd name="T27" fmla="*/ 132 h 157"/>
                  <a:gd name="T28" fmla="*/ 122 w 157"/>
                  <a:gd name="T29" fmla="*/ 139 h 157"/>
                  <a:gd name="T30" fmla="*/ 127 w 157"/>
                  <a:gd name="T31" fmla="*/ 140 h 157"/>
                  <a:gd name="T32" fmla="*/ 130 w 157"/>
                  <a:gd name="T33" fmla="*/ 132 h 157"/>
                  <a:gd name="T34" fmla="*/ 132 w 157"/>
                  <a:gd name="T35" fmla="*/ 130 h 157"/>
                  <a:gd name="T36" fmla="*/ 142 w 157"/>
                  <a:gd name="T37" fmla="*/ 125 h 157"/>
                  <a:gd name="T38" fmla="*/ 147 w 157"/>
                  <a:gd name="T39" fmla="*/ 108 h 157"/>
                  <a:gd name="T40" fmla="*/ 144 w 157"/>
                  <a:gd name="T41" fmla="*/ 122 h 157"/>
                  <a:gd name="T42" fmla="*/ 147 w 157"/>
                  <a:gd name="T43" fmla="*/ 108 h 157"/>
                  <a:gd name="T44" fmla="*/ 148 w 157"/>
                  <a:gd name="T45" fmla="*/ 105 h 157"/>
                  <a:gd name="T46" fmla="*/ 155 w 157"/>
                  <a:gd name="T47" fmla="*/ 96 h 157"/>
                  <a:gd name="T48" fmla="*/ 1 w 157"/>
                  <a:gd name="T49" fmla="*/ 89 h 157"/>
                  <a:gd name="T50" fmla="*/ 43 w 157"/>
                  <a:gd name="T51" fmla="*/ 149 h 157"/>
                  <a:gd name="T52" fmla="*/ 20 w 157"/>
                  <a:gd name="T53" fmla="*/ 125 h 157"/>
                  <a:gd name="T54" fmla="*/ 1 w 157"/>
                  <a:gd name="T55" fmla="*/ 89 h 157"/>
                  <a:gd name="T56" fmla="*/ 152 w 157"/>
                  <a:gd name="T57" fmla="*/ 87 h 157"/>
                  <a:gd name="T58" fmla="*/ 157 w 157"/>
                  <a:gd name="T59" fmla="*/ 75 h 157"/>
                  <a:gd name="T60" fmla="*/ 1 w 157"/>
                  <a:gd name="T61" fmla="*/ 66 h 157"/>
                  <a:gd name="T62" fmla="*/ 5 w 157"/>
                  <a:gd name="T63" fmla="*/ 90 h 157"/>
                  <a:gd name="T64" fmla="*/ 1 w 157"/>
                  <a:gd name="T65" fmla="*/ 66 h 157"/>
                  <a:gd name="T66" fmla="*/ 2 w 157"/>
                  <a:gd name="T67" fmla="*/ 62 h 157"/>
                  <a:gd name="T68" fmla="*/ 8 w 157"/>
                  <a:gd name="T69" fmla="*/ 53 h 157"/>
                  <a:gd name="T70" fmla="*/ 13 w 157"/>
                  <a:gd name="T71" fmla="*/ 36 h 157"/>
                  <a:gd name="T72" fmla="*/ 10 w 157"/>
                  <a:gd name="T73" fmla="*/ 50 h 157"/>
                  <a:gd name="T74" fmla="*/ 13 w 157"/>
                  <a:gd name="T75" fmla="*/ 36 h 157"/>
                  <a:gd name="T76" fmla="*/ 14 w 157"/>
                  <a:gd name="T77" fmla="*/ 33 h 157"/>
                  <a:gd name="T78" fmla="*/ 24 w 157"/>
                  <a:gd name="T79" fmla="*/ 28 h 157"/>
                  <a:gd name="T80" fmla="*/ 32 w 157"/>
                  <a:gd name="T81" fmla="*/ 16 h 157"/>
                  <a:gd name="T82" fmla="*/ 23 w 157"/>
                  <a:gd name="T83" fmla="*/ 23 h 157"/>
                  <a:gd name="T84" fmla="*/ 32 w 157"/>
                  <a:gd name="T85" fmla="*/ 21 h 157"/>
                  <a:gd name="T86" fmla="*/ 32 w 157"/>
                  <a:gd name="T87" fmla="*/ 16 h 157"/>
                  <a:gd name="T88" fmla="*/ 34 w 157"/>
                  <a:gd name="T89" fmla="*/ 14 h 157"/>
                  <a:gd name="T90" fmla="*/ 45 w 157"/>
                  <a:gd name="T91" fmla="*/ 12 h 157"/>
                  <a:gd name="T92" fmla="*/ 113 w 157"/>
                  <a:gd name="T93" fmla="*/ 8 h 157"/>
                  <a:gd name="T94" fmla="*/ 136 w 157"/>
                  <a:gd name="T95" fmla="*/ 32 h 157"/>
                  <a:gd name="T96" fmla="*/ 156 w 157"/>
                  <a:gd name="T97" fmla="*/ 70 h 157"/>
                  <a:gd name="T98" fmla="*/ 113 w 157"/>
                  <a:gd name="T99" fmla="*/ 8 h 157"/>
                  <a:gd name="T100" fmla="*/ 46 w 157"/>
                  <a:gd name="T101" fmla="*/ 7 h 157"/>
                  <a:gd name="T102" fmla="*/ 58 w 157"/>
                  <a:gd name="T103" fmla="*/ 7 h 157"/>
                  <a:gd name="T104" fmla="*/ 91 w 157"/>
                  <a:gd name="T105" fmla="*/ 1 h 157"/>
                  <a:gd name="T106" fmla="*/ 112 w 157"/>
                  <a:gd name="T107" fmla="*/ 12 h 157"/>
                  <a:gd name="T108" fmla="*/ 91 w 157"/>
                  <a:gd name="T109" fmla="*/ 1 h 157"/>
                  <a:gd name="T110" fmla="*/ 59 w 157"/>
                  <a:gd name="T111" fmla="*/ 3 h 157"/>
                  <a:gd name="T112" fmla="*/ 73 w 157"/>
                  <a:gd name="T113" fmla="*/ 5 h 157"/>
                  <a:gd name="T114" fmla="*/ 78 w 157"/>
                  <a:gd name="T115" fmla="*/ 0 h 157"/>
                  <a:gd name="T116" fmla="*/ 77 w 157"/>
                  <a:gd name="T117" fmla="*/ 4 h 157"/>
                  <a:gd name="T118" fmla="*/ 90 w 157"/>
                  <a:gd name="T119" fmla="*/ 5 h 157"/>
                  <a:gd name="T120" fmla="*/ 78 w 157"/>
                  <a:gd name="T12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7" h="157">
                    <a:moveTo>
                      <a:pt x="65" y="152"/>
                    </a:moveTo>
                    <a:cubicBezTo>
                      <a:pt x="68" y="157"/>
                      <a:pt x="68" y="157"/>
                      <a:pt x="68" y="157"/>
                    </a:cubicBezTo>
                    <a:cubicBezTo>
                      <a:pt x="72" y="157"/>
                      <a:pt x="75" y="157"/>
                      <a:pt x="78" y="157"/>
                    </a:cubicBezTo>
                    <a:cubicBezTo>
                      <a:pt x="80" y="157"/>
                      <a:pt x="81" y="157"/>
                      <a:pt x="82" y="157"/>
                    </a:cubicBezTo>
                    <a:cubicBezTo>
                      <a:pt x="79" y="153"/>
                      <a:pt x="79" y="153"/>
                      <a:pt x="79" y="153"/>
                    </a:cubicBezTo>
                    <a:cubicBezTo>
                      <a:pt x="79" y="153"/>
                      <a:pt x="79" y="153"/>
                      <a:pt x="78" y="153"/>
                    </a:cubicBezTo>
                    <a:cubicBezTo>
                      <a:pt x="74" y="153"/>
                      <a:pt x="70" y="153"/>
                      <a:pt x="65" y="152"/>
                    </a:cubicBezTo>
                    <a:moveTo>
                      <a:pt x="94" y="152"/>
                    </a:moveTo>
                    <a:cubicBezTo>
                      <a:pt x="91" y="152"/>
                      <a:pt x="87" y="153"/>
                      <a:pt x="83" y="153"/>
                    </a:cubicBezTo>
                    <a:cubicBezTo>
                      <a:pt x="85" y="157"/>
                      <a:pt x="85" y="157"/>
                      <a:pt x="85" y="157"/>
                    </a:cubicBezTo>
                    <a:cubicBezTo>
                      <a:pt x="89" y="157"/>
                      <a:pt x="93" y="156"/>
                      <a:pt x="97" y="155"/>
                    </a:cubicBezTo>
                    <a:cubicBezTo>
                      <a:pt x="94" y="152"/>
                      <a:pt x="94" y="152"/>
                      <a:pt x="94" y="152"/>
                    </a:cubicBezTo>
                    <a:moveTo>
                      <a:pt x="108" y="147"/>
                    </a:moveTo>
                    <a:cubicBezTo>
                      <a:pt x="105" y="149"/>
                      <a:pt x="101" y="150"/>
                      <a:pt x="98" y="151"/>
                    </a:cubicBezTo>
                    <a:cubicBezTo>
                      <a:pt x="100" y="154"/>
                      <a:pt x="100" y="154"/>
                      <a:pt x="100" y="154"/>
                    </a:cubicBezTo>
                    <a:cubicBezTo>
                      <a:pt x="103" y="153"/>
                      <a:pt x="107" y="152"/>
                      <a:pt x="110" y="150"/>
                    </a:cubicBezTo>
                    <a:cubicBezTo>
                      <a:pt x="108" y="147"/>
                      <a:pt x="108" y="147"/>
                      <a:pt x="108" y="147"/>
                    </a:cubicBezTo>
                    <a:moveTo>
                      <a:pt x="43" y="145"/>
                    </a:moveTo>
                    <a:cubicBezTo>
                      <a:pt x="48" y="151"/>
                      <a:pt x="48" y="151"/>
                      <a:pt x="48" y="151"/>
                    </a:cubicBezTo>
                    <a:cubicBezTo>
                      <a:pt x="53" y="153"/>
                      <a:pt x="59" y="155"/>
                      <a:pt x="64" y="156"/>
                    </a:cubicBezTo>
                    <a:cubicBezTo>
                      <a:pt x="61" y="151"/>
                      <a:pt x="61" y="151"/>
                      <a:pt x="61" y="151"/>
                    </a:cubicBezTo>
                    <a:cubicBezTo>
                      <a:pt x="55" y="150"/>
                      <a:pt x="49" y="147"/>
                      <a:pt x="43" y="145"/>
                    </a:cubicBezTo>
                    <a:moveTo>
                      <a:pt x="120" y="141"/>
                    </a:moveTo>
                    <a:cubicBezTo>
                      <a:pt x="117" y="143"/>
                      <a:pt x="114" y="144"/>
                      <a:pt x="111" y="146"/>
                    </a:cubicBezTo>
                    <a:cubicBezTo>
                      <a:pt x="113" y="149"/>
                      <a:pt x="113" y="149"/>
                      <a:pt x="113" y="149"/>
                    </a:cubicBezTo>
                    <a:cubicBezTo>
                      <a:pt x="116" y="148"/>
                      <a:pt x="119" y="146"/>
                      <a:pt x="122" y="144"/>
                    </a:cubicBezTo>
                    <a:cubicBezTo>
                      <a:pt x="120" y="141"/>
                      <a:pt x="120" y="141"/>
                      <a:pt x="120" y="141"/>
                    </a:cubicBezTo>
                    <a:moveTo>
                      <a:pt x="130" y="132"/>
                    </a:moveTo>
                    <a:cubicBezTo>
                      <a:pt x="129" y="134"/>
                      <a:pt x="127" y="135"/>
                      <a:pt x="125" y="137"/>
                    </a:cubicBezTo>
                    <a:cubicBezTo>
                      <a:pt x="124" y="138"/>
                      <a:pt x="123" y="138"/>
                      <a:pt x="122" y="139"/>
                    </a:cubicBezTo>
                    <a:cubicBezTo>
                      <a:pt x="125" y="142"/>
                      <a:pt x="125" y="142"/>
                      <a:pt x="125" y="142"/>
                    </a:cubicBezTo>
                    <a:cubicBezTo>
                      <a:pt x="125" y="141"/>
                      <a:pt x="126" y="141"/>
                      <a:pt x="127" y="140"/>
                    </a:cubicBezTo>
                    <a:cubicBezTo>
                      <a:pt x="129" y="139"/>
                      <a:pt x="131" y="137"/>
                      <a:pt x="133" y="135"/>
                    </a:cubicBezTo>
                    <a:cubicBezTo>
                      <a:pt x="130" y="132"/>
                      <a:pt x="130" y="132"/>
                      <a:pt x="130" y="132"/>
                    </a:cubicBezTo>
                    <a:moveTo>
                      <a:pt x="139" y="121"/>
                    </a:moveTo>
                    <a:cubicBezTo>
                      <a:pt x="137" y="124"/>
                      <a:pt x="135" y="127"/>
                      <a:pt x="132" y="130"/>
                    </a:cubicBezTo>
                    <a:cubicBezTo>
                      <a:pt x="135" y="133"/>
                      <a:pt x="135" y="133"/>
                      <a:pt x="135" y="133"/>
                    </a:cubicBezTo>
                    <a:cubicBezTo>
                      <a:pt x="137" y="131"/>
                      <a:pt x="140" y="128"/>
                      <a:pt x="142" y="125"/>
                    </a:cubicBezTo>
                    <a:cubicBezTo>
                      <a:pt x="139" y="121"/>
                      <a:pt x="139" y="121"/>
                      <a:pt x="139" y="121"/>
                    </a:cubicBezTo>
                    <a:moveTo>
                      <a:pt x="147" y="108"/>
                    </a:moveTo>
                    <a:cubicBezTo>
                      <a:pt x="145" y="112"/>
                      <a:pt x="143" y="115"/>
                      <a:pt x="141" y="119"/>
                    </a:cubicBezTo>
                    <a:cubicBezTo>
                      <a:pt x="144" y="122"/>
                      <a:pt x="144" y="122"/>
                      <a:pt x="144" y="122"/>
                    </a:cubicBezTo>
                    <a:cubicBezTo>
                      <a:pt x="146" y="119"/>
                      <a:pt x="148" y="116"/>
                      <a:pt x="149" y="112"/>
                    </a:cubicBezTo>
                    <a:cubicBezTo>
                      <a:pt x="147" y="108"/>
                      <a:pt x="147" y="108"/>
                      <a:pt x="147" y="108"/>
                    </a:cubicBezTo>
                    <a:moveTo>
                      <a:pt x="152" y="92"/>
                    </a:moveTo>
                    <a:cubicBezTo>
                      <a:pt x="151" y="96"/>
                      <a:pt x="150" y="101"/>
                      <a:pt x="148" y="105"/>
                    </a:cubicBezTo>
                    <a:cubicBezTo>
                      <a:pt x="151" y="109"/>
                      <a:pt x="151" y="109"/>
                      <a:pt x="151" y="109"/>
                    </a:cubicBezTo>
                    <a:cubicBezTo>
                      <a:pt x="152" y="105"/>
                      <a:pt x="154" y="100"/>
                      <a:pt x="155" y="96"/>
                    </a:cubicBezTo>
                    <a:cubicBezTo>
                      <a:pt x="152" y="92"/>
                      <a:pt x="152" y="92"/>
                      <a:pt x="152" y="92"/>
                    </a:cubicBezTo>
                    <a:moveTo>
                      <a:pt x="1" y="89"/>
                    </a:moveTo>
                    <a:cubicBezTo>
                      <a:pt x="2" y="103"/>
                      <a:pt x="8" y="116"/>
                      <a:pt x="17" y="128"/>
                    </a:cubicBezTo>
                    <a:cubicBezTo>
                      <a:pt x="24" y="137"/>
                      <a:pt x="33" y="144"/>
                      <a:pt x="43" y="149"/>
                    </a:cubicBezTo>
                    <a:cubicBezTo>
                      <a:pt x="37" y="141"/>
                      <a:pt x="37" y="141"/>
                      <a:pt x="37" y="141"/>
                    </a:cubicBezTo>
                    <a:cubicBezTo>
                      <a:pt x="31" y="137"/>
                      <a:pt x="25" y="131"/>
                      <a:pt x="20" y="125"/>
                    </a:cubicBezTo>
                    <a:cubicBezTo>
                      <a:pt x="13" y="117"/>
                      <a:pt x="9" y="107"/>
                      <a:pt x="6" y="97"/>
                    </a:cubicBezTo>
                    <a:cubicBezTo>
                      <a:pt x="1" y="89"/>
                      <a:pt x="1" y="89"/>
                      <a:pt x="1" y="89"/>
                    </a:cubicBezTo>
                    <a:moveTo>
                      <a:pt x="152" y="69"/>
                    </a:moveTo>
                    <a:cubicBezTo>
                      <a:pt x="153" y="75"/>
                      <a:pt x="153" y="81"/>
                      <a:pt x="152" y="87"/>
                    </a:cubicBezTo>
                    <a:cubicBezTo>
                      <a:pt x="156" y="92"/>
                      <a:pt x="156" y="92"/>
                      <a:pt x="156" y="92"/>
                    </a:cubicBezTo>
                    <a:cubicBezTo>
                      <a:pt x="156" y="87"/>
                      <a:pt x="157" y="81"/>
                      <a:pt x="157" y="75"/>
                    </a:cubicBezTo>
                    <a:cubicBezTo>
                      <a:pt x="152" y="69"/>
                      <a:pt x="152" y="69"/>
                      <a:pt x="152" y="69"/>
                    </a:cubicBezTo>
                    <a:moveTo>
                      <a:pt x="1" y="66"/>
                    </a:moveTo>
                    <a:cubicBezTo>
                      <a:pt x="0" y="72"/>
                      <a:pt x="0" y="78"/>
                      <a:pt x="0" y="83"/>
                    </a:cubicBezTo>
                    <a:cubicBezTo>
                      <a:pt x="5" y="90"/>
                      <a:pt x="5" y="90"/>
                      <a:pt x="5" y="90"/>
                    </a:cubicBezTo>
                    <a:cubicBezTo>
                      <a:pt x="4" y="84"/>
                      <a:pt x="4" y="77"/>
                      <a:pt x="4" y="71"/>
                    </a:cubicBezTo>
                    <a:cubicBezTo>
                      <a:pt x="1" y="66"/>
                      <a:pt x="1" y="66"/>
                      <a:pt x="1" y="66"/>
                    </a:cubicBezTo>
                    <a:moveTo>
                      <a:pt x="6" y="50"/>
                    </a:moveTo>
                    <a:cubicBezTo>
                      <a:pt x="4" y="54"/>
                      <a:pt x="3" y="58"/>
                      <a:pt x="2" y="62"/>
                    </a:cubicBezTo>
                    <a:cubicBezTo>
                      <a:pt x="5" y="67"/>
                      <a:pt x="5" y="67"/>
                      <a:pt x="5" y="67"/>
                    </a:cubicBezTo>
                    <a:cubicBezTo>
                      <a:pt x="6" y="62"/>
                      <a:pt x="7" y="58"/>
                      <a:pt x="8" y="53"/>
                    </a:cubicBezTo>
                    <a:cubicBezTo>
                      <a:pt x="6" y="50"/>
                      <a:pt x="6" y="50"/>
                      <a:pt x="6" y="50"/>
                    </a:cubicBezTo>
                    <a:moveTo>
                      <a:pt x="13" y="36"/>
                    </a:moveTo>
                    <a:cubicBezTo>
                      <a:pt x="10" y="39"/>
                      <a:pt x="9" y="43"/>
                      <a:pt x="7" y="46"/>
                    </a:cubicBezTo>
                    <a:cubicBezTo>
                      <a:pt x="10" y="50"/>
                      <a:pt x="10" y="50"/>
                      <a:pt x="10" y="50"/>
                    </a:cubicBezTo>
                    <a:cubicBezTo>
                      <a:pt x="11" y="46"/>
                      <a:pt x="13" y="43"/>
                      <a:pt x="15" y="40"/>
                    </a:cubicBezTo>
                    <a:cubicBezTo>
                      <a:pt x="13" y="36"/>
                      <a:pt x="13" y="36"/>
                      <a:pt x="13" y="36"/>
                    </a:cubicBezTo>
                    <a:moveTo>
                      <a:pt x="21" y="25"/>
                    </a:moveTo>
                    <a:cubicBezTo>
                      <a:pt x="19" y="28"/>
                      <a:pt x="16" y="30"/>
                      <a:pt x="14" y="33"/>
                    </a:cubicBezTo>
                    <a:cubicBezTo>
                      <a:pt x="17" y="37"/>
                      <a:pt x="17" y="37"/>
                      <a:pt x="17" y="37"/>
                    </a:cubicBezTo>
                    <a:cubicBezTo>
                      <a:pt x="19" y="34"/>
                      <a:pt x="21" y="31"/>
                      <a:pt x="24" y="28"/>
                    </a:cubicBezTo>
                    <a:cubicBezTo>
                      <a:pt x="21" y="25"/>
                      <a:pt x="21" y="25"/>
                      <a:pt x="21" y="25"/>
                    </a:cubicBezTo>
                    <a:moveTo>
                      <a:pt x="32" y="16"/>
                    </a:moveTo>
                    <a:cubicBezTo>
                      <a:pt x="31" y="16"/>
                      <a:pt x="30" y="17"/>
                      <a:pt x="29" y="17"/>
                    </a:cubicBezTo>
                    <a:cubicBezTo>
                      <a:pt x="27" y="19"/>
                      <a:pt x="25" y="21"/>
                      <a:pt x="23" y="23"/>
                    </a:cubicBezTo>
                    <a:cubicBezTo>
                      <a:pt x="26" y="26"/>
                      <a:pt x="26" y="26"/>
                      <a:pt x="26" y="26"/>
                    </a:cubicBezTo>
                    <a:cubicBezTo>
                      <a:pt x="28" y="24"/>
                      <a:pt x="30" y="22"/>
                      <a:pt x="32" y="21"/>
                    </a:cubicBezTo>
                    <a:cubicBezTo>
                      <a:pt x="33" y="20"/>
                      <a:pt x="33" y="20"/>
                      <a:pt x="34" y="19"/>
                    </a:cubicBezTo>
                    <a:cubicBezTo>
                      <a:pt x="32" y="16"/>
                      <a:pt x="32" y="16"/>
                      <a:pt x="32" y="16"/>
                    </a:cubicBezTo>
                    <a:moveTo>
                      <a:pt x="43" y="9"/>
                    </a:moveTo>
                    <a:cubicBezTo>
                      <a:pt x="40" y="10"/>
                      <a:pt x="37" y="12"/>
                      <a:pt x="34" y="14"/>
                    </a:cubicBezTo>
                    <a:cubicBezTo>
                      <a:pt x="36" y="17"/>
                      <a:pt x="36" y="17"/>
                      <a:pt x="36" y="17"/>
                    </a:cubicBezTo>
                    <a:cubicBezTo>
                      <a:pt x="39" y="15"/>
                      <a:pt x="42" y="14"/>
                      <a:pt x="45" y="12"/>
                    </a:cubicBezTo>
                    <a:cubicBezTo>
                      <a:pt x="43" y="9"/>
                      <a:pt x="43" y="9"/>
                      <a:pt x="43" y="9"/>
                    </a:cubicBezTo>
                    <a:moveTo>
                      <a:pt x="113" y="8"/>
                    </a:moveTo>
                    <a:cubicBezTo>
                      <a:pt x="118" y="16"/>
                      <a:pt x="118" y="16"/>
                      <a:pt x="118" y="16"/>
                    </a:cubicBezTo>
                    <a:cubicBezTo>
                      <a:pt x="125" y="20"/>
                      <a:pt x="131" y="26"/>
                      <a:pt x="136" y="32"/>
                    </a:cubicBezTo>
                    <a:cubicBezTo>
                      <a:pt x="144" y="41"/>
                      <a:pt x="148" y="52"/>
                      <a:pt x="151" y="62"/>
                    </a:cubicBezTo>
                    <a:cubicBezTo>
                      <a:pt x="156" y="70"/>
                      <a:pt x="156" y="70"/>
                      <a:pt x="156" y="70"/>
                    </a:cubicBezTo>
                    <a:cubicBezTo>
                      <a:pt x="155" y="56"/>
                      <a:pt x="149" y="42"/>
                      <a:pt x="140" y="30"/>
                    </a:cubicBezTo>
                    <a:cubicBezTo>
                      <a:pt x="132" y="21"/>
                      <a:pt x="123" y="13"/>
                      <a:pt x="113" y="8"/>
                    </a:cubicBezTo>
                    <a:moveTo>
                      <a:pt x="56" y="4"/>
                    </a:moveTo>
                    <a:cubicBezTo>
                      <a:pt x="53" y="5"/>
                      <a:pt x="49" y="6"/>
                      <a:pt x="46" y="7"/>
                    </a:cubicBezTo>
                    <a:cubicBezTo>
                      <a:pt x="48" y="11"/>
                      <a:pt x="48" y="11"/>
                      <a:pt x="48" y="11"/>
                    </a:cubicBezTo>
                    <a:cubicBezTo>
                      <a:pt x="51" y="9"/>
                      <a:pt x="55" y="8"/>
                      <a:pt x="58" y="7"/>
                    </a:cubicBezTo>
                    <a:cubicBezTo>
                      <a:pt x="56" y="4"/>
                      <a:pt x="56" y="4"/>
                      <a:pt x="56" y="4"/>
                    </a:cubicBezTo>
                    <a:moveTo>
                      <a:pt x="91" y="1"/>
                    </a:moveTo>
                    <a:cubicBezTo>
                      <a:pt x="95" y="6"/>
                      <a:pt x="95" y="6"/>
                      <a:pt x="95" y="6"/>
                    </a:cubicBezTo>
                    <a:cubicBezTo>
                      <a:pt x="101" y="8"/>
                      <a:pt x="106" y="10"/>
                      <a:pt x="112" y="12"/>
                    </a:cubicBezTo>
                    <a:cubicBezTo>
                      <a:pt x="107" y="6"/>
                      <a:pt x="107" y="6"/>
                      <a:pt x="107" y="6"/>
                    </a:cubicBezTo>
                    <a:cubicBezTo>
                      <a:pt x="102" y="4"/>
                      <a:pt x="97" y="2"/>
                      <a:pt x="91" y="1"/>
                    </a:cubicBezTo>
                    <a:moveTo>
                      <a:pt x="71" y="1"/>
                    </a:moveTo>
                    <a:cubicBezTo>
                      <a:pt x="67" y="1"/>
                      <a:pt x="63" y="2"/>
                      <a:pt x="59" y="3"/>
                    </a:cubicBezTo>
                    <a:cubicBezTo>
                      <a:pt x="62" y="6"/>
                      <a:pt x="62" y="6"/>
                      <a:pt x="62" y="6"/>
                    </a:cubicBezTo>
                    <a:cubicBezTo>
                      <a:pt x="65" y="5"/>
                      <a:pt x="69" y="5"/>
                      <a:pt x="73" y="5"/>
                    </a:cubicBezTo>
                    <a:cubicBezTo>
                      <a:pt x="71" y="1"/>
                      <a:pt x="71" y="1"/>
                      <a:pt x="71" y="1"/>
                    </a:cubicBezTo>
                    <a:moveTo>
                      <a:pt x="78" y="0"/>
                    </a:moveTo>
                    <a:cubicBezTo>
                      <a:pt x="77" y="0"/>
                      <a:pt x="75" y="0"/>
                      <a:pt x="74" y="0"/>
                    </a:cubicBezTo>
                    <a:cubicBezTo>
                      <a:pt x="77" y="4"/>
                      <a:pt x="77" y="4"/>
                      <a:pt x="77" y="4"/>
                    </a:cubicBezTo>
                    <a:cubicBezTo>
                      <a:pt x="77" y="4"/>
                      <a:pt x="78" y="4"/>
                      <a:pt x="78" y="4"/>
                    </a:cubicBezTo>
                    <a:cubicBezTo>
                      <a:pt x="82" y="4"/>
                      <a:pt x="86" y="5"/>
                      <a:pt x="90" y="5"/>
                    </a:cubicBezTo>
                    <a:cubicBezTo>
                      <a:pt x="87" y="1"/>
                      <a:pt x="87" y="1"/>
                      <a:pt x="87" y="1"/>
                    </a:cubicBezTo>
                    <a:cubicBezTo>
                      <a:pt x="84" y="1"/>
                      <a:pt x="81" y="0"/>
                      <a:pt x="78"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19" name="Freeform 810"/>
              <p:cNvSpPr>
                <a:spLocks noEditPoints="1"/>
              </p:cNvSpPr>
              <p:nvPr/>
            </p:nvSpPr>
            <p:spPr bwMode="auto">
              <a:xfrm>
                <a:off x="5580783" y="2569665"/>
                <a:ext cx="351705" cy="496706"/>
              </a:xfrm>
              <a:custGeom>
                <a:avLst/>
                <a:gdLst>
                  <a:gd name="T0" fmla="*/ 37 w 48"/>
                  <a:gd name="T1" fmla="*/ 58 h 68"/>
                  <a:gd name="T2" fmla="*/ 43 w 48"/>
                  <a:gd name="T3" fmla="*/ 66 h 68"/>
                  <a:gd name="T4" fmla="*/ 48 w 48"/>
                  <a:gd name="T5" fmla="*/ 68 h 68"/>
                  <a:gd name="T6" fmla="*/ 43 w 48"/>
                  <a:gd name="T7" fmla="*/ 62 h 68"/>
                  <a:gd name="T8" fmla="*/ 37 w 48"/>
                  <a:gd name="T9" fmla="*/ 58 h 68"/>
                  <a:gd name="T10" fmla="*/ 0 w 48"/>
                  <a:gd name="T11" fmla="*/ 0 h 68"/>
                  <a:gd name="T12" fmla="*/ 1 w 48"/>
                  <a:gd name="T13" fmla="*/ 6 h 68"/>
                  <a:gd name="T14" fmla="*/ 6 w 48"/>
                  <a:gd name="T15" fmla="*/ 14 h 68"/>
                  <a:gd name="T16" fmla="*/ 5 w 48"/>
                  <a:gd name="T17" fmla="*/ 7 h 68"/>
                  <a:gd name="T18" fmla="*/ 0 w 48"/>
                  <a:gd name="T19"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68">
                    <a:moveTo>
                      <a:pt x="37" y="58"/>
                    </a:moveTo>
                    <a:cubicBezTo>
                      <a:pt x="43" y="66"/>
                      <a:pt x="43" y="66"/>
                      <a:pt x="43" y="66"/>
                    </a:cubicBezTo>
                    <a:cubicBezTo>
                      <a:pt x="44" y="67"/>
                      <a:pt x="46" y="67"/>
                      <a:pt x="48" y="68"/>
                    </a:cubicBezTo>
                    <a:cubicBezTo>
                      <a:pt x="43" y="62"/>
                      <a:pt x="43" y="62"/>
                      <a:pt x="43" y="62"/>
                    </a:cubicBezTo>
                    <a:cubicBezTo>
                      <a:pt x="41" y="60"/>
                      <a:pt x="39" y="59"/>
                      <a:pt x="37" y="58"/>
                    </a:cubicBezTo>
                    <a:moveTo>
                      <a:pt x="0" y="0"/>
                    </a:moveTo>
                    <a:cubicBezTo>
                      <a:pt x="0" y="2"/>
                      <a:pt x="0" y="4"/>
                      <a:pt x="1" y="6"/>
                    </a:cubicBezTo>
                    <a:cubicBezTo>
                      <a:pt x="6" y="14"/>
                      <a:pt x="6" y="14"/>
                      <a:pt x="6" y="14"/>
                    </a:cubicBezTo>
                    <a:cubicBezTo>
                      <a:pt x="6" y="12"/>
                      <a:pt x="5" y="9"/>
                      <a:pt x="5" y="7"/>
                    </a:cubicBezTo>
                    <a:cubicBezTo>
                      <a:pt x="0" y="0"/>
                      <a:pt x="0"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0" name="Freeform 811"/>
              <p:cNvSpPr>
                <a:spLocks noEditPoints="1"/>
              </p:cNvSpPr>
              <p:nvPr/>
            </p:nvSpPr>
            <p:spPr bwMode="auto">
              <a:xfrm>
                <a:off x="5590039" y="2415407"/>
                <a:ext cx="487451" cy="694155"/>
              </a:xfrm>
              <a:custGeom>
                <a:avLst/>
                <a:gdLst>
                  <a:gd name="T0" fmla="*/ 60 w 67"/>
                  <a:gd name="T1" fmla="*/ 89 h 95"/>
                  <a:gd name="T2" fmla="*/ 63 w 67"/>
                  <a:gd name="T3" fmla="*/ 94 h 95"/>
                  <a:gd name="T4" fmla="*/ 67 w 67"/>
                  <a:gd name="T5" fmla="*/ 95 h 95"/>
                  <a:gd name="T6" fmla="*/ 64 w 67"/>
                  <a:gd name="T7" fmla="*/ 90 h 95"/>
                  <a:gd name="T8" fmla="*/ 60 w 67"/>
                  <a:gd name="T9" fmla="*/ 89 h 95"/>
                  <a:gd name="T10" fmla="*/ 1 w 67"/>
                  <a:gd name="T11" fmla="*/ 0 h 95"/>
                  <a:gd name="T12" fmla="*/ 0 w 67"/>
                  <a:gd name="T13" fmla="*/ 4 h 95"/>
                  <a:gd name="T14" fmla="*/ 3 w 67"/>
                  <a:gd name="T15" fmla="*/ 9 h 95"/>
                  <a:gd name="T16" fmla="*/ 4 w 67"/>
                  <a:gd name="T17" fmla="*/ 5 h 95"/>
                  <a:gd name="T18" fmla="*/ 1 w 67"/>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95">
                    <a:moveTo>
                      <a:pt x="60" y="89"/>
                    </a:moveTo>
                    <a:cubicBezTo>
                      <a:pt x="63" y="94"/>
                      <a:pt x="63" y="94"/>
                      <a:pt x="63" y="94"/>
                    </a:cubicBezTo>
                    <a:cubicBezTo>
                      <a:pt x="65" y="94"/>
                      <a:pt x="66" y="94"/>
                      <a:pt x="67" y="95"/>
                    </a:cubicBezTo>
                    <a:cubicBezTo>
                      <a:pt x="64" y="90"/>
                      <a:pt x="64" y="90"/>
                      <a:pt x="64" y="90"/>
                    </a:cubicBezTo>
                    <a:cubicBezTo>
                      <a:pt x="63" y="90"/>
                      <a:pt x="61" y="90"/>
                      <a:pt x="60" y="89"/>
                    </a:cubicBezTo>
                    <a:moveTo>
                      <a:pt x="1" y="0"/>
                    </a:moveTo>
                    <a:cubicBezTo>
                      <a:pt x="0" y="2"/>
                      <a:pt x="0" y="3"/>
                      <a:pt x="0" y="4"/>
                    </a:cubicBezTo>
                    <a:cubicBezTo>
                      <a:pt x="3" y="9"/>
                      <a:pt x="3" y="9"/>
                      <a:pt x="3" y="9"/>
                    </a:cubicBezTo>
                    <a:cubicBezTo>
                      <a:pt x="3" y="8"/>
                      <a:pt x="4" y="6"/>
                      <a:pt x="4" y="5"/>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1" name="Freeform 812"/>
              <p:cNvSpPr>
                <a:spLocks noEditPoints="1"/>
              </p:cNvSpPr>
              <p:nvPr/>
            </p:nvSpPr>
            <p:spPr bwMode="auto">
              <a:xfrm>
                <a:off x="5623975" y="2298173"/>
                <a:ext cx="576920" cy="811390"/>
              </a:xfrm>
              <a:custGeom>
                <a:avLst/>
                <a:gdLst>
                  <a:gd name="T0" fmla="*/ 77 w 79"/>
                  <a:gd name="T1" fmla="*/ 107 h 111"/>
                  <a:gd name="T2" fmla="*/ 73 w 79"/>
                  <a:gd name="T3" fmla="*/ 107 h 111"/>
                  <a:gd name="T4" fmla="*/ 76 w 79"/>
                  <a:gd name="T5" fmla="*/ 111 h 111"/>
                  <a:gd name="T6" fmla="*/ 79 w 79"/>
                  <a:gd name="T7" fmla="*/ 111 h 111"/>
                  <a:gd name="T8" fmla="*/ 77 w 79"/>
                  <a:gd name="T9" fmla="*/ 107 h 111"/>
                  <a:gd name="T10" fmla="*/ 1 w 79"/>
                  <a:gd name="T11" fmla="*/ 0 h 111"/>
                  <a:gd name="T12" fmla="*/ 0 w 79"/>
                  <a:gd name="T13" fmla="*/ 4 h 111"/>
                  <a:gd name="T14" fmla="*/ 2 w 79"/>
                  <a:gd name="T15" fmla="*/ 7 h 111"/>
                  <a:gd name="T16" fmla="*/ 4 w 79"/>
                  <a:gd name="T17" fmla="*/ 4 h 111"/>
                  <a:gd name="T18" fmla="*/ 1 w 79"/>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111">
                    <a:moveTo>
                      <a:pt x="77" y="107"/>
                    </a:moveTo>
                    <a:cubicBezTo>
                      <a:pt x="75" y="107"/>
                      <a:pt x="74" y="107"/>
                      <a:pt x="73" y="107"/>
                    </a:cubicBezTo>
                    <a:cubicBezTo>
                      <a:pt x="76" y="111"/>
                      <a:pt x="76" y="111"/>
                      <a:pt x="76" y="111"/>
                    </a:cubicBezTo>
                    <a:cubicBezTo>
                      <a:pt x="77" y="111"/>
                      <a:pt x="78" y="111"/>
                      <a:pt x="79" y="111"/>
                    </a:cubicBezTo>
                    <a:cubicBezTo>
                      <a:pt x="77" y="107"/>
                      <a:pt x="77" y="107"/>
                      <a:pt x="77" y="107"/>
                    </a:cubicBezTo>
                    <a:moveTo>
                      <a:pt x="1" y="0"/>
                    </a:moveTo>
                    <a:cubicBezTo>
                      <a:pt x="0" y="1"/>
                      <a:pt x="0" y="2"/>
                      <a:pt x="0" y="4"/>
                    </a:cubicBezTo>
                    <a:cubicBezTo>
                      <a:pt x="2" y="7"/>
                      <a:pt x="2" y="7"/>
                      <a:pt x="2" y="7"/>
                    </a:cubicBezTo>
                    <a:cubicBezTo>
                      <a:pt x="3" y="6"/>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2" name="Freeform 813"/>
              <p:cNvSpPr>
                <a:spLocks noEditPoints="1"/>
              </p:cNvSpPr>
              <p:nvPr/>
            </p:nvSpPr>
            <p:spPr bwMode="auto">
              <a:xfrm>
                <a:off x="5676422" y="2205619"/>
                <a:ext cx="635537" cy="888518"/>
              </a:xfrm>
              <a:custGeom>
                <a:avLst/>
                <a:gdLst>
                  <a:gd name="T0" fmla="*/ 85 w 87"/>
                  <a:gd name="T1" fmla="*/ 118 h 122"/>
                  <a:gd name="T2" fmla="*/ 81 w 87"/>
                  <a:gd name="T3" fmla="*/ 119 h 122"/>
                  <a:gd name="T4" fmla="*/ 84 w 87"/>
                  <a:gd name="T5" fmla="*/ 122 h 122"/>
                  <a:gd name="T6" fmla="*/ 87 w 87"/>
                  <a:gd name="T7" fmla="*/ 121 h 122"/>
                  <a:gd name="T8" fmla="*/ 85 w 87"/>
                  <a:gd name="T9" fmla="*/ 118 h 122"/>
                  <a:gd name="T10" fmla="*/ 1 w 87"/>
                  <a:gd name="T11" fmla="*/ 0 h 122"/>
                  <a:gd name="T12" fmla="*/ 0 w 87"/>
                  <a:gd name="T13" fmla="*/ 3 h 122"/>
                  <a:gd name="T14" fmla="*/ 2 w 87"/>
                  <a:gd name="T15" fmla="*/ 7 h 122"/>
                  <a:gd name="T16" fmla="*/ 4 w 87"/>
                  <a:gd name="T17" fmla="*/ 4 h 122"/>
                  <a:gd name="T18" fmla="*/ 1 w 87"/>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7" h="122">
                    <a:moveTo>
                      <a:pt x="85" y="118"/>
                    </a:moveTo>
                    <a:cubicBezTo>
                      <a:pt x="83" y="118"/>
                      <a:pt x="82" y="118"/>
                      <a:pt x="81" y="119"/>
                    </a:cubicBezTo>
                    <a:cubicBezTo>
                      <a:pt x="84" y="122"/>
                      <a:pt x="84" y="122"/>
                      <a:pt x="84" y="122"/>
                    </a:cubicBezTo>
                    <a:cubicBezTo>
                      <a:pt x="85" y="122"/>
                      <a:pt x="86" y="122"/>
                      <a:pt x="87" y="121"/>
                    </a:cubicBezTo>
                    <a:cubicBezTo>
                      <a:pt x="85" y="118"/>
                      <a:pt x="85" y="118"/>
                      <a:pt x="85" y="118"/>
                    </a:cubicBezTo>
                    <a:moveTo>
                      <a:pt x="1" y="0"/>
                    </a:moveTo>
                    <a:cubicBezTo>
                      <a:pt x="1" y="1"/>
                      <a:pt x="0" y="2"/>
                      <a:pt x="0" y="3"/>
                    </a:cubicBezTo>
                    <a:cubicBezTo>
                      <a:pt x="2" y="7"/>
                      <a:pt x="2" y="7"/>
                      <a:pt x="2" y="7"/>
                    </a:cubicBezTo>
                    <a:cubicBezTo>
                      <a:pt x="3" y="6"/>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3" name="Freeform 814"/>
              <p:cNvSpPr>
                <a:spLocks noEditPoints="1"/>
              </p:cNvSpPr>
              <p:nvPr/>
            </p:nvSpPr>
            <p:spPr bwMode="auto">
              <a:xfrm>
                <a:off x="5735040" y="2131575"/>
                <a:ext cx="669473" cy="925540"/>
              </a:xfrm>
              <a:custGeom>
                <a:avLst/>
                <a:gdLst>
                  <a:gd name="T0" fmla="*/ 90 w 92"/>
                  <a:gd name="T1" fmla="*/ 123 h 127"/>
                  <a:gd name="T2" fmla="*/ 87 w 92"/>
                  <a:gd name="T3" fmla="*/ 124 h 127"/>
                  <a:gd name="T4" fmla="*/ 89 w 92"/>
                  <a:gd name="T5" fmla="*/ 127 h 127"/>
                  <a:gd name="T6" fmla="*/ 92 w 92"/>
                  <a:gd name="T7" fmla="*/ 126 h 127"/>
                  <a:gd name="T8" fmla="*/ 90 w 92"/>
                  <a:gd name="T9" fmla="*/ 123 h 127"/>
                  <a:gd name="T10" fmla="*/ 2 w 92"/>
                  <a:gd name="T11" fmla="*/ 0 h 127"/>
                  <a:gd name="T12" fmla="*/ 0 w 92"/>
                  <a:gd name="T13" fmla="*/ 2 h 127"/>
                  <a:gd name="T14" fmla="*/ 3 w 92"/>
                  <a:gd name="T15" fmla="*/ 5 h 127"/>
                  <a:gd name="T16" fmla="*/ 5 w 92"/>
                  <a:gd name="T17" fmla="*/ 3 h 127"/>
                  <a:gd name="T18" fmla="*/ 2 w 92"/>
                  <a:gd name="T19"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7">
                    <a:moveTo>
                      <a:pt x="90" y="123"/>
                    </a:moveTo>
                    <a:cubicBezTo>
                      <a:pt x="89" y="123"/>
                      <a:pt x="88" y="124"/>
                      <a:pt x="87" y="124"/>
                    </a:cubicBezTo>
                    <a:cubicBezTo>
                      <a:pt x="89" y="127"/>
                      <a:pt x="89" y="127"/>
                      <a:pt x="89" y="127"/>
                    </a:cubicBezTo>
                    <a:cubicBezTo>
                      <a:pt x="90" y="127"/>
                      <a:pt x="91" y="127"/>
                      <a:pt x="92" y="126"/>
                    </a:cubicBezTo>
                    <a:cubicBezTo>
                      <a:pt x="90" y="123"/>
                      <a:pt x="90" y="123"/>
                      <a:pt x="90" y="123"/>
                    </a:cubicBezTo>
                    <a:moveTo>
                      <a:pt x="2" y="0"/>
                    </a:moveTo>
                    <a:cubicBezTo>
                      <a:pt x="2" y="0"/>
                      <a:pt x="1" y="1"/>
                      <a:pt x="0" y="2"/>
                    </a:cubicBezTo>
                    <a:cubicBezTo>
                      <a:pt x="3" y="5"/>
                      <a:pt x="3" y="5"/>
                      <a:pt x="3" y="5"/>
                    </a:cubicBezTo>
                    <a:cubicBezTo>
                      <a:pt x="3" y="4"/>
                      <a:pt x="4" y="4"/>
                      <a:pt x="5"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4" name="Freeform 815"/>
              <p:cNvSpPr>
                <a:spLocks noEditPoints="1"/>
              </p:cNvSpPr>
              <p:nvPr/>
            </p:nvSpPr>
            <p:spPr bwMode="auto">
              <a:xfrm>
                <a:off x="5815253" y="2066788"/>
                <a:ext cx="678729" cy="947136"/>
              </a:xfrm>
              <a:custGeom>
                <a:avLst/>
                <a:gdLst>
                  <a:gd name="T0" fmla="*/ 90 w 93"/>
                  <a:gd name="T1" fmla="*/ 125 h 130"/>
                  <a:gd name="T2" fmla="*/ 88 w 93"/>
                  <a:gd name="T3" fmla="*/ 127 h 130"/>
                  <a:gd name="T4" fmla="*/ 90 w 93"/>
                  <a:gd name="T5" fmla="*/ 130 h 130"/>
                  <a:gd name="T6" fmla="*/ 93 w 93"/>
                  <a:gd name="T7" fmla="*/ 128 h 130"/>
                  <a:gd name="T8" fmla="*/ 90 w 93"/>
                  <a:gd name="T9" fmla="*/ 125 h 130"/>
                  <a:gd name="T10" fmla="*/ 2 w 93"/>
                  <a:gd name="T11" fmla="*/ 0 h 130"/>
                  <a:gd name="T12" fmla="*/ 0 w 93"/>
                  <a:gd name="T13" fmla="*/ 2 h 130"/>
                  <a:gd name="T14" fmla="*/ 2 w 93"/>
                  <a:gd name="T15" fmla="*/ 5 h 130"/>
                  <a:gd name="T16" fmla="*/ 4 w 93"/>
                  <a:gd name="T17" fmla="*/ 3 h 130"/>
                  <a:gd name="T18" fmla="*/ 2 w 93"/>
                  <a:gd name="T19"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130">
                    <a:moveTo>
                      <a:pt x="90" y="125"/>
                    </a:moveTo>
                    <a:cubicBezTo>
                      <a:pt x="89" y="125"/>
                      <a:pt x="89" y="126"/>
                      <a:pt x="88" y="127"/>
                    </a:cubicBezTo>
                    <a:cubicBezTo>
                      <a:pt x="90" y="130"/>
                      <a:pt x="90" y="130"/>
                      <a:pt x="90" y="130"/>
                    </a:cubicBezTo>
                    <a:cubicBezTo>
                      <a:pt x="91" y="129"/>
                      <a:pt x="92" y="129"/>
                      <a:pt x="93" y="128"/>
                    </a:cubicBezTo>
                    <a:cubicBezTo>
                      <a:pt x="90" y="125"/>
                      <a:pt x="90" y="125"/>
                      <a:pt x="90" y="125"/>
                    </a:cubicBezTo>
                    <a:moveTo>
                      <a:pt x="2" y="0"/>
                    </a:moveTo>
                    <a:cubicBezTo>
                      <a:pt x="1" y="1"/>
                      <a:pt x="0" y="1"/>
                      <a:pt x="0" y="2"/>
                    </a:cubicBezTo>
                    <a:cubicBezTo>
                      <a:pt x="2" y="5"/>
                      <a:pt x="2" y="5"/>
                      <a:pt x="2" y="5"/>
                    </a:cubicBezTo>
                    <a:cubicBezTo>
                      <a:pt x="3" y="5"/>
                      <a:pt x="3" y="4"/>
                      <a:pt x="4"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5" name="Freeform 816"/>
              <p:cNvSpPr>
                <a:spLocks noEditPoints="1"/>
              </p:cNvSpPr>
              <p:nvPr/>
            </p:nvSpPr>
            <p:spPr bwMode="auto">
              <a:xfrm>
                <a:off x="5895467" y="2014340"/>
                <a:ext cx="669473" cy="934796"/>
              </a:xfrm>
              <a:custGeom>
                <a:avLst/>
                <a:gdLst>
                  <a:gd name="T0" fmla="*/ 89 w 92"/>
                  <a:gd name="T1" fmla="*/ 123 h 128"/>
                  <a:gd name="T2" fmla="*/ 87 w 92"/>
                  <a:gd name="T3" fmla="*/ 125 h 128"/>
                  <a:gd name="T4" fmla="*/ 90 w 92"/>
                  <a:gd name="T5" fmla="*/ 128 h 128"/>
                  <a:gd name="T6" fmla="*/ 92 w 92"/>
                  <a:gd name="T7" fmla="*/ 126 h 128"/>
                  <a:gd name="T8" fmla="*/ 89 w 92"/>
                  <a:gd name="T9" fmla="*/ 123 h 128"/>
                  <a:gd name="T10" fmla="*/ 3 w 92"/>
                  <a:gd name="T11" fmla="*/ 0 h 128"/>
                  <a:gd name="T12" fmla="*/ 0 w 92"/>
                  <a:gd name="T13" fmla="*/ 2 h 128"/>
                  <a:gd name="T14" fmla="*/ 2 w 92"/>
                  <a:gd name="T15" fmla="*/ 5 h 128"/>
                  <a:gd name="T16" fmla="*/ 5 w 92"/>
                  <a:gd name="T17" fmla="*/ 4 h 128"/>
                  <a:gd name="T18" fmla="*/ 3 w 92"/>
                  <a:gd name="T19"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128">
                    <a:moveTo>
                      <a:pt x="89" y="123"/>
                    </a:moveTo>
                    <a:cubicBezTo>
                      <a:pt x="89" y="124"/>
                      <a:pt x="88" y="124"/>
                      <a:pt x="87" y="125"/>
                    </a:cubicBezTo>
                    <a:cubicBezTo>
                      <a:pt x="90" y="128"/>
                      <a:pt x="90" y="128"/>
                      <a:pt x="90" y="128"/>
                    </a:cubicBezTo>
                    <a:cubicBezTo>
                      <a:pt x="90" y="128"/>
                      <a:pt x="91" y="127"/>
                      <a:pt x="92" y="126"/>
                    </a:cubicBezTo>
                    <a:cubicBezTo>
                      <a:pt x="89" y="123"/>
                      <a:pt x="89" y="123"/>
                      <a:pt x="89" y="123"/>
                    </a:cubicBezTo>
                    <a:moveTo>
                      <a:pt x="3" y="0"/>
                    </a:moveTo>
                    <a:cubicBezTo>
                      <a:pt x="2" y="1"/>
                      <a:pt x="1" y="1"/>
                      <a:pt x="0" y="2"/>
                    </a:cubicBezTo>
                    <a:cubicBezTo>
                      <a:pt x="2" y="5"/>
                      <a:pt x="2" y="5"/>
                      <a:pt x="2" y="5"/>
                    </a:cubicBezTo>
                    <a:cubicBezTo>
                      <a:pt x="3" y="5"/>
                      <a:pt x="4" y="4"/>
                      <a:pt x="5" y="4"/>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6" name="Freeform 817"/>
              <p:cNvSpPr>
                <a:spLocks noEditPoints="1"/>
              </p:cNvSpPr>
              <p:nvPr/>
            </p:nvSpPr>
            <p:spPr bwMode="auto">
              <a:xfrm>
                <a:off x="5991105" y="1986574"/>
                <a:ext cx="641708" cy="888518"/>
              </a:xfrm>
              <a:custGeom>
                <a:avLst/>
                <a:gdLst>
                  <a:gd name="T0" fmla="*/ 85 w 88"/>
                  <a:gd name="T1" fmla="*/ 116 h 122"/>
                  <a:gd name="T2" fmla="*/ 83 w 88"/>
                  <a:gd name="T3" fmla="*/ 118 h 122"/>
                  <a:gd name="T4" fmla="*/ 86 w 88"/>
                  <a:gd name="T5" fmla="*/ 122 h 122"/>
                  <a:gd name="T6" fmla="*/ 88 w 88"/>
                  <a:gd name="T7" fmla="*/ 119 h 122"/>
                  <a:gd name="T8" fmla="*/ 85 w 88"/>
                  <a:gd name="T9" fmla="*/ 116 h 122"/>
                  <a:gd name="T10" fmla="*/ 3 w 88"/>
                  <a:gd name="T11" fmla="*/ 0 h 122"/>
                  <a:gd name="T12" fmla="*/ 0 w 88"/>
                  <a:gd name="T13" fmla="*/ 1 h 122"/>
                  <a:gd name="T14" fmla="*/ 2 w 88"/>
                  <a:gd name="T15" fmla="*/ 4 h 122"/>
                  <a:gd name="T16" fmla="*/ 6 w 88"/>
                  <a:gd name="T17" fmla="*/ 3 h 122"/>
                  <a:gd name="T18" fmla="*/ 3 w 88"/>
                  <a:gd name="T1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122">
                    <a:moveTo>
                      <a:pt x="85" y="116"/>
                    </a:moveTo>
                    <a:cubicBezTo>
                      <a:pt x="85" y="117"/>
                      <a:pt x="84" y="117"/>
                      <a:pt x="83" y="118"/>
                    </a:cubicBezTo>
                    <a:cubicBezTo>
                      <a:pt x="86" y="122"/>
                      <a:pt x="86" y="122"/>
                      <a:pt x="86" y="122"/>
                    </a:cubicBezTo>
                    <a:cubicBezTo>
                      <a:pt x="86" y="121"/>
                      <a:pt x="87" y="120"/>
                      <a:pt x="88" y="119"/>
                    </a:cubicBezTo>
                    <a:cubicBezTo>
                      <a:pt x="85" y="116"/>
                      <a:pt x="85" y="116"/>
                      <a:pt x="85" y="116"/>
                    </a:cubicBezTo>
                    <a:moveTo>
                      <a:pt x="3" y="0"/>
                    </a:moveTo>
                    <a:cubicBezTo>
                      <a:pt x="2" y="0"/>
                      <a:pt x="1" y="0"/>
                      <a:pt x="0" y="1"/>
                    </a:cubicBezTo>
                    <a:cubicBezTo>
                      <a:pt x="2" y="4"/>
                      <a:pt x="2" y="4"/>
                      <a:pt x="2" y="4"/>
                    </a:cubicBezTo>
                    <a:cubicBezTo>
                      <a:pt x="3" y="4"/>
                      <a:pt x="5" y="3"/>
                      <a:pt x="6" y="3"/>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7" name="Freeform 818"/>
              <p:cNvSpPr>
                <a:spLocks noEditPoints="1"/>
              </p:cNvSpPr>
              <p:nvPr/>
            </p:nvSpPr>
            <p:spPr bwMode="auto">
              <a:xfrm>
                <a:off x="6099085" y="1964978"/>
                <a:ext cx="583090" cy="814475"/>
              </a:xfrm>
              <a:custGeom>
                <a:avLst/>
                <a:gdLst>
                  <a:gd name="T0" fmla="*/ 77 w 80"/>
                  <a:gd name="T1" fmla="*/ 105 h 112"/>
                  <a:gd name="T2" fmla="*/ 76 w 80"/>
                  <a:gd name="T3" fmla="*/ 108 h 112"/>
                  <a:gd name="T4" fmla="*/ 78 w 80"/>
                  <a:gd name="T5" fmla="*/ 112 h 112"/>
                  <a:gd name="T6" fmla="*/ 80 w 80"/>
                  <a:gd name="T7" fmla="*/ 109 h 112"/>
                  <a:gd name="T8" fmla="*/ 77 w 80"/>
                  <a:gd name="T9" fmla="*/ 105 h 112"/>
                  <a:gd name="T10" fmla="*/ 3 w 80"/>
                  <a:gd name="T11" fmla="*/ 0 h 112"/>
                  <a:gd name="T12" fmla="*/ 0 w 80"/>
                  <a:gd name="T13" fmla="*/ 1 h 112"/>
                  <a:gd name="T14" fmla="*/ 2 w 80"/>
                  <a:gd name="T15" fmla="*/ 5 h 112"/>
                  <a:gd name="T16" fmla="*/ 6 w 80"/>
                  <a:gd name="T17" fmla="*/ 4 h 112"/>
                  <a:gd name="T18" fmla="*/ 3 w 80"/>
                  <a:gd name="T19"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112">
                    <a:moveTo>
                      <a:pt x="77" y="105"/>
                    </a:moveTo>
                    <a:cubicBezTo>
                      <a:pt x="77" y="106"/>
                      <a:pt x="76" y="107"/>
                      <a:pt x="76" y="108"/>
                    </a:cubicBezTo>
                    <a:cubicBezTo>
                      <a:pt x="78" y="112"/>
                      <a:pt x="78" y="112"/>
                      <a:pt x="78" y="112"/>
                    </a:cubicBezTo>
                    <a:cubicBezTo>
                      <a:pt x="79" y="111"/>
                      <a:pt x="79" y="110"/>
                      <a:pt x="80" y="109"/>
                    </a:cubicBezTo>
                    <a:cubicBezTo>
                      <a:pt x="77" y="105"/>
                      <a:pt x="77" y="105"/>
                      <a:pt x="77" y="105"/>
                    </a:cubicBezTo>
                    <a:moveTo>
                      <a:pt x="3" y="0"/>
                    </a:moveTo>
                    <a:cubicBezTo>
                      <a:pt x="2" y="1"/>
                      <a:pt x="1" y="1"/>
                      <a:pt x="0" y="1"/>
                    </a:cubicBezTo>
                    <a:cubicBezTo>
                      <a:pt x="2" y="5"/>
                      <a:pt x="2" y="5"/>
                      <a:pt x="2" y="5"/>
                    </a:cubicBezTo>
                    <a:cubicBezTo>
                      <a:pt x="3" y="4"/>
                      <a:pt x="5" y="4"/>
                      <a:pt x="6" y="4"/>
                    </a:cubicBezTo>
                    <a:cubicBezTo>
                      <a:pt x="3" y="0"/>
                      <a:pt x="3" y="0"/>
                      <a:pt x="3"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8" name="Freeform 819"/>
              <p:cNvSpPr>
                <a:spLocks noEditPoints="1"/>
              </p:cNvSpPr>
              <p:nvPr/>
            </p:nvSpPr>
            <p:spPr bwMode="auto">
              <a:xfrm>
                <a:off x="6216320" y="1971149"/>
                <a:ext cx="502876" cy="694155"/>
              </a:xfrm>
              <a:custGeom>
                <a:avLst/>
                <a:gdLst>
                  <a:gd name="T0" fmla="*/ 65 w 69"/>
                  <a:gd name="T1" fmla="*/ 86 h 95"/>
                  <a:gd name="T2" fmla="*/ 65 w 69"/>
                  <a:gd name="T3" fmla="*/ 91 h 95"/>
                  <a:gd name="T4" fmla="*/ 68 w 69"/>
                  <a:gd name="T5" fmla="*/ 95 h 95"/>
                  <a:gd name="T6" fmla="*/ 69 w 69"/>
                  <a:gd name="T7" fmla="*/ 91 h 95"/>
                  <a:gd name="T8" fmla="*/ 65 w 69"/>
                  <a:gd name="T9" fmla="*/ 86 h 95"/>
                  <a:gd name="T10" fmla="*/ 0 w 69"/>
                  <a:gd name="T11" fmla="*/ 0 h 95"/>
                  <a:gd name="T12" fmla="*/ 3 w 69"/>
                  <a:gd name="T13" fmla="*/ 4 h 95"/>
                  <a:gd name="T14" fmla="*/ 8 w 69"/>
                  <a:gd name="T15" fmla="*/ 5 h 95"/>
                  <a:gd name="T16" fmla="*/ 4 w 69"/>
                  <a:gd name="T17" fmla="*/ 0 h 95"/>
                  <a:gd name="T18" fmla="*/ 0 w 69"/>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5">
                    <a:moveTo>
                      <a:pt x="65" y="86"/>
                    </a:moveTo>
                    <a:cubicBezTo>
                      <a:pt x="65" y="88"/>
                      <a:pt x="65" y="89"/>
                      <a:pt x="65" y="91"/>
                    </a:cubicBezTo>
                    <a:cubicBezTo>
                      <a:pt x="68" y="95"/>
                      <a:pt x="68" y="95"/>
                      <a:pt x="68" y="95"/>
                    </a:cubicBezTo>
                    <a:cubicBezTo>
                      <a:pt x="68" y="94"/>
                      <a:pt x="68" y="93"/>
                      <a:pt x="69" y="91"/>
                    </a:cubicBezTo>
                    <a:cubicBezTo>
                      <a:pt x="65" y="86"/>
                      <a:pt x="65" y="86"/>
                      <a:pt x="65" y="86"/>
                    </a:cubicBezTo>
                    <a:moveTo>
                      <a:pt x="0" y="0"/>
                    </a:moveTo>
                    <a:cubicBezTo>
                      <a:pt x="3" y="4"/>
                      <a:pt x="3" y="4"/>
                      <a:pt x="3" y="4"/>
                    </a:cubicBezTo>
                    <a:cubicBezTo>
                      <a:pt x="5" y="5"/>
                      <a:pt x="6" y="5"/>
                      <a:pt x="8" y="5"/>
                    </a:cubicBezTo>
                    <a:cubicBezTo>
                      <a:pt x="4" y="0"/>
                      <a:pt x="4" y="0"/>
                      <a:pt x="4" y="0"/>
                    </a:cubicBezTo>
                    <a:cubicBezTo>
                      <a:pt x="3" y="0"/>
                      <a:pt x="2"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29" name="Freeform 820"/>
              <p:cNvSpPr>
                <a:spLocks noEditPoints="1"/>
              </p:cNvSpPr>
              <p:nvPr/>
            </p:nvSpPr>
            <p:spPr bwMode="auto">
              <a:xfrm>
                <a:off x="6361322" y="2008170"/>
                <a:ext cx="364045" cy="502877"/>
              </a:xfrm>
              <a:custGeom>
                <a:avLst/>
                <a:gdLst>
                  <a:gd name="T0" fmla="*/ 44 w 50"/>
                  <a:gd name="T1" fmla="*/ 56 h 69"/>
                  <a:gd name="T2" fmla="*/ 45 w 50"/>
                  <a:gd name="T3" fmla="*/ 63 h 69"/>
                  <a:gd name="T4" fmla="*/ 50 w 50"/>
                  <a:gd name="T5" fmla="*/ 69 h 69"/>
                  <a:gd name="T6" fmla="*/ 49 w 50"/>
                  <a:gd name="T7" fmla="*/ 64 h 69"/>
                  <a:gd name="T8" fmla="*/ 44 w 50"/>
                  <a:gd name="T9" fmla="*/ 56 h 69"/>
                  <a:gd name="T10" fmla="*/ 0 w 50"/>
                  <a:gd name="T11" fmla="*/ 0 h 69"/>
                  <a:gd name="T12" fmla="*/ 5 w 50"/>
                  <a:gd name="T13" fmla="*/ 6 h 69"/>
                  <a:gd name="T14" fmla="*/ 11 w 50"/>
                  <a:gd name="T15" fmla="*/ 10 h 69"/>
                  <a:gd name="T16" fmla="*/ 6 w 50"/>
                  <a:gd name="T17" fmla="*/ 2 h 69"/>
                  <a:gd name="T18" fmla="*/ 0 w 50"/>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69">
                    <a:moveTo>
                      <a:pt x="44" y="56"/>
                    </a:moveTo>
                    <a:cubicBezTo>
                      <a:pt x="44" y="58"/>
                      <a:pt x="45" y="61"/>
                      <a:pt x="45" y="63"/>
                    </a:cubicBezTo>
                    <a:cubicBezTo>
                      <a:pt x="50" y="69"/>
                      <a:pt x="50" y="69"/>
                      <a:pt x="50" y="69"/>
                    </a:cubicBezTo>
                    <a:cubicBezTo>
                      <a:pt x="50" y="68"/>
                      <a:pt x="49" y="66"/>
                      <a:pt x="49" y="64"/>
                    </a:cubicBezTo>
                    <a:cubicBezTo>
                      <a:pt x="44" y="56"/>
                      <a:pt x="44" y="56"/>
                      <a:pt x="44" y="56"/>
                    </a:cubicBezTo>
                    <a:moveTo>
                      <a:pt x="0" y="0"/>
                    </a:moveTo>
                    <a:cubicBezTo>
                      <a:pt x="5" y="6"/>
                      <a:pt x="5" y="6"/>
                      <a:pt x="5" y="6"/>
                    </a:cubicBezTo>
                    <a:cubicBezTo>
                      <a:pt x="7" y="7"/>
                      <a:pt x="9" y="9"/>
                      <a:pt x="11" y="10"/>
                    </a:cubicBezTo>
                    <a:cubicBezTo>
                      <a:pt x="6" y="2"/>
                      <a:pt x="6" y="2"/>
                      <a:pt x="6" y="2"/>
                    </a:cubicBezTo>
                    <a:cubicBezTo>
                      <a:pt x="4" y="1"/>
                      <a:pt x="2" y="1"/>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0" name="Freeform 821"/>
              <p:cNvSpPr>
                <a:spLocks noEditPoints="1"/>
              </p:cNvSpPr>
              <p:nvPr/>
            </p:nvSpPr>
            <p:spPr bwMode="auto">
              <a:xfrm>
                <a:off x="5960254" y="2350620"/>
                <a:ext cx="379471" cy="379471"/>
              </a:xfrm>
              <a:custGeom>
                <a:avLst/>
                <a:gdLst>
                  <a:gd name="T0" fmla="*/ 37 w 52"/>
                  <a:gd name="T1" fmla="*/ 45 h 52"/>
                  <a:gd name="T2" fmla="*/ 27 w 52"/>
                  <a:gd name="T3" fmla="*/ 48 h 52"/>
                  <a:gd name="T4" fmla="*/ 29 w 52"/>
                  <a:gd name="T5" fmla="*/ 52 h 52"/>
                  <a:gd name="T6" fmla="*/ 40 w 52"/>
                  <a:gd name="T7" fmla="*/ 48 h 52"/>
                  <a:gd name="T8" fmla="*/ 37 w 52"/>
                  <a:gd name="T9" fmla="*/ 45 h 52"/>
                  <a:gd name="T10" fmla="*/ 47 w 52"/>
                  <a:gd name="T11" fmla="*/ 34 h 52"/>
                  <a:gd name="T12" fmla="*/ 40 w 52"/>
                  <a:gd name="T13" fmla="*/ 43 h 52"/>
                  <a:gd name="T14" fmla="*/ 40 w 52"/>
                  <a:gd name="T15" fmla="*/ 43 h 52"/>
                  <a:gd name="T16" fmla="*/ 42 w 52"/>
                  <a:gd name="T17" fmla="*/ 46 h 52"/>
                  <a:gd name="T18" fmla="*/ 43 w 52"/>
                  <a:gd name="T19" fmla="*/ 46 h 52"/>
                  <a:gd name="T20" fmla="*/ 49 w 52"/>
                  <a:gd name="T21" fmla="*/ 38 h 52"/>
                  <a:gd name="T22" fmla="*/ 47 w 52"/>
                  <a:gd name="T23" fmla="*/ 34 h 52"/>
                  <a:gd name="T24" fmla="*/ 2 w 52"/>
                  <a:gd name="T25" fmla="*/ 18 h 52"/>
                  <a:gd name="T26" fmla="*/ 1 w 52"/>
                  <a:gd name="T27" fmla="*/ 23 h 52"/>
                  <a:gd name="T28" fmla="*/ 0 w 52"/>
                  <a:gd name="T29" fmla="*/ 26 h 52"/>
                  <a:gd name="T30" fmla="*/ 5 w 52"/>
                  <a:gd name="T31" fmla="*/ 41 h 52"/>
                  <a:gd name="T32" fmla="*/ 5 w 52"/>
                  <a:gd name="T33" fmla="*/ 41 h 52"/>
                  <a:gd name="T34" fmla="*/ 6 w 52"/>
                  <a:gd name="T35" fmla="*/ 42 h 52"/>
                  <a:gd name="T36" fmla="*/ 26 w 52"/>
                  <a:gd name="T37" fmla="*/ 52 h 52"/>
                  <a:gd name="T38" fmla="*/ 23 w 52"/>
                  <a:gd name="T39" fmla="*/ 47 h 52"/>
                  <a:gd name="T40" fmla="*/ 9 w 52"/>
                  <a:gd name="T41" fmla="*/ 39 h 52"/>
                  <a:gd name="T42" fmla="*/ 4 w 52"/>
                  <a:gd name="T43" fmla="*/ 26 h 52"/>
                  <a:gd name="T44" fmla="*/ 5 w 52"/>
                  <a:gd name="T45" fmla="*/ 23 h 52"/>
                  <a:gd name="T46" fmla="*/ 5 w 52"/>
                  <a:gd name="T47" fmla="*/ 22 h 52"/>
                  <a:gd name="T48" fmla="*/ 2 w 52"/>
                  <a:gd name="T49" fmla="*/ 18 h 52"/>
                  <a:gd name="T50" fmla="*/ 10 w 52"/>
                  <a:gd name="T51" fmla="*/ 6 h 52"/>
                  <a:gd name="T52" fmla="*/ 3 w 52"/>
                  <a:gd name="T53" fmla="*/ 14 h 52"/>
                  <a:gd name="T54" fmla="*/ 6 w 52"/>
                  <a:gd name="T55" fmla="*/ 18 h 52"/>
                  <a:gd name="T56" fmla="*/ 12 w 52"/>
                  <a:gd name="T57" fmla="*/ 9 h 52"/>
                  <a:gd name="T58" fmla="*/ 10 w 52"/>
                  <a:gd name="T59" fmla="*/ 6 h 52"/>
                  <a:gd name="T60" fmla="*/ 23 w 52"/>
                  <a:gd name="T61" fmla="*/ 0 h 52"/>
                  <a:gd name="T62" fmla="*/ 12 w 52"/>
                  <a:gd name="T63" fmla="*/ 4 h 52"/>
                  <a:gd name="T64" fmla="*/ 15 w 52"/>
                  <a:gd name="T65" fmla="*/ 7 h 52"/>
                  <a:gd name="T66" fmla="*/ 25 w 52"/>
                  <a:gd name="T67" fmla="*/ 4 h 52"/>
                  <a:gd name="T68" fmla="*/ 23 w 52"/>
                  <a:gd name="T69" fmla="*/ 0 h 52"/>
                  <a:gd name="T70" fmla="*/ 26 w 52"/>
                  <a:gd name="T71" fmla="*/ 0 h 52"/>
                  <a:gd name="T72" fmla="*/ 26 w 52"/>
                  <a:gd name="T73" fmla="*/ 0 h 52"/>
                  <a:gd name="T74" fmla="*/ 29 w 52"/>
                  <a:gd name="T75" fmla="*/ 4 h 52"/>
                  <a:gd name="T76" fmla="*/ 43 w 52"/>
                  <a:gd name="T77" fmla="*/ 12 h 52"/>
                  <a:gd name="T78" fmla="*/ 48 w 52"/>
                  <a:gd name="T79" fmla="*/ 26 h 52"/>
                  <a:gd name="T80" fmla="*/ 48 w 52"/>
                  <a:gd name="T81" fmla="*/ 31 h 52"/>
                  <a:gd name="T82" fmla="*/ 51 w 52"/>
                  <a:gd name="T83" fmla="*/ 35 h 52"/>
                  <a:gd name="T84" fmla="*/ 52 w 52"/>
                  <a:gd name="T85" fmla="*/ 26 h 52"/>
                  <a:gd name="T86" fmla="*/ 50 w 52"/>
                  <a:gd name="T87" fmla="*/ 16 h 52"/>
                  <a:gd name="T88" fmla="*/ 44 w 52"/>
                  <a:gd name="T89" fmla="*/ 6 h 52"/>
                  <a:gd name="T90" fmla="*/ 26 w 52"/>
                  <a:gd name="T9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52">
                    <a:moveTo>
                      <a:pt x="37" y="45"/>
                    </a:moveTo>
                    <a:cubicBezTo>
                      <a:pt x="34" y="47"/>
                      <a:pt x="31" y="48"/>
                      <a:pt x="27" y="48"/>
                    </a:cubicBezTo>
                    <a:cubicBezTo>
                      <a:pt x="29" y="52"/>
                      <a:pt x="29" y="52"/>
                      <a:pt x="29" y="52"/>
                    </a:cubicBezTo>
                    <a:cubicBezTo>
                      <a:pt x="33" y="51"/>
                      <a:pt x="37" y="50"/>
                      <a:pt x="40" y="48"/>
                    </a:cubicBezTo>
                    <a:cubicBezTo>
                      <a:pt x="37" y="45"/>
                      <a:pt x="37" y="45"/>
                      <a:pt x="37" y="45"/>
                    </a:cubicBezTo>
                    <a:moveTo>
                      <a:pt x="47" y="34"/>
                    </a:moveTo>
                    <a:cubicBezTo>
                      <a:pt x="45" y="37"/>
                      <a:pt x="43" y="41"/>
                      <a:pt x="40" y="43"/>
                    </a:cubicBezTo>
                    <a:cubicBezTo>
                      <a:pt x="40" y="43"/>
                      <a:pt x="40" y="43"/>
                      <a:pt x="40" y="43"/>
                    </a:cubicBezTo>
                    <a:cubicBezTo>
                      <a:pt x="42" y="46"/>
                      <a:pt x="42" y="46"/>
                      <a:pt x="42" y="46"/>
                    </a:cubicBezTo>
                    <a:cubicBezTo>
                      <a:pt x="42" y="46"/>
                      <a:pt x="42" y="46"/>
                      <a:pt x="43" y="46"/>
                    </a:cubicBezTo>
                    <a:cubicBezTo>
                      <a:pt x="45" y="44"/>
                      <a:pt x="48" y="41"/>
                      <a:pt x="49" y="38"/>
                    </a:cubicBezTo>
                    <a:cubicBezTo>
                      <a:pt x="47" y="34"/>
                      <a:pt x="47" y="34"/>
                      <a:pt x="47" y="34"/>
                    </a:cubicBezTo>
                    <a:moveTo>
                      <a:pt x="2" y="18"/>
                    </a:moveTo>
                    <a:cubicBezTo>
                      <a:pt x="1" y="19"/>
                      <a:pt x="1" y="21"/>
                      <a:pt x="1" y="23"/>
                    </a:cubicBezTo>
                    <a:cubicBezTo>
                      <a:pt x="0" y="24"/>
                      <a:pt x="0" y="25"/>
                      <a:pt x="0" y="26"/>
                    </a:cubicBezTo>
                    <a:cubicBezTo>
                      <a:pt x="0" y="31"/>
                      <a:pt x="2" y="36"/>
                      <a:pt x="5" y="41"/>
                    </a:cubicBezTo>
                    <a:cubicBezTo>
                      <a:pt x="5" y="41"/>
                      <a:pt x="5" y="41"/>
                      <a:pt x="5" y="41"/>
                    </a:cubicBezTo>
                    <a:cubicBezTo>
                      <a:pt x="6" y="41"/>
                      <a:pt x="6" y="42"/>
                      <a:pt x="6" y="42"/>
                    </a:cubicBezTo>
                    <a:cubicBezTo>
                      <a:pt x="11" y="48"/>
                      <a:pt x="18" y="52"/>
                      <a:pt x="26" y="52"/>
                    </a:cubicBezTo>
                    <a:cubicBezTo>
                      <a:pt x="23" y="47"/>
                      <a:pt x="23" y="47"/>
                      <a:pt x="23" y="47"/>
                    </a:cubicBezTo>
                    <a:cubicBezTo>
                      <a:pt x="17" y="47"/>
                      <a:pt x="13" y="44"/>
                      <a:pt x="9" y="39"/>
                    </a:cubicBezTo>
                    <a:cubicBezTo>
                      <a:pt x="6" y="36"/>
                      <a:pt x="4" y="31"/>
                      <a:pt x="4" y="26"/>
                    </a:cubicBezTo>
                    <a:cubicBezTo>
                      <a:pt x="4" y="25"/>
                      <a:pt x="4" y="24"/>
                      <a:pt x="5" y="23"/>
                    </a:cubicBezTo>
                    <a:cubicBezTo>
                      <a:pt x="5" y="23"/>
                      <a:pt x="5" y="22"/>
                      <a:pt x="5" y="22"/>
                    </a:cubicBezTo>
                    <a:cubicBezTo>
                      <a:pt x="2" y="18"/>
                      <a:pt x="2" y="18"/>
                      <a:pt x="2" y="18"/>
                    </a:cubicBezTo>
                    <a:moveTo>
                      <a:pt x="10" y="6"/>
                    </a:moveTo>
                    <a:cubicBezTo>
                      <a:pt x="7" y="8"/>
                      <a:pt x="5" y="11"/>
                      <a:pt x="3" y="14"/>
                    </a:cubicBezTo>
                    <a:cubicBezTo>
                      <a:pt x="6" y="18"/>
                      <a:pt x="6" y="18"/>
                      <a:pt x="6" y="18"/>
                    </a:cubicBezTo>
                    <a:cubicBezTo>
                      <a:pt x="7" y="15"/>
                      <a:pt x="9" y="12"/>
                      <a:pt x="12" y="9"/>
                    </a:cubicBezTo>
                    <a:cubicBezTo>
                      <a:pt x="10" y="6"/>
                      <a:pt x="10" y="6"/>
                      <a:pt x="10" y="6"/>
                    </a:cubicBezTo>
                    <a:moveTo>
                      <a:pt x="23" y="0"/>
                    </a:moveTo>
                    <a:cubicBezTo>
                      <a:pt x="19" y="1"/>
                      <a:pt x="15" y="2"/>
                      <a:pt x="12" y="4"/>
                    </a:cubicBezTo>
                    <a:cubicBezTo>
                      <a:pt x="15" y="7"/>
                      <a:pt x="15" y="7"/>
                      <a:pt x="15" y="7"/>
                    </a:cubicBezTo>
                    <a:cubicBezTo>
                      <a:pt x="18" y="5"/>
                      <a:pt x="21" y="4"/>
                      <a:pt x="25" y="4"/>
                    </a:cubicBezTo>
                    <a:cubicBezTo>
                      <a:pt x="23" y="0"/>
                      <a:pt x="23" y="0"/>
                      <a:pt x="23" y="0"/>
                    </a:cubicBezTo>
                    <a:moveTo>
                      <a:pt x="26" y="0"/>
                    </a:moveTo>
                    <a:cubicBezTo>
                      <a:pt x="26" y="0"/>
                      <a:pt x="26" y="0"/>
                      <a:pt x="26" y="0"/>
                    </a:cubicBezTo>
                    <a:cubicBezTo>
                      <a:pt x="29" y="4"/>
                      <a:pt x="29" y="4"/>
                      <a:pt x="29" y="4"/>
                    </a:cubicBezTo>
                    <a:cubicBezTo>
                      <a:pt x="35" y="5"/>
                      <a:pt x="40" y="8"/>
                      <a:pt x="43" y="12"/>
                    </a:cubicBezTo>
                    <a:cubicBezTo>
                      <a:pt x="47" y="16"/>
                      <a:pt x="48" y="21"/>
                      <a:pt x="48" y="26"/>
                    </a:cubicBezTo>
                    <a:cubicBezTo>
                      <a:pt x="48" y="27"/>
                      <a:pt x="48" y="29"/>
                      <a:pt x="48" y="31"/>
                    </a:cubicBezTo>
                    <a:cubicBezTo>
                      <a:pt x="51" y="35"/>
                      <a:pt x="51" y="35"/>
                      <a:pt x="51" y="35"/>
                    </a:cubicBezTo>
                    <a:cubicBezTo>
                      <a:pt x="52" y="32"/>
                      <a:pt x="52" y="29"/>
                      <a:pt x="52" y="26"/>
                    </a:cubicBezTo>
                    <a:cubicBezTo>
                      <a:pt x="52" y="22"/>
                      <a:pt x="52" y="19"/>
                      <a:pt x="50" y="16"/>
                    </a:cubicBezTo>
                    <a:cubicBezTo>
                      <a:pt x="44" y="6"/>
                      <a:pt x="44" y="6"/>
                      <a:pt x="44" y="6"/>
                    </a:cubicBezTo>
                    <a:cubicBezTo>
                      <a:pt x="39" y="2"/>
                      <a:pt x="33" y="0"/>
                      <a:pt x="26"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1" name="Freeform 822"/>
              <p:cNvSpPr>
                <a:spLocks/>
              </p:cNvSpPr>
              <p:nvPr/>
            </p:nvSpPr>
            <p:spPr bwMode="auto">
              <a:xfrm>
                <a:off x="5997276" y="264987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2" name="Freeform 823"/>
              <p:cNvSpPr>
                <a:spLocks noEditPoints="1"/>
              </p:cNvSpPr>
              <p:nvPr/>
            </p:nvSpPr>
            <p:spPr bwMode="auto">
              <a:xfrm>
                <a:off x="5975680" y="2452429"/>
                <a:ext cx="197448" cy="277662"/>
              </a:xfrm>
              <a:custGeom>
                <a:avLst/>
                <a:gdLst>
                  <a:gd name="T0" fmla="*/ 21 w 27"/>
                  <a:gd name="T1" fmla="*/ 33 h 38"/>
                  <a:gd name="T2" fmla="*/ 24 w 27"/>
                  <a:gd name="T3" fmla="*/ 38 h 38"/>
                  <a:gd name="T4" fmla="*/ 24 w 27"/>
                  <a:gd name="T5" fmla="*/ 38 h 38"/>
                  <a:gd name="T6" fmla="*/ 27 w 27"/>
                  <a:gd name="T7" fmla="*/ 38 h 38"/>
                  <a:gd name="T8" fmla="*/ 25 w 27"/>
                  <a:gd name="T9" fmla="*/ 34 h 38"/>
                  <a:gd name="T10" fmla="*/ 24 w 27"/>
                  <a:gd name="T11" fmla="*/ 34 h 38"/>
                  <a:gd name="T12" fmla="*/ 21 w 27"/>
                  <a:gd name="T13" fmla="*/ 33 h 38"/>
                  <a:gd name="T14" fmla="*/ 1 w 27"/>
                  <a:gd name="T15" fmla="*/ 0 h 38"/>
                  <a:gd name="T16" fmla="*/ 0 w 27"/>
                  <a:gd name="T17" fmla="*/ 4 h 38"/>
                  <a:gd name="T18" fmla="*/ 3 w 27"/>
                  <a:gd name="T19" fmla="*/ 8 h 38"/>
                  <a:gd name="T20" fmla="*/ 4 w 27"/>
                  <a:gd name="T21" fmla="*/ 4 h 38"/>
                  <a:gd name="T22" fmla="*/ 1 w 27"/>
                  <a:gd name="T2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38">
                    <a:moveTo>
                      <a:pt x="21" y="33"/>
                    </a:moveTo>
                    <a:cubicBezTo>
                      <a:pt x="24" y="38"/>
                      <a:pt x="24" y="38"/>
                      <a:pt x="24" y="38"/>
                    </a:cubicBezTo>
                    <a:cubicBezTo>
                      <a:pt x="24" y="38"/>
                      <a:pt x="24" y="38"/>
                      <a:pt x="24" y="38"/>
                    </a:cubicBezTo>
                    <a:cubicBezTo>
                      <a:pt x="25" y="38"/>
                      <a:pt x="26" y="38"/>
                      <a:pt x="27" y="38"/>
                    </a:cubicBezTo>
                    <a:cubicBezTo>
                      <a:pt x="25" y="34"/>
                      <a:pt x="25" y="34"/>
                      <a:pt x="25" y="34"/>
                    </a:cubicBezTo>
                    <a:cubicBezTo>
                      <a:pt x="25" y="34"/>
                      <a:pt x="24" y="34"/>
                      <a:pt x="24" y="34"/>
                    </a:cubicBezTo>
                    <a:cubicBezTo>
                      <a:pt x="23" y="34"/>
                      <a:pt x="22" y="34"/>
                      <a:pt x="21" y="33"/>
                    </a:cubicBezTo>
                    <a:moveTo>
                      <a:pt x="1" y="0"/>
                    </a:moveTo>
                    <a:cubicBezTo>
                      <a:pt x="1" y="1"/>
                      <a:pt x="0" y="2"/>
                      <a:pt x="0" y="4"/>
                    </a:cubicBezTo>
                    <a:cubicBezTo>
                      <a:pt x="3" y="8"/>
                      <a:pt x="3" y="8"/>
                      <a:pt x="3" y="8"/>
                    </a:cubicBezTo>
                    <a:cubicBezTo>
                      <a:pt x="3" y="7"/>
                      <a:pt x="3" y="5"/>
                      <a:pt x="4" y="4"/>
                    </a:cubicBezTo>
                    <a:cubicBezTo>
                      <a:pt x="1" y="0"/>
                      <a:pt x="1" y="0"/>
                      <a:pt x="1"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3" name="Freeform 824"/>
              <p:cNvSpPr>
                <a:spLocks noEditPoints="1"/>
              </p:cNvSpPr>
              <p:nvPr/>
            </p:nvSpPr>
            <p:spPr bwMode="auto">
              <a:xfrm>
                <a:off x="6034298" y="2378386"/>
                <a:ext cx="231385" cy="320854"/>
              </a:xfrm>
              <a:custGeom>
                <a:avLst/>
                <a:gdLst>
                  <a:gd name="T0" fmla="*/ 30 w 32"/>
                  <a:gd name="T1" fmla="*/ 39 h 44"/>
                  <a:gd name="T2" fmla="*/ 27 w 32"/>
                  <a:gd name="T3" fmla="*/ 41 h 44"/>
                  <a:gd name="T4" fmla="*/ 30 w 32"/>
                  <a:gd name="T5" fmla="*/ 44 h 44"/>
                  <a:gd name="T6" fmla="*/ 32 w 32"/>
                  <a:gd name="T7" fmla="*/ 42 h 44"/>
                  <a:gd name="T8" fmla="*/ 30 w 32"/>
                  <a:gd name="T9" fmla="*/ 39 h 44"/>
                  <a:gd name="T10" fmla="*/ 2 w 32"/>
                  <a:gd name="T11" fmla="*/ 0 h 44"/>
                  <a:gd name="T12" fmla="*/ 0 w 32"/>
                  <a:gd name="T13" fmla="*/ 2 h 44"/>
                  <a:gd name="T14" fmla="*/ 0 w 32"/>
                  <a:gd name="T15" fmla="*/ 2 h 44"/>
                  <a:gd name="T16" fmla="*/ 2 w 32"/>
                  <a:gd name="T17" fmla="*/ 5 h 44"/>
                  <a:gd name="T18" fmla="*/ 3 w 32"/>
                  <a:gd name="T19" fmla="*/ 5 h 44"/>
                  <a:gd name="T20" fmla="*/ 5 w 32"/>
                  <a:gd name="T21" fmla="*/ 3 h 44"/>
                  <a:gd name="T22" fmla="*/ 2 w 32"/>
                  <a:gd name="T2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4">
                    <a:moveTo>
                      <a:pt x="30" y="39"/>
                    </a:moveTo>
                    <a:cubicBezTo>
                      <a:pt x="29" y="40"/>
                      <a:pt x="28" y="40"/>
                      <a:pt x="27" y="41"/>
                    </a:cubicBezTo>
                    <a:cubicBezTo>
                      <a:pt x="30" y="44"/>
                      <a:pt x="30" y="44"/>
                      <a:pt x="30" y="44"/>
                    </a:cubicBezTo>
                    <a:cubicBezTo>
                      <a:pt x="31" y="43"/>
                      <a:pt x="31" y="43"/>
                      <a:pt x="32" y="42"/>
                    </a:cubicBezTo>
                    <a:cubicBezTo>
                      <a:pt x="30" y="39"/>
                      <a:pt x="30" y="39"/>
                      <a:pt x="30" y="39"/>
                    </a:cubicBezTo>
                    <a:moveTo>
                      <a:pt x="2" y="0"/>
                    </a:moveTo>
                    <a:cubicBezTo>
                      <a:pt x="2" y="0"/>
                      <a:pt x="1" y="1"/>
                      <a:pt x="0" y="2"/>
                    </a:cubicBezTo>
                    <a:cubicBezTo>
                      <a:pt x="0" y="2"/>
                      <a:pt x="0" y="2"/>
                      <a:pt x="0" y="2"/>
                    </a:cubicBezTo>
                    <a:cubicBezTo>
                      <a:pt x="2" y="5"/>
                      <a:pt x="2" y="5"/>
                      <a:pt x="2" y="5"/>
                    </a:cubicBezTo>
                    <a:cubicBezTo>
                      <a:pt x="2" y="5"/>
                      <a:pt x="3" y="5"/>
                      <a:pt x="3" y="5"/>
                    </a:cubicBezTo>
                    <a:cubicBezTo>
                      <a:pt x="3" y="4"/>
                      <a:pt x="4" y="4"/>
                      <a:pt x="5" y="3"/>
                    </a:cubicBezTo>
                    <a:cubicBezTo>
                      <a:pt x="2" y="0"/>
                      <a:pt x="2" y="0"/>
                      <a:pt x="2"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4" name="Freeform 825"/>
              <p:cNvSpPr>
                <a:spLocks noEditPoints="1"/>
              </p:cNvSpPr>
              <p:nvPr/>
            </p:nvSpPr>
            <p:spPr bwMode="auto">
              <a:xfrm>
                <a:off x="6129937" y="2350620"/>
                <a:ext cx="203618" cy="277662"/>
              </a:xfrm>
              <a:custGeom>
                <a:avLst/>
                <a:gdLst>
                  <a:gd name="T0" fmla="*/ 25 w 28"/>
                  <a:gd name="T1" fmla="*/ 31 h 38"/>
                  <a:gd name="T2" fmla="*/ 24 w 28"/>
                  <a:gd name="T3" fmla="*/ 34 h 38"/>
                  <a:gd name="T4" fmla="*/ 26 w 28"/>
                  <a:gd name="T5" fmla="*/ 38 h 38"/>
                  <a:gd name="T6" fmla="*/ 28 w 28"/>
                  <a:gd name="T7" fmla="*/ 35 h 38"/>
                  <a:gd name="T8" fmla="*/ 25 w 28"/>
                  <a:gd name="T9" fmla="*/ 31 h 38"/>
                  <a:gd name="T10" fmla="*/ 3 w 28"/>
                  <a:gd name="T11" fmla="*/ 0 h 38"/>
                  <a:gd name="T12" fmla="*/ 0 w 28"/>
                  <a:gd name="T13" fmla="*/ 0 h 38"/>
                  <a:gd name="T14" fmla="*/ 2 w 28"/>
                  <a:gd name="T15" fmla="*/ 4 h 38"/>
                  <a:gd name="T16" fmla="*/ 3 w 28"/>
                  <a:gd name="T17" fmla="*/ 4 h 38"/>
                  <a:gd name="T18" fmla="*/ 6 w 28"/>
                  <a:gd name="T19" fmla="*/ 4 h 38"/>
                  <a:gd name="T20" fmla="*/ 3 w 28"/>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38">
                    <a:moveTo>
                      <a:pt x="25" y="31"/>
                    </a:moveTo>
                    <a:cubicBezTo>
                      <a:pt x="24" y="32"/>
                      <a:pt x="24" y="33"/>
                      <a:pt x="24" y="34"/>
                    </a:cubicBezTo>
                    <a:cubicBezTo>
                      <a:pt x="26" y="38"/>
                      <a:pt x="26" y="38"/>
                      <a:pt x="26" y="38"/>
                    </a:cubicBezTo>
                    <a:cubicBezTo>
                      <a:pt x="27" y="37"/>
                      <a:pt x="27" y="36"/>
                      <a:pt x="28" y="35"/>
                    </a:cubicBezTo>
                    <a:cubicBezTo>
                      <a:pt x="25" y="31"/>
                      <a:pt x="25" y="31"/>
                      <a:pt x="25" y="31"/>
                    </a:cubicBezTo>
                    <a:moveTo>
                      <a:pt x="3" y="0"/>
                    </a:moveTo>
                    <a:cubicBezTo>
                      <a:pt x="2" y="0"/>
                      <a:pt x="1" y="0"/>
                      <a:pt x="0" y="0"/>
                    </a:cubicBezTo>
                    <a:cubicBezTo>
                      <a:pt x="2" y="4"/>
                      <a:pt x="2" y="4"/>
                      <a:pt x="2" y="4"/>
                    </a:cubicBezTo>
                    <a:cubicBezTo>
                      <a:pt x="3" y="4"/>
                      <a:pt x="3" y="4"/>
                      <a:pt x="3" y="4"/>
                    </a:cubicBezTo>
                    <a:cubicBezTo>
                      <a:pt x="4" y="4"/>
                      <a:pt x="5" y="4"/>
                      <a:pt x="6" y="4"/>
                    </a:cubicBezTo>
                    <a:cubicBezTo>
                      <a:pt x="3" y="0"/>
                      <a:pt x="3" y="0"/>
                      <a:pt x="3" y="0"/>
                    </a:cubicBezTo>
                  </a:path>
                </a:pathLst>
              </a:custGeom>
              <a:solidFill>
                <a:schemeClr val="accent2"/>
              </a:solid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sp>
            <p:nvSpPr>
              <p:cNvPr id="935" name="Freeform 826"/>
              <p:cNvSpPr>
                <a:spLocks/>
              </p:cNvSpPr>
              <p:nvPr/>
            </p:nvSpPr>
            <p:spPr bwMode="auto">
              <a:xfrm>
                <a:off x="6281108" y="2393812"/>
                <a:ext cx="43192" cy="74043"/>
              </a:xfrm>
              <a:custGeom>
                <a:avLst/>
                <a:gdLst>
                  <a:gd name="T0" fmla="*/ 0 w 6"/>
                  <a:gd name="T1" fmla="*/ 0 h 10"/>
                  <a:gd name="T2" fmla="*/ 6 w 6"/>
                  <a:gd name="T3" fmla="*/ 10 h 10"/>
                  <a:gd name="T4" fmla="*/ 3 w 6"/>
                  <a:gd name="T5" fmla="*/ 4 h 10"/>
                  <a:gd name="T6" fmla="*/ 0 w 6"/>
                  <a:gd name="T7" fmla="*/ 0 h 10"/>
                </a:gdLst>
                <a:ahLst/>
                <a:cxnLst>
                  <a:cxn ang="0">
                    <a:pos x="T0" y="T1"/>
                  </a:cxn>
                  <a:cxn ang="0">
                    <a:pos x="T2" y="T3"/>
                  </a:cxn>
                  <a:cxn ang="0">
                    <a:pos x="T4" y="T5"/>
                  </a:cxn>
                  <a:cxn ang="0">
                    <a:pos x="T6" y="T7"/>
                  </a:cxn>
                </a:cxnLst>
                <a:rect l="0" t="0" r="r" b="b"/>
                <a:pathLst>
                  <a:path w="6" h="10">
                    <a:moveTo>
                      <a:pt x="0" y="0"/>
                    </a:moveTo>
                    <a:cubicBezTo>
                      <a:pt x="6" y="10"/>
                      <a:pt x="6" y="10"/>
                      <a:pt x="6" y="10"/>
                    </a:cubicBezTo>
                    <a:cubicBezTo>
                      <a:pt x="5" y="8"/>
                      <a:pt x="4" y="6"/>
                      <a:pt x="3" y="4"/>
                    </a:cubicBezTo>
                    <a:cubicBezTo>
                      <a:pt x="2" y="2"/>
                      <a:pt x="1" y="1"/>
                      <a:pt x="0" y="0"/>
                    </a:cubicBezTo>
                  </a:path>
                </a:pathLst>
              </a:custGeom>
              <a:grpFill/>
              <a:ln>
                <a:solidFill>
                  <a:schemeClr val="accent2"/>
                </a:solidFill>
              </a:ln>
            </p:spPr>
            <p:txBody>
              <a:bodyPr vert="horz" wrap="square" lIns="91440" tIns="45720" rIns="91440" bIns="45720" numCol="1" anchor="t" anchorCtr="0" compatLnSpc="1">
                <a:prstTxWarp prst="textNoShape">
                  <a:avLst/>
                </a:prstTxWarp>
              </a:bodyPr>
              <a:lstStyle/>
              <a:p>
                <a:endParaRPr lang="zh-CN" altLang="en-US" sz="1200">
                  <a:solidFill>
                    <a:schemeClr val="tx1">
                      <a:lumMod val="75000"/>
                      <a:lumOff val="25000"/>
                    </a:schemeClr>
                  </a:solidFill>
                </a:endParaRPr>
              </a:p>
            </p:txBody>
          </p:sp>
        </p:grpSp>
      </p:grpSp>
    </p:spTree>
    <p:extLst>
      <p:ext uri="{BB962C8B-B14F-4D97-AF65-F5344CB8AC3E}">
        <p14:creationId xmlns:p14="http://schemas.microsoft.com/office/powerpoint/2010/main" val="3191672949"/>
      </p:ext>
    </p:extLst>
  </p:cSld>
  <p:clrMapOvr>
    <a:masterClrMapping/>
  </p:clrMapOvr>
  <p:transition spd="slow" advClick="0" advTm="2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2000"/>
                                        <p:tgtEl>
                                          <p:spTgt spid="11"/>
                                        </p:tgtEl>
                                      </p:cBhvr>
                                    </p:animEffect>
                                  </p:childTnLst>
                                </p:cTn>
                              </p:par>
                              <p:par>
                                <p:cTn id="12" presetID="10" presetClass="entr" presetSubtype="0" fill="hold" nodeType="withEffect">
                                  <p:stCondLst>
                                    <p:cond delay="3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7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130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17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2700"/>
                            </p:stCondLst>
                            <p:childTnLst>
                              <p:par>
                                <p:cTn id="25" presetID="53" presetClass="entr" presetSubtype="16"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par>
                          <p:cTn id="30" fill="hold">
                            <p:stCondLst>
                              <p:cond delay="3200"/>
                            </p:stCondLst>
                            <p:childTnLst>
                              <p:par>
                                <p:cTn id="31" presetID="42" presetClass="entr" presetSubtype="0" fill="hold" grpId="0" nodeType="afterEffect">
                                  <p:stCondLst>
                                    <p:cond delay="0"/>
                                  </p:stCondLst>
                                  <p:childTnLst>
                                    <p:set>
                                      <p:cBhvr>
                                        <p:cTn id="32" dur="1" fill="hold">
                                          <p:stCondLst>
                                            <p:cond delay="0"/>
                                          </p:stCondLst>
                                        </p:cTn>
                                        <p:tgtEl>
                                          <p:spTgt spid="232"/>
                                        </p:tgtEl>
                                        <p:attrNameLst>
                                          <p:attrName>style.visibility</p:attrName>
                                        </p:attrNameLst>
                                      </p:cBhvr>
                                      <p:to>
                                        <p:strVal val="visible"/>
                                      </p:to>
                                    </p:set>
                                    <p:animEffect transition="in" filter="fade">
                                      <p:cBhvr>
                                        <p:cTn id="33" dur="1000"/>
                                        <p:tgtEl>
                                          <p:spTgt spid="232"/>
                                        </p:tgtEl>
                                      </p:cBhvr>
                                    </p:animEffect>
                                    <p:anim calcmode="lin" valueType="num">
                                      <p:cBhvr>
                                        <p:cTn id="34" dur="1000" fill="hold"/>
                                        <p:tgtEl>
                                          <p:spTgt spid="232"/>
                                        </p:tgtEl>
                                        <p:attrNameLst>
                                          <p:attrName>ppt_x</p:attrName>
                                        </p:attrNameLst>
                                      </p:cBhvr>
                                      <p:tavLst>
                                        <p:tav tm="0">
                                          <p:val>
                                            <p:strVal val="#ppt_x"/>
                                          </p:val>
                                        </p:tav>
                                        <p:tav tm="100000">
                                          <p:val>
                                            <p:strVal val="#ppt_x"/>
                                          </p:val>
                                        </p:tav>
                                      </p:tavLst>
                                    </p:anim>
                                    <p:anim calcmode="lin" valueType="num">
                                      <p:cBhvr>
                                        <p:cTn id="35" dur="1000" fill="hold"/>
                                        <p:tgtEl>
                                          <p:spTgt spid="23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30"/>
                                        </p:tgtEl>
                                        <p:attrNameLst>
                                          <p:attrName>style.visibility</p:attrName>
                                        </p:attrNameLst>
                                      </p:cBhvr>
                                      <p:to>
                                        <p:strVal val="visible"/>
                                      </p:to>
                                    </p:set>
                                    <p:animEffect transition="in" filter="fade">
                                      <p:cBhvr>
                                        <p:cTn id="38" dur="1000"/>
                                        <p:tgtEl>
                                          <p:spTgt spid="230"/>
                                        </p:tgtEl>
                                      </p:cBhvr>
                                    </p:animEffect>
                                    <p:anim calcmode="lin" valueType="num">
                                      <p:cBhvr>
                                        <p:cTn id="39" dur="1000" fill="hold"/>
                                        <p:tgtEl>
                                          <p:spTgt spid="230"/>
                                        </p:tgtEl>
                                        <p:attrNameLst>
                                          <p:attrName>ppt_x</p:attrName>
                                        </p:attrNameLst>
                                      </p:cBhvr>
                                      <p:tavLst>
                                        <p:tav tm="0">
                                          <p:val>
                                            <p:strVal val="#ppt_x"/>
                                          </p:val>
                                        </p:tav>
                                        <p:tav tm="100000">
                                          <p:val>
                                            <p:strVal val="#ppt_x"/>
                                          </p:val>
                                        </p:tav>
                                      </p:tavLst>
                                    </p:anim>
                                    <p:anim calcmode="lin" valueType="num">
                                      <p:cBhvr>
                                        <p:cTn id="40" dur="1000" fill="hold"/>
                                        <p:tgtEl>
                                          <p:spTgt spid="23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09"/>
                                        </p:tgtEl>
                                        <p:attrNameLst>
                                          <p:attrName>style.visibility</p:attrName>
                                        </p:attrNameLst>
                                      </p:cBhvr>
                                      <p:to>
                                        <p:strVal val="visible"/>
                                      </p:to>
                                    </p:set>
                                    <p:animEffect transition="in" filter="fade">
                                      <p:cBhvr>
                                        <p:cTn id="43" dur="1000"/>
                                        <p:tgtEl>
                                          <p:spTgt spid="209"/>
                                        </p:tgtEl>
                                      </p:cBhvr>
                                    </p:animEffect>
                                    <p:anim calcmode="lin" valueType="num">
                                      <p:cBhvr>
                                        <p:cTn id="44" dur="1000" fill="hold"/>
                                        <p:tgtEl>
                                          <p:spTgt spid="209"/>
                                        </p:tgtEl>
                                        <p:attrNameLst>
                                          <p:attrName>ppt_x</p:attrName>
                                        </p:attrNameLst>
                                      </p:cBhvr>
                                      <p:tavLst>
                                        <p:tav tm="0">
                                          <p:val>
                                            <p:strVal val="#ppt_x"/>
                                          </p:val>
                                        </p:tav>
                                        <p:tav tm="100000">
                                          <p:val>
                                            <p:strVal val="#ppt_x"/>
                                          </p:val>
                                        </p:tav>
                                      </p:tavLst>
                                    </p:anim>
                                    <p:anim calcmode="lin" valueType="num">
                                      <p:cBhvr>
                                        <p:cTn id="45" dur="1000" fill="hold"/>
                                        <p:tgtEl>
                                          <p:spTgt spid="20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07"/>
                                        </p:tgtEl>
                                        <p:attrNameLst>
                                          <p:attrName>style.visibility</p:attrName>
                                        </p:attrNameLst>
                                      </p:cBhvr>
                                      <p:to>
                                        <p:strVal val="visible"/>
                                      </p:to>
                                    </p:set>
                                    <p:animEffect transition="in" filter="fade">
                                      <p:cBhvr>
                                        <p:cTn id="48" dur="1000"/>
                                        <p:tgtEl>
                                          <p:spTgt spid="207"/>
                                        </p:tgtEl>
                                      </p:cBhvr>
                                    </p:animEffect>
                                    <p:anim calcmode="lin" valueType="num">
                                      <p:cBhvr>
                                        <p:cTn id="49" dur="1000" fill="hold"/>
                                        <p:tgtEl>
                                          <p:spTgt spid="207"/>
                                        </p:tgtEl>
                                        <p:attrNameLst>
                                          <p:attrName>ppt_x</p:attrName>
                                        </p:attrNameLst>
                                      </p:cBhvr>
                                      <p:tavLst>
                                        <p:tav tm="0">
                                          <p:val>
                                            <p:strVal val="#ppt_x"/>
                                          </p:val>
                                        </p:tav>
                                        <p:tav tm="100000">
                                          <p:val>
                                            <p:strVal val="#ppt_x"/>
                                          </p:val>
                                        </p:tav>
                                      </p:tavLst>
                                    </p:anim>
                                    <p:anim calcmode="lin" valueType="num">
                                      <p:cBhvr>
                                        <p:cTn id="50" dur="1000" fill="hold"/>
                                        <p:tgtEl>
                                          <p:spTgt spid="207"/>
                                        </p:tgtEl>
                                        <p:attrNameLst>
                                          <p:attrName>ppt_y</p:attrName>
                                        </p:attrNameLst>
                                      </p:cBhvr>
                                      <p:tavLst>
                                        <p:tav tm="0">
                                          <p:val>
                                            <p:strVal val="#ppt_y+.1"/>
                                          </p:val>
                                        </p:tav>
                                        <p:tav tm="100000">
                                          <p:val>
                                            <p:strVal val="#ppt_y"/>
                                          </p:val>
                                        </p:tav>
                                      </p:tavLst>
                                    </p:anim>
                                  </p:childTnLst>
                                </p:cTn>
                              </p:par>
                            </p:childTnLst>
                          </p:cTn>
                        </p:par>
                        <p:par>
                          <p:cTn id="51" fill="hold">
                            <p:stCondLst>
                              <p:cond delay="4200"/>
                            </p:stCondLst>
                            <p:childTnLst>
                              <p:par>
                                <p:cTn id="52" presetID="22" presetClass="entr" presetSubtype="1" fill="hold" grpId="0" nodeType="afterEffect">
                                  <p:stCondLst>
                                    <p:cond delay="0"/>
                                  </p:stCondLst>
                                  <p:childTnLst>
                                    <p:set>
                                      <p:cBhvr>
                                        <p:cTn id="53" dur="1" fill="hold">
                                          <p:stCondLst>
                                            <p:cond delay="0"/>
                                          </p:stCondLst>
                                        </p:cTn>
                                        <p:tgtEl>
                                          <p:spTgt spid="245"/>
                                        </p:tgtEl>
                                        <p:attrNameLst>
                                          <p:attrName>style.visibility</p:attrName>
                                        </p:attrNameLst>
                                      </p:cBhvr>
                                      <p:to>
                                        <p:strVal val="visible"/>
                                      </p:to>
                                    </p:set>
                                    <p:animEffect transition="in" filter="wipe(up)">
                                      <p:cBhvr>
                                        <p:cTn id="54" dur="500"/>
                                        <p:tgtEl>
                                          <p:spTgt spid="245"/>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46"/>
                                        </p:tgtEl>
                                        <p:attrNameLst>
                                          <p:attrName>style.visibility</p:attrName>
                                        </p:attrNameLst>
                                      </p:cBhvr>
                                      <p:to>
                                        <p:strVal val="visible"/>
                                      </p:to>
                                    </p:set>
                                    <p:animEffect transition="in" filter="wipe(up)">
                                      <p:cBhvr>
                                        <p:cTn id="57" dur="500"/>
                                        <p:tgtEl>
                                          <p:spTgt spid="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209" grpId="0"/>
      <p:bldP spid="230" grpId="0"/>
      <p:bldP spid="232" grpId="0"/>
      <p:bldP spid="245" grpId="0" animBg="1"/>
      <p:bldP spid="24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58"/>
          <p:cNvSpPr txBox="1"/>
          <p:nvPr/>
        </p:nvSpPr>
        <p:spPr>
          <a:xfrm>
            <a:off x="4478666" y="2532215"/>
            <a:ext cx="4097163" cy="619665"/>
          </a:xfrm>
          <a:prstGeom prst="rect">
            <a:avLst/>
          </a:prstGeom>
          <a:noFill/>
        </p:spPr>
        <p:txBody>
          <a:bodyPr wrap="none" lIns="65032" tIns="32516" rIns="65032" bIns="32516" rtlCol="0">
            <a:spAutoFit/>
          </a:bodyPr>
          <a:lstStyle/>
          <a:p>
            <a:r>
              <a:rPr kumimoji="1" lang="zh-CN" altLang="en-US" sz="3600" dirty="0">
                <a:solidFill>
                  <a:schemeClr val="tx1">
                    <a:lumMod val="75000"/>
                    <a:lumOff val="25000"/>
                  </a:schemeClr>
                </a:solidFill>
                <a:latin typeface="微软雅黑" panose="020B0503020204020204" pitchFamily="34" charset="-122"/>
                <a:ea typeface="微软雅黑" panose="020B0503020204020204" pitchFamily="34" charset="-122"/>
              </a:rPr>
              <a:t>演讲完毕  谢谢观看</a:t>
            </a:r>
          </a:p>
        </p:txBody>
      </p:sp>
      <p:sp>
        <p:nvSpPr>
          <p:cNvPr id="5" name="文本框 159"/>
          <p:cNvSpPr txBox="1"/>
          <p:nvPr/>
        </p:nvSpPr>
        <p:spPr>
          <a:xfrm>
            <a:off x="4524175" y="3095367"/>
            <a:ext cx="3986940" cy="481165"/>
          </a:xfrm>
          <a:prstGeom prst="rect">
            <a:avLst/>
          </a:prstGeom>
          <a:noFill/>
        </p:spPr>
        <p:txBody>
          <a:bodyPr wrap="square" lIns="65032" tIns="32516" rIns="65032" bIns="32516" rtlCol="0">
            <a:spAutoFit/>
          </a:bodyPr>
          <a:lstStyle/>
          <a:p>
            <a:pPr algn="just">
              <a:lnSpc>
                <a:spcPct val="150000"/>
              </a:lnSpc>
              <a:buNone/>
            </a:pPr>
            <a:r>
              <a:rPr lang="en-US" altLang="zh-CN" sz="600" dirty="0">
                <a:solidFill>
                  <a:schemeClr val="tx1">
                    <a:lumMod val="50000"/>
                    <a:lumOff val="50000"/>
                  </a:schemeClr>
                </a:solidFill>
                <a:latin typeface="Arial" panose="020B0604020202020204" pitchFamily="34" charset="0"/>
                <a:cs typeface="Arial" panose="020B0604020202020204" pitchFamily="34" charset="0"/>
              </a:rPr>
              <a:t>CONTRACTED WIND POWERPOINT TEMPLATE DESIGNS CONTRACTED WIND POWERPOINT TEMPLATE DESIGNS CONTRACTED WIND POWERPOINT TEMPLATE DESIGNS CONTRACTED WIND POWERPOINT TEMPLATE DESIGNS</a:t>
            </a:r>
            <a:endParaRPr lang="zh-CN" altLang="en-US" sz="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2" name="文本框 159">
            <a:extLst>
              <a:ext uri="{FF2B5EF4-FFF2-40B4-BE49-F238E27FC236}">
                <a16:creationId xmlns:a16="http://schemas.microsoft.com/office/drawing/2014/main" id="{7E369DF7-2297-4529-B7DD-62876E84DD7F}"/>
              </a:ext>
            </a:extLst>
          </p:cNvPr>
          <p:cNvSpPr txBox="1"/>
          <p:nvPr/>
        </p:nvSpPr>
        <p:spPr>
          <a:xfrm>
            <a:off x="4535997" y="3684343"/>
            <a:ext cx="2678974" cy="234944"/>
          </a:xfrm>
          <a:prstGeom prst="rect">
            <a:avLst/>
          </a:prstGeom>
          <a:solidFill>
            <a:schemeClr val="accent1"/>
          </a:solidFill>
        </p:spPr>
        <p:txBody>
          <a:bodyPr wrap="square" lIns="65032" tIns="32516" rIns="65032" bIns="32516"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汇报人：千图网       日期：</a:t>
            </a:r>
            <a:r>
              <a:rPr lang="en-US" altLang="zh-CN" sz="1050" dirty="0">
                <a:solidFill>
                  <a:schemeClr val="bg1"/>
                </a:solidFill>
                <a:latin typeface="微软雅黑" panose="020B0503020204020204" pitchFamily="34" charset="-122"/>
                <a:ea typeface="微软雅黑" panose="020B0503020204020204" pitchFamily="34" charset="-122"/>
              </a:rPr>
              <a:t>2019</a:t>
            </a:r>
            <a:r>
              <a:rPr lang="zh-CN" altLang="en-US" sz="1050" dirty="0">
                <a:solidFill>
                  <a:schemeClr val="bg1"/>
                </a:solidFill>
                <a:latin typeface="微软雅黑" panose="020B0503020204020204" pitchFamily="34" charset="-122"/>
                <a:ea typeface="微软雅黑" panose="020B0503020204020204" pitchFamily="34" charset="-122"/>
              </a:rPr>
              <a:t>年</a:t>
            </a:r>
            <a:r>
              <a:rPr lang="en-US" altLang="zh-CN" sz="1050" dirty="0">
                <a:solidFill>
                  <a:schemeClr val="bg1"/>
                </a:solidFill>
                <a:latin typeface="微软雅黑" panose="020B0503020204020204" pitchFamily="34" charset="-122"/>
                <a:ea typeface="微软雅黑" panose="020B0503020204020204" pitchFamily="34" charset="-122"/>
              </a:rPr>
              <a:t>x</a:t>
            </a:r>
            <a:r>
              <a:rPr lang="zh-CN" altLang="en-US" sz="1050" dirty="0">
                <a:solidFill>
                  <a:schemeClr val="bg1"/>
                </a:solidFill>
                <a:latin typeface="微软雅黑" panose="020B0503020204020204" pitchFamily="34" charset="-122"/>
                <a:ea typeface="微软雅黑" panose="020B0503020204020204" pitchFamily="34" charset="-122"/>
              </a:rPr>
              <a:t>月</a:t>
            </a:r>
            <a:r>
              <a:rPr lang="en-US" altLang="zh-CN" sz="1050" dirty="0">
                <a:solidFill>
                  <a:schemeClr val="bg1"/>
                </a:solidFill>
                <a:latin typeface="微软雅黑" panose="020B0503020204020204" pitchFamily="34" charset="-122"/>
                <a:ea typeface="微软雅黑" panose="020B0503020204020204" pitchFamily="34" charset="-122"/>
              </a:rPr>
              <a:t>x</a:t>
            </a:r>
            <a:r>
              <a:rPr lang="zh-CN" altLang="en-US" sz="1050" dirty="0">
                <a:solidFill>
                  <a:schemeClr val="bg1"/>
                </a:solidFill>
                <a:latin typeface="微软雅黑" panose="020B0503020204020204" pitchFamily="34" charset="-122"/>
                <a:ea typeface="微软雅黑" panose="020B0503020204020204" pitchFamily="34" charset="-122"/>
              </a:rPr>
              <a:t>日</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 name="文本框 158">
            <a:extLst>
              <a:ext uri="{FF2B5EF4-FFF2-40B4-BE49-F238E27FC236}">
                <a16:creationId xmlns:a16="http://schemas.microsoft.com/office/drawing/2014/main" id="{51B6340B-B01D-4808-8547-7A96E6D47368}"/>
              </a:ext>
            </a:extLst>
          </p:cNvPr>
          <p:cNvSpPr txBox="1"/>
          <p:nvPr/>
        </p:nvSpPr>
        <p:spPr>
          <a:xfrm>
            <a:off x="4535996" y="1484468"/>
            <a:ext cx="1375264" cy="804331"/>
          </a:xfrm>
          <a:prstGeom prst="rect">
            <a:avLst/>
          </a:prstGeom>
          <a:noFill/>
        </p:spPr>
        <p:txBody>
          <a:bodyPr wrap="none" lIns="65032" tIns="32516" rIns="65032" bIns="32516" rtlCol="0">
            <a:spAutoFit/>
          </a:bodyPr>
          <a:lstStyle/>
          <a:p>
            <a:r>
              <a:rPr kumimoji="1" lang="en-US" altLang="zh-CN" sz="4800" b="1" dirty="0">
                <a:solidFill>
                  <a:schemeClr val="accent1"/>
                </a:solidFill>
                <a:latin typeface="方正姚体" panose="02010601030101010101" pitchFamily="2" charset="-122"/>
                <a:ea typeface="方正姚体" panose="02010601030101010101" pitchFamily="2" charset="-122"/>
              </a:rPr>
              <a:t>2019</a:t>
            </a:r>
            <a:endParaRPr kumimoji="1" lang="zh-CN" altLang="en-US" sz="4800" b="1" dirty="0">
              <a:solidFill>
                <a:schemeClr val="accent1"/>
              </a:solidFill>
              <a:latin typeface="方正姚体" panose="02010601030101010101" pitchFamily="2" charset="-122"/>
              <a:ea typeface="方正姚体" panose="02010601030101010101" pitchFamily="2" charset="-122"/>
            </a:endParaRPr>
          </a:p>
        </p:txBody>
      </p:sp>
      <p:sp>
        <p:nvSpPr>
          <p:cNvPr id="9" name="TextBox 31">
            <a:extLst>
              <a:ext uri="{FF2B5EF4-FFF2-40B4-BE49-F238E27FC236}">
                <a16:creationId xmlns:a16="http://schemas.microsoft.com/office/drawing/2014/main" id="{994B6796-E8B8-492B-A6CE-BD999FB50173}"/>
              </a:ext>
            </a:extLst>
          </p:cNvPr>
          <p:cNvSpPr txBox="1"/>
          <p:nvPr/>
        </p:nvSpPr>
        <p:spPr>
          <a:xfrm>
            <a:off x="4534157" y="2229681"/>
            <a:ext cx="2317234" cy="338538"/>
          </a:xfrm>
          <a:prstGeom prst="rect">
            <a:avLst/>
          </a:prstGeom>
          <a:noFill/>
        </p:spPr>
        <p:txBody>
          <a:bodyPr wrap="square" lIns="91424" tIns="45712" rIns="91424" bIns="45712" rtlCol="0">
            <a:spAutoFit/>
          </a:bodyPr>
          <a:lstStyle/>
          <a:p>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这里输入您的公司名称</a:t>
            </a:r>
          </a:p>
        </p:txBody>
      </p:sp>
      <p:pic>
        <p:nvPicPr>
          <p:cNvPr id="8" name="图片 7">
            <a:extLst>
              <a:ext uri="{FF2B5EF4-FFF2-40B4-BE49-F238E27FC236}">
                <a16:creationId xmlns:a16="http://schemas.microsoft.com/office/drawing/2014/main" id="{89B3DEC9-3D39-4C16-A0B6-3843F82236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6400" y="522823"/>
            <a:ext cx="5145088" cy="5145088"/>
          </a:xfrm>
          <a:prstGeom prst="rect">
            <a:avLst/>
          </a:prstGeom>
        </p:spPr>
      </p:pic>
    </p:spTree>
    <p:extLst>
      <p:ext uri="{BB962C8B-B14F-4D97-AF65-F5344CB8AC3E}">
        <p14:creationId xmlns:p14="http://schemas.microsoft.com/office/powerpoint/2010/main" val="11130617"/>
      </p:ext>
    </p:extLst>
  </p:cSld>
  <p:clrMapOvr>
    <a:masterClrMapping/>
  </p:clrMapOvr>
  <mc:AlternateContent xmlns:mc="http://schemas.openxmlformats.org/markup-compatibility/2006" xmlns:p14="http://schemas.microsoft.com/office/powerpoint/2010/main">
    <mc:Choice Requires="p14">
      <p:transition spd="slow" p14:dur="3900" advClick="0" advTm="2000">
        <p14:glitter pattern="hexagon"/>
      </p:transition>
    </mc:Choice>
    <mc:Fallback xmlns="">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650"/>
                            </p:stCondLst>
                            <p:childTnLst>
                              <p:par>
                                <p:cTn id="13" presetID="26" presetClass="emph" presetSubtype="0" fill="hold" grpId="1" nodeType="afterEffect">
                                  <p:stCondLst>
                                    <p:cond delay="0"/>
                                  </p:stCondLst>
                                  <p:iterate type="lt">
                                    <p:tmPct val="0"/>
                                  </p:iterate>
                                  <p:childTnLst>
                                    <p:animEffect transition="out" filter="fade">
                                      <p:cBhvr>
                                        <p:cTn id="14" dur="500" tmFilter="0, 0; .2, .5; .8, .5; 1, 0"/>
                                        <p:tgtEl>
                                          <p:spTgt spid="13"/>
                                        </p:tgtEl>
                                      </p:cBhvr>
                                    </p:animEffect>
                                    <p:animScale>
                                      <p:cBhvr>
                                        <p:cTn id="15" dur="250" autoRev="1" fill="hold"/>
                                        <p:tgtEl>
                                          <p:spTgt spid="13"/>
                                        </p:tgtEl>
                                      </p:cBhvr>
                                      <p:by x="105000" y="105000"/>
                                    </p:animScale>
                                  </p:childTnLst>
                                </p:cTn>
                              </p:par>
                            </p:childTnLst>
                          </p:cTn>
                        </p:par>
                        <p:par>
                          <p:cTn id="16" fill="hold">
                            <p:stCondLst>
                              <p:cond delay="115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anim calcmode="lin" valueType="num">
                                      <p:cBhvr>
                                        <p:cTn id="2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
                                        </p:tgtEl>
                                      </p:cBhvr>
                                    </p:animEffect>
                                  </p:childTnLst>
                                </p:cTn>
                              </p:par>
                            </p:childTnLst>
                          </p:cTn>
                        </p:par>
                        <p:par>
                          <p:cTn id="24" fill="hold">
                            <p:stCondLst>
                              <p:cond delay="2000"/>
                            </p:stCondLst>
                            <p:childTnLst>
                              <p:par>
                                <p:cTn id="25" presetID="26" presetClass="emph" presetSubtype="0" fill="hold" grpId="1" nodeType="afterEffect">
                                  <p:stCondLst>
                                    <p:cond delay="0"/>
                                  </p:stCondLst>
                                  <p:iterate type="lt">
                                    <p:tmPct val="0"/>
                                  </p:iterate>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par>
                          <p:cTn id="28" fill="hold">
                            <p:stCondLst>
                              <p:cond delay="2500"/>
                            </p:stCondLst>
                            <p:childTnLst>
                              <p:par>
                                <p:cTn id="29" presetID="41" presetClass="entr" presetSubtype="0" fill="hold" grpId="0" nodeType="afterEffect">
                                  <p:stCondLst>
                                    <p:cond delay="0"/>
                                  </p:stCondLst>
                                  <p:iterate type="lt">
                                    <p:tmPct val="1161"/>
                                  </p:iterate>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5"/>
                                        </p:tgtEl>
                                        <p:attrNameLst>
                                          <p:attrName>ppt_y</p:attrName>
                                        </p:attrNameLst>
                                      </p:cBhvr>
                                      <p:tavLst>
                                        <p:tav tm="0">
                                          <p:val>
                                            <p:strVal val="#ppt_y"/>
                                          </p:val>
                                        </p:tav>
                                        <p:tav tm="100000">
                                          <p:val>
                                            <p:strVal val="#ppt_y"/>
                                          </p:val>
                                        </p:tav>
                                      </p:tavLst>
                                    </p:anim>
                                    <p:anim calcmode="lin" valueType="num">
                                      <p:cBhvr>
                                        <p:cTn id="33"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5"/>
                                        </p:tgtEl>
                                      </p:cBhvr>
                                    </p:animEffect>
                                  </p:childTnLst>
                                </p:cTn>
                              </p:par>
                            </p:childTnLst>
                          </p:cTn>
                        </p:par>
                        <p:par>
                          <p:cTn id="36" fill="hold">
                            <p:stCondLst>
                              <p:cond delay="390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12"/>
                                        </p:tgtEl>
                                        <p:attrNameLst>
                                          <p:attrName>ppt_y</p:attrName>
                                        </p:attrNameLst>
                                      </p:cBhvr>
                                      <p:tavLst>
                                        <p:tav tm="0">
                                          <p:val>
                                            <p:strVal val="#ppt_y"/>
                                          </p:val>
                                        </p:tav>
                                        <p:tav tm="100000">
                                          <p:val>
                                            <p:strVal val="#ppt_y"/>
                                          </p:val>
                                        </p:tav>
                                      </p:tavLst>
                                    </p:anim>
                                    <p:anim calcmode="lin" valueType="num">
                                      <p:cBhvr>
                                        <p:cTn id="41"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12"/>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1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12" grpId="0" animBg="1"/>
      <p:bldP spid="13" grpId="0"/>
      <p:bldP spid="13" grpId="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826362" y="467631"/>
            <a:ext cx="3382929" cy="505163"/>
          </a:xfrm>
        </p:spPr>
        <p:txBody>
          <a:bodyPr anchor="t">
            <a:normAutofit fontScale="92500" lnSpcReduction="20000"/>
          </a:bodyPr>
          <a:lstStyle/>
          <a:p>
            <a:r>
              <a:rPr lang="en-US" b="0" dirty="0">
                <a:solidFill>
                  <a:schemeClr val="accent1"/>
                </a:solidFill>
                <a:latin typeface="微软雅黑" panose="020B0503020204020204" pitchFamily="34" charset="-122"/>
                <a:ea typeface="微软雅黑" panose="020B0503020204020204" pitchFamily="34" charset="-122"/>
                <a:cs typeface="+mn-ea"/>
                <a:sym typeface="+mn-lt"/>
              </a:rPr>
              <a:t>版权声明</a:t>
            </a:r>
          </a:p>
        </p:txBody>
      </p:sp>
      <p:sp>
        <p:nvSpPr>
          <p:cNvPr id="4" name="Text Placeholder 3"/>
          <p:cNvSpPr>
            <a:spLocks noGrp="1"/>
          </p:cNvSpPr>
          <p:nvPr>
            <p:ph type="body" sz="quarter" idx="11"/>
          </p:nvPr>
        </p:nvSpPr>
        <p:spPr>
          <a:xfrm>
            <a:off x="1836215" y="1105405"/>
            <a:ext cx="4931352" cy="299873"/>
          </a:xfrm>
        </p:spPr>
        <p:txBody>
          <a:bodyPr anchor="t">
            <a:normAutofit fontScale="92500" lnSpcReduction="20000"/>
          </a:bodyPr>
          <a:lstStyle/>
          <a:p>
            <a:r>
              <a:rPr lang="en-US" sz="1799" dirty="0" err="1">
                <a:solidFill>
                  <a:schemeClr val="accent1"/>
                </a:solidFill>
                <a:latin typeface="微软雅黑" panose="020B0503020204020204" pitchFamily="34" charset="-122"/>
                <a:ea typeface="微软雅黑" panose="020B0503020204020204" pitchFamily="34" charset="-122"/>
                <a:cs typeface="+mn-ea"/>
                <a:sym typeface="+mn-lt"/>
              </a:rPr>
              <a:t>感谢您支持原创设计事业，支持设计版权产品</a:t>
            </a:r>
            <a:r>
              <a:rPr lang="en-US" sz="1799" dirty="0">
                <a:solidFill>
                  <a:schemeClr val="accent1"/>
                </a:solidFill>
                <a:latin typeface="微软雅黑" panose="020B0503020204020204" pitchFamily="34" charset="-122"/>
                <a:ea typeface="微软雅黑" panose="020B0503020204020204" pitchFamily="34" charset="-122"/>
                <a:cs typeface="+mn-ea"/>
                <a:sym typeface="+mn-lt"/>
              </a:rPr>
              <a:t>！</a:t>
            </a:r>
          </a:p>
        </p:txBody>
      </p:sp>
      <p:sp>
        <p:nvSpPr>
          <p:cNvPr id="5" name="Text Placeholder 4"/>
          <p:cNvSpPr>
            <a:spLocks noGrp="1"/>
          </p:cNvSpPr>
          <p:nvPr>
            <p:ph type="body" sz="quarter" idx="16"/>
          </p:nvPr>
        </p:nvSpPr>
        <p:spPr>
          <a:xfrm>
            <a:off x="866975" y="1699833"/>
            <a:ext cx="7376300" cy="3009519"/>
          </a:xfrm>
        </p:spPr>
        <p:txBody>
          <a:bodyPr anchor="t">
            <a:normAutofit/>
          </a:bodyPr>
          <a:lstStyle/>
          <a:p>
            <a:pPr algn="l">
              <a:spcBef>
                <a:spcPts val="1199"/>
              </a:spcBef>
            </a:pPr>
            <a:r>
              <a:rPr lang="en-US" sz="900" dirty="0" err="1">
                <a:latin typeface="微软雅黑" panose="020B0503020204020204" pitchFamily="34" charset="-122"/>
                <a:ea typeface="微软雅黑" panose="020B0503020204020204" pitchFamily="34" charset="-122"/>
                <a:cs typeface="+mn-ea"/>
                <a:sym typeface="+mn-lt"/>
              </a:rPr>
              <a:t>感谢您下载千图网</a:t>
            </a:r>
            <a:r>
              <a:rPr lang="zh-CN" altLang="en-US" sz="900" dirty="0">
                <a:latin typeface="微软雅黑" panose="020B0503020204020204" pitchFamily="34" charset="-122"/>
                <a:ea typeface="微软雅黑" panose="020B0503020204020204" pitchFamily="34" charset="-122"/>
                <a:cs typeface="+mn-ea"/>
                <a:sym typeface="+mn-lt"/>
              </a:rPr>
              <a:t>原创</a:t>
            </a:r>
            <a:r>
              <a:rPr lang="en-US" altLang="zh-CN" sz="900" dirty="0">
                <a:latin typeface="微软雅黑" panose="020B0503020204020204" pitchFamily="34" charset="-122"/>
                <a:ea typeface="微软雅黑" panose="020B0503020204020204" pitchFamily="34" charset="-122"/>
                <a:cs typeface="+mn-ea"/>
                <a:sym typeface="+mn-lt"/>
              </a:rPr>
              <a:t>PPT</a:t>
            </a:r>
            <a:r>
              <a:rPr lang="zh-CN" altLang="en-US" sz="900" dirty="0">
                <a:latin typeface="微软雅黑" panose="020B0503020204020204" pitchFamily="34" charset="-122"/>
                <a:ea typeface="微软雅黑" panose="020B0503020204020204" pitchFamily="34" charset="-122"/>
                <a:cs typeface="+mn-ea"/>
                <a:sym typeface="+mn-lt"/>
              </a:rPr>
              <a:t>模板</a:t>
            </a:r>
            <a:r>
              <a:rPr lang="en-US" sz="900" dirty="0">
                <a:latin typeface="微软雅黑" panose="020B0503020204020204" pitchFamily="34" charset="-122"/>
                <a:ea typeface="微软雅黑" panose="020B0503020204020204" pitchFamily="34" charset="-122"/>
                <a:cs typeface="+mn-ea"/>
                <a:sym typeface="+mn-lt"/>
              </a:rPr>
              <a:t>，</a:t>
            </a:r>
            <a:r>
              <a:rPr lang="en-US" sz="900" dirty="0" err="1">
                <a:latin typeface="微软雅黑" panose="020B0503020204020204" pitchFamily="34" charset="-122"/>
                <a:ea typeface="微软雅黑" panose="020B0503020204020204" pitchFamily="34" charset="-122"/>
                <a:cs typeface="+mn-ea"/>
                <a:sym typeface="+mn-lt"/>
              </a:rPr>
              <a:t>为了您和千图网以及原创作者的利益，请勿复制、传播、销售，否则将承担法律责任</a:t>
            </a:r>
            <a:r>
              <a:rPr lang="en-US" sz="900" dirty="0">
                <a:latin typeface="微软雅黑" panose="020B0503020204020204" pitchFamily="34" charset="-122"/>
                <a:ea typeface="微软雅黑" panose="020B0503020204020204" pitchFamily="34" charset="-122"/>
                <a:cs typeface="+mn-ea"/>
                <a:sym typeface="+mn-lt"/>
              </a:rPr>
              <a:t>！</a:t>
            </a:r>
          </a:p>
          <a:p>
            <a:pPr algn="l">
              <a:spcBef>
                <a:spcPts val="1199"/>
              </a:spcBef>
            </a:pPr>
            <a:r>
              <a:rPr lang="en-US" sz="900" dirty="0" err="1">
                <a:latin typeface="微软雅黑" panose="020B0503020204020204" pitchFamily="34" charset="-122"/>
                <a:ea typeface="微软雅黑" panose="020B0503020204020204" pitchFamily="34" charset="-122"/>
                <a:cs typeface="+mn-ea"/>
                <a:sym typeface="+mn-lt"/>
              </a:rPr>
              <a:t>千图网将对作品进行维权，按照传播下载次数的十倍进行索取赔偿</a:t>
            </a:r>
            <a:r>
              <a:rPr lang="zh-CN" altLang="en-US" sz="900" dirty="0">
                <a:latin typeface="微软雅黑" panose="020B0503020204020204" pitchFamily="34" charset="-122"/>
                <a:ea typeface="微软雅黑" panose="020B0503020204020204" pitchFamily="34" charset="-122"/>
                <a:cs typeface="+mn-ea"/>
                <a:sym typeface="+mn-lt"/>
              </a:rPr>
              <a:t>金</a:t>
            </a:r>
            <a:r>
              <a:rPr lang="en-US" sz="900" dirty="0">
                <a:latin typeface="微软雅黑" panose="020B0503020204020204" pitchFamily="34" charset="-122"/>
                <a:ea typeface="微软雅黑" panose="020B0503020204020204" pitchFamily="34" charset="-122"/>
                <a:cs typeface="+mn-ea"/>
                <a:sym typeface="+mn-lt"/>
              </a:rPr>
              <a:t>！</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1、千图网网站出售的PPT模版是免版税类（RF：Royalty-free）正版受《中华人民共和国著作法》和《世界版权公约》的保护，作品的所有权、版权和著作权归千图网所有，您下载的是PPT模版素材使用权。</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2、不得将千图网的PPT模版、PPT素材，本身用于再出售，或者出租、出借、转让、分销、发布或者作为礼物供他人使用，不得转授权、出卖、转让本协议或本协议中的权利。</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3、禁止把作品纳入商标或服务标记。</a:t>
            </a:r>
          </a:p>
          <a:p>
            <a:pPr algn="l">
              <a:spcBef>
                <a:spcPts val="1199"/>
              </a:spcBef>
            </a:pPr>
            <a:r>
              <a:rPr lang="en-US" sz="900" dirty="0">
                <a:latin typeface="微软雅黑" panose="020B0503020204020204" pitchFamily="34" charset="-122"/>
                <a:ea typeface="微软雅黑" panose="020B0503020204020204" pitchFamily="34" charset="-122"/>
                <a:cs typeface="+mn-ea"/>
                <a:sym typeface="+mn-lt"/>
              </a:rPr>
              <a:t>4、禁止用户用下载格式在网上传播作品。或者作品可以让第三方单独付费或共享免费下载、或通过转移电话服务系统传播。</a:t>
            </a:r>
          </a:p>
        </p:txBody>
      </p:sp>
    </p:spTree>
    <p:extLst>
      <p:ext uri="{BB962C8B-B14F-4D97-AF65-F5344CB8AC3E}">
        <p14:creationId xmlns:p14="http://schemas.microsoft.com/office/powerpoint/2010/main" val="3307653507"/>
      </p:ext>
    </p:extLst>
  </p:cSld>
  <p:clrMapOvr>
    <a:masterClrMapping/>
  </p:clrMapOvr>
  <p:transition spd="slow" advClick="0" advTm="2000">
    <p:push dir="u"/>
  </p:transition>
</p:sld>
</file>

<file path=ppt/tags/tag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AUTOCOLOR" val="TRUE"/>
  <p:tag name="MH_TYPE" val="CONTENTS"/>
  <p:tag name="ID" val="545819"/>
</p:tagLst>
</file>

<file path=ppt/tags/tag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5.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3.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1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20.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ags/tag23.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3"/>
</p:tagLst>
</file>

<file path=ppt/tags/tag24.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6"/>
</p:tagLst>
</file>

<file path=ppt/tags/tag25.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0422163858"/>
  <p:tag name="MH_LIBRARY" val="GRAPHIC"/>
  <p:tag name="MH_TYPE" val="Other"/>
  <p:tag name="MH_ORDER" val="5"/>
</p:tagLst>
</file>

<file path=ppt/tags/tag27.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ENTRY"/>
  <p:tag name="ID" val="545819"/>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NUMBER"/>
  <p:tag name="ID" val="545819"/>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60830110903"/>
  <p:tag name="MH_LIBRARY" val="CONTENTS"/>
  <p:tag name="MH_TYPE" val="OTHERS"/>
  <p:tag name="ID" val="545819"/>
</p:tagLst>
</file>

<file path=ppt/theme/theme1.xml><?xml version="1.0" encoding="utf-8"?>
<a:theme xmlns:a="http://schemas.openxmlformats.org/drawingml/2006/main" name="Office 主题">
  <a:themeElements>
    <a:clrScheme name="自定义 25">
      <a:dk1>
        <a:sysClr val="windowText" lastClr="000000"/>
      </a:dk1>
      <a:lt1>
        <a:sysClr val="window" lastClr="FFFFFF"/>
      </a:lt1>
      <a:dk2>
        <a:srgbClr val="5A6378"/>
      </a:dk2>
      <a:lt2>
        <a:srgbClr val="7F7F7F"/>
      </a:lt2>
      <a:accent1>
        <a:srgbClr val="C00000"/>
      </a:accent1>
      <a:accent2>
        <a:srgbClr val="7F7F7F"/>
      </a:accent2>
      <a:accent3>
        <a:srgbClr val="C00000"/>
      </a:accent3>
      <a:accent4>
        <a:srgbClr val="7F7F7F"/>
      </a:accent4>
      <a:accent5>
        <a:srgbClr val="C00000"/>
      </a:accent5>
      <a:accent6>
        <a:srgbClr val="7F7F7F"/>
      </a:accent6>
      <a:hlink>
        <a:srgbClr val="168BBA"/>
      </a:hlink>
      <a:folHlink>
        <a:srgbClr val="68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705</TotalTime>
  <Words>2685</Words>
  <Application>Microsoft Office PowerPoint</Application>
  <PresentationFormat>自定义</PresentationFormat>
  <Paragraphs>270</Paragraphs>
  <Slides>29</Slides>
  <Notes>18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29</vt:i4>
      </vt:variant>
    </vt:vector>
  </HeadingPairs>
  <TitlesOfParts>
    <vt:vector size="42" baseType="lpstr">
      <vt:lpstr>Gill Sans</vt:lpstr>
      <vt:lpstr>굴림</vt:lpstr>
      <vt:lpstr>Lato Hairline</vt:lpstr>
      <vt:lpstr>Lato Regular</vt:lpstr>
      <vt:lpstr>方正行楷简体</vt:lpstr>
      <vt:lpstr>方正姚体</vt:lpstr>
      <vt:lpstr>微软雅黑</vt:lpstr>
      <vt:lpstr>微软雅黑 Light</vt:lpstr>
      <vt:lpstr>Arial</vt:lpstr>
      <vt:lpstr>Calibri</vt:lpstr>
      <vt:lpstr>Courier New</vt:lpstr>
      <vt:lpstr>Lato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dc:title>
  <dc:creator>Administrator</dc:creator>
  <cp:lastModifiedBy>np Liu</cp:lastModifiedBy>
  <cp:revision>227</cp:revision>
  <dcterms:created xsi:type="dcterms:W3CDTF">2017-06-17T13:16:52Z</dcterms:created>
  <dcterms:modified xsi:type="dcterms:W3CDTF">2021-12-28T23:46:17Z</dcterms:modified>
</cp:coreProperties>
</file>