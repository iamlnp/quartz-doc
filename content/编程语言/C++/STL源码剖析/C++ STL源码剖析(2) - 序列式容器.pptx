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1" r:id="rId2"/>
    <p:sldId id="3803" r:id="rId3"/>
    <p:sldId id="3801" r:id="rId4"/>
    <p:sldId id="278" r:id="rId5"/>
    <p:sldId id="3775" r:id="rId6"/>
    <p:sldId id="3776" r:id="rId7"/>
    <p:sldId id="3777" r:id="rId8"/>
    <p:sldId id="3778" r:id="rId9"/>
    <p:sldId id="3779" r:id="rId10"/>
    <p:sldId id="3802" r:id="rId11"/>
    <p:sldId id="3781" r:id="rId12"/>
    <p:sldId id="3783" r:id="rId13"/>
    <p:sldId id="3785" r:id="rId14"/>
    <p:sldId id="3780" r:id="rId15"/>
    <p:sldId id="3786" r:id="rId16"/>
    <p:sldId id="3787" r:id="rId17"/>
    <p:sldId id="3788" r:id="rId18"/>
    <p:sldId id="3789" r:id="rId19"/>
    <p:sldId id="3791" r:id="rId20"/>
    <p:sldId id="3790" r:id="rId21"/>
    <p:sldId id="3794" r:id="rId22"/>
    <p:sldId id="3792" r:id="rId23"/>
    <p:sldId id="3795" r:id="rId24"/>
    <p:sldId id="3797" r:id="rId25"/>
    <p:sldId id="3796" r:id="rId26"/>
    <p:sldId id="3798" r:id="rId27"/>
    <p:sldId id="3799" r:id="rId28"/>
    <p:sldId id="3800" r:id="rId29"/>
    <p:sldId id="3771" r:id="rId30"/>
    <p:sldId id="3774" r:id="rId31"/>
    <p:sldId id="3772" r:id="rId32"/>
    <p:sldId id="3773" r:id="rId33"/>
    <p:sldId id="3782" r:id="rId34"/>
    <p:sldId id="3793" r:id="rId35"/>
    <p:sldId id="273" r:id="rId36"/>
  </p:sldIdLst>
  <p:sldSz cx="12188825" cy="6858000"/>
  <p:notesSz cx="6858000" cy="9144000"/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F4CCCC"/>
    <a:srgbClr val="FFDC00"/>
    <a:srgbClr val="F9E7E7"/>
    <a:srgbClr val="782650"/>
    <a:srgbClr val="2B65BF"/>
    <a:srgbClr val="026EBB"/>
    <a:srgbClr val="464B51"/>
    <a:srgbClr val="792751"/>
    <a:srgbClr val="E51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828" autoAdjust="0"/>
  </p:normalViewPr>
  <p:slideViewPr>
    <p:cSldViewPr snapToGrid="0" snapToObjects="1">
      <p:cViewPr varScale="1">
        <p:scale>
          <a:sx n="54" d="100"/>
          <a:sy n="54" d="100"/>
        </p:scale>
        <p:origin x="1088" y="60"/>
      </p:cViewPr>
      <p:guideLst/>
    </p:cSldViewPr>
  </p:slideViewPr>
  <p:outlineViewPr>
    <p:cViewPr>
      <p:scale>
        <a:sx n="33" d="100"/>
        <a:sy n="33" d="100"/>
      </p:scale>
      <p:origin x="0" y="-5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32"/>
    </p:cViewPr>
  </p:sorterViewPr>
  <p:notesViewPr>
    <p:cSldViewPr snapToGrid="0" snapToObjects="1">
      <p:cViewPr varScale="1">
        <p:scale>
          <a:sx n="50" d="100"/>
          <a:sy n="50" d="100"/>
        </p:scale>
        <p:origin x="2708" y="52"/>
      </p:cViewPr>
      <p:guideLst>
        <p:guide orient="horz" pos="288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Gotham Book" panose="02000504050000020004" pitchFamily="2" charset="0"/>
                <a:cs typeface="Arial" panose="020B0604020202020204" pitchFamily="34" charset="0"/>
              </a:rPr>
              <a:t>7/21/2021</a:t>
            </a:fld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Gotham Book" panose="02000504050000020004" pitchFamily="2" charset="0"/>
                <a:cs typeface="Arial" panose="020B0604020202020204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Gotham Book" panose="02000504050000020004" pitchFamily="2" charset="0"/>
                <a:cs typeface="Arial" panose="020B0604020202020204" pitchFamily="34" charset="0"/>
              </a:rPr>
              <a:t>‹#›</a:t>
            </a:fld>
            <a:endParaRPr lang="en-US" sz="8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  <a:t>7/21/2021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675645.htm" TargetMode="External"/><Relationship Id="rId7" Type="http://schemas.openxmlformats.org/officeDocument/2006/relationships/hyperlink" Target="http://baike.baidu.com/view/3236587.htm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baike.baidu.com/view/5992627.htm" TargetMode="External"/><Relationship Id="rId5" Type="http://schemas.openxmlformats.org/officeDocument/2006/relationships/hyperlink" Target="http://baike.baidu.com/view/159417.htm" TargetMode="External"/><Relationship Id="rId4" Type="http://schemas.openxmlformats.org/officeDocument/2006/relationships/hyperlink" Target="http://baike.baidu.com/view/296689.htm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0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17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100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GP</a:t>
            </a:r>
            <a:r>
              <a:rPr lang="zh-CN" altLang="en-US" dirty="0"/>
              <a:t>：容器和算法团队互补影响，通过</a:t>
            </a:r>
            <a:r>
              <a:rPr lang="en-US" altLang="zh-CN" dirty="0"/>
              <a:t>Iterator</a:t>
            </a:r>
            <a:r>
              <a:rPr lang="zh-CN" altLang="en-US" dirty="0"/>
              <a:t>沟通即可</a:t>
            </a:r>
            <a:endParaRPr lang="en-US" altLang="zh-CN" dirty="0"/>
          </a:p>
          <a:p>
            <a:r>
              <a:rPr lang="en-US" altLang="zh-CN" dirty="0"/>
              <a:t>OOP</a:t>
            </a:r>
            <a:r>
              <a:rPr lang="zh-CN" altLang="en-US" dirty="0"/>
              <a:t>：可以特化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32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4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C/C++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标准库中定义的一个与机器相关的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3"/>
              </a:rPr>
              <a:t>数据类型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4"/>
              </a:rPr>
              <a:t>变量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通常用来保存两个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5"/>
              </a:rPr>
              <a:t>指针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减法操作的结果。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定义在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stddef.h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（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cstddef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）这个文件内。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通常被定义为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long int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类型。</a:t>
            </a:r>
          </a:p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定义在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C99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标准中。</a:t>
            </a:r>
          </a:p>
          <a:p>
            <a:pPr algn="l"/>
            <a:r>
              <a:rPr lang="en-US" altLang="zh-CN" sz="1100" b="1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endParaRPr lang="en-US" altLang="zh-CN" sz="1100" b="1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标准库类型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(library type)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与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类型一样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en-US" altLang="zh-CN" sz="1100" b="0" i="0" u="none" strike="noStrike" dirty="0" err="1">
                <a:solidFill>
                  <a:srgbClr val="3D81EE"/>
                </a:solidFill>
                <a:effectLst/>
                <a:latin typeface="+mj-ea"/>
                <a:ea typeface="+mj-ea"/>
                <a:hlinkClick r:id="rId6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 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也是一种与机器相关的类型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在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cstddef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头文件中定义。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unsigned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而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则是 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signed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整型</a:t>
            </a:r>
            <a:r>
              <a:rPr lang="en-US" altLang="zh-CN" sz="1100" b="0" i="0" baseline="30000" dirty="0">
                <a:solidFill>
                  <a:srgbClr val="333333"/>
                </a:solidFill>
                <a:effectLst/>
                <a:latin typeface="+mj-ea"/>
                <a:ea typeface="+mj-ea"/>
              </a:rPr>
              <a:t>[1]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</a:p>
          <a:p>
            <a:pPr algn="l"/>
            <a:r>
              <a:rPr lang="en-US" altLang="zh-CN" sz="1100" b="1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endParaRPr lang="en-US" altLang="zh-CN" sz="1100" b="1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这两种类型的差别体现了它们各自的用途：</a:t>
            </a:r>
            <a:r>
              <a:rPr lang="en-US" altLang="zh-CN" sz="1100" b="0" i="0" u="none" strike="noStrike" dirty="0" err="1">
                <a:solidFill>
                  <a:srgbClr val="3D81EE"/>
                </a:solidFill>
                <a:effectLst/>
                <a:latin typeface="+mj-ea"/>
                <a:ea typeface="+mj-ea"/>
                <a:hlinkClick r:id="rId7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 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类型用于指明数组长度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它必须是一个正数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;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类型则应保证足以存放同一数组中两个指针之间的差距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它有可能是负数。</a:t>
            </a:r>
            <a:br>
              <a:rPr lang="zh-CN" altLang="en-US" sz="1100" b="0" i="0" baseline="30000" dirty="0">
                <a:solidFill>
                  <a:srgbClr val="333333"/>
                </a:solidFill>
                <a:effectLst/>
                <a:latin typeface="+mj-ea"/>
                <a:ea typeface="+mj-ea"/>
              </a:rPr>
            </a:br>
            <a:endParaRPr lang="zh-CN" altLang="en-US" sz="11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signed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表示迭代器差距，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vector&lt;int&gt;::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= iter1-iter2.</a:t>
            </a:r>
          </a:p>
          <a:p>
            <a:pPr algn="l"/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与</a:t>
            </a:r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区别，前面的是</a:t>
            </a:r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c++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定义的标准，后面则是</a:t>
            </a:r>
            <a:r>
              <a:rPr lang="en-US" altLang="zh-CN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STL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定义的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588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每次配置一大块内存，并维护对应值自由链表，下次相同大小的内存需求，则直接从</a:t>
            </a:r>
            <a:r>
              <a:rPr lang="en-US" altLang="zh-CN" dirty="0" err="1"/>
              <a:t>free_list</a:t>
            </a:r>
            <a:r>
              <a:rPr lang="zh-CN" altLang="en-US" dirty="0"/>
              <a:t>中拔出，归还小额区块是，则再有适配器放回到</a:t>
            </a:r>
            <a:r>
              <a:rPr lang="en-US" altLang="zh-CN" dirty="0" err="1"/>
              <a:t>free_list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99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free_list</a:t>
            </a:r>
            <a:r>
              <a:rPr lang="zh-CN" altLang="en-US" dirty="0"/>
              <a:t>可以直接申请使用的内存</a:t>
            </a:r>
            <a:endParaRPr lang="en-US" altLang="zh-CN" dirty="0"/>
          </a:p>
          <a:p>
            <a:r>
              <a:rPr lang="zh-CN" altLang="en-US" dirty="0"/>
              <a:t>内存池是预备资源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00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</a:t>
            </a:r>
            <a:r>
              <a:rPr lang="zh-CN" altLang="en-US" dirty="0"/>
              <a:t>）以第一字段视之：为一个指针，指向相同形式的另一个</a:t>
            </a:r>
            <a:r>
              <a:rPr lang="en-US" altLang="zh-CN" dirty="0"/>
              <a:t>obj</a:t>
            </a:r>
            <a:r>
              <a:rPr lang="zh-CN" altLang="en-US" dirty="0"/>
              <a:t>；以第二字段视之，指向实际区块</a:t>
            </a:r>
            <a:endParaRPr lang="en-US" altLang="zh-CN" dirty="0"/>
          </a:p>
          <a:p>
            <a:r>
              <a:rPr lang="en-US" altLang="zh-CN" dirty="0"/>
              <a:t>(2)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volatile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提醒编译器它后面所定义的变量随时都有可能改变，因此编译后的程序每次需要存储或读取这个变量的时候，都会直接从变量地址中读取数据。如果没有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volatile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关键字，则编译器可能优化读取和存储，可能暂时使用寄存器中的值，如果这个变量由别的程序更新了的话，将出现不一致的现象。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03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81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7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solidFill>
          <a:srgbClr val="E5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1" y="0"/>
            <a:ext cx="12184063" cy="6858000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39154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i="0" kern="1200" cap="none" spc="-150" baseline="0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一级标题文字示意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99750"/>
            <a:ext cx="9957816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b="0" i="0" spc="0" baseline="0">
                <a:solidFill>
                  <a:schemeClr val="bg1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二级标题文字示意</a:t>
            </a:r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17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18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19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0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25" name="图片 2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78113" y="404628"/>
            <a:ext cx="1273548" cy="43255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1）">
    <p:bg>
      <p:bgPr>
        <a:solidFill>
          <a:srgbClr val="79275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7420" y="0"/>
            <a:ext cx="121793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4730432" y="6430345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2019 Lenovo-NetApp Internal. All rights reserved.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644524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grpSp>
        <p:nvGrpSpPr>
          <p:cNvPr id="23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24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3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3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7" name="Picture 26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28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216720" cy="68580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577849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20" name="内容占位符 2"/>
          <p:cNvSpPr>
            <a:spLocks noGrp="1"/>
          </p:cNvSpPr>
          <p:nvPr>
            <p:ph idx="10"/>
          </p:nvPr>
        </p:nvSpPr>
        <p:spPr>
          <a:xfrm>
            <a:off x="477613" y="1238250"/>
            <a:ext cx="11244942" cy="476676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</p:txBody>
      </p:sp>
      <p:grpSp>
        <p:nvGrpSpPr>
          <p:cNvPr id="24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5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7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16" name="Picture 15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17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英文谢谢空白页（紫）">
    <p:bg>
      <p:bgPr>
        <a:solidFill>
          <a:srgbClr val="79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2" y="0"/>
            <a:ext cx="12179300" cy="6858000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22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3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4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94401" y="351109"/>
            <a:ext cx="1585185" cy="538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类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23" name="矩形 22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2486346"/>
            <a:ext cx="9020710" cy="1890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4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631520" y="3142274"/>
            <a:ext cx="1695056" cy="5734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08969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ransition spd="med"/>
  <p:hf hd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zh.cppreference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2017186"/>
            <a:ext cx="11640186" cy="991402"/>
          </a:xfrm>
        </p:spPr>
        <p:txBody>
          <a:bodyPr/>
          <a:lstStyle/>
          <a:p>
            <a:r>
              <a:rPr lang="en-US" sz="5400" dirty="0"/>
              <a:t> </a:t>
            </a:r>
            <a:r>
              <a:rPr lang="en-US" altLang="zh-CN" sz="5400" dirty="0"/>
              <a:t>C++ STL</a:t>
            </a:r>
            <a:r>
              <a:rPr lang="zh-CN" altLang="en-US" sz="5400" dirty="0"/>
              <a:t>源码剖析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8"/>
          <p:cNvSpPr/>
          <p:nvPr/>
        </p:nvSpPr>
        <p:spPr>
          <a:xfrm>
            <a:off x="4992305" y="6521678"/>
            <a:ext cx="2390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7772" y="4618227"/>
            <a:ext cx="233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8E7DBF6-7638-44CD-9D18-906D787BE995}" type="datetime5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2021/7/21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772" y="5206920"/>
            <a:ext cx="18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Presenter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13BBD-5644-4A2F-B8DE-E335D957E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617708EA-D415-40C6-9117-4A47C7E31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410159"/>
            <a:ext cx="11252201" cy="4747256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2">
            <a:extLst>
              <a:ext uri="{FF2B5EF4-FFF2-40B4-BE49-F238E27FC236}">
                <a16:creationId xmlns:a16="http://schemas.microsoft.com/office/drawing/2014/main" id="{9F2B03C2-AE34-422D-9DF5-B4006938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8" y="5175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Agenda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6753CA12-5333-4B08-AF75-270C9D1D082A}"/>
              </a:ext>
            </a:extLst>
          </p:cNvPr>
          <p:cNvSpPr txBox="1">
            <a:spLocks/>
          </p:cNvSpPr>
          <p:nvPr/>
        </p:nvSpPr>
        <p:spPr>
          <a:xfrm>
            <a:off x="11902313" y="66263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9200" rtl="0" eaLnBrk="1" latinLnBrk="0" hangingPunct="1">
              <a:defRPr sz="1000" b="0" i="0" kern="1200">
                <a:solidFill>
                  <a:schemeClr val="tx1"/>
                </a:solidFill>
                <a:latin typeface="Gotham Book" panose="02000504050000020004" pitchFamily="2" charset="0"/>
                <a:ea typeface="+mn-ea"/>
                <a:cs typeface="Arial" panose="020B0604020202020204" pitchFamily="34" charset="0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7517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33719998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9858" y="3651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六大部件关系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2CEC98-6F2C-4ECD-87FC-57795A788B40}"/>
              </a:ext>
            </a:extLst>
          </p:cNvPr>
          <p:cNvSpPr/>
          <p:nvPr/>
        </p:nvSpPr>
        <p:spPr>
          <a:xfrm>
            <a:off x="4797631" y="1246909"/>
            <a:ext cx="890650" cy="4275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8DA79C-3D4D-40E3-9DFC-8AA79DB7AC75}"/>
              </a:ext>
            </a:extLst>
          </p:cNvPr>
          <p:cNvSpPr/>
          <p:nvPr/>
        </p:nvSpPr>
        <p:spPr>
          <a:xfrm>
            <a:off x="4797631" y="1674421"/>
            <a:ext cx="890650" cy="4275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3F8E67-0BDB-48D9-9BBE-57C948FDD51A}"/>
              </a:ext>
            </a:extLst>
          </p:cNvPr>
          <p:cNvSpPr/>
          <p:nvPr/>
        </p:nvSpPr>
        <p:spPr>
          <a:xfrm>
            <a:off x="4797631" y="2101933"/>
            <a:ext cx="890650" cy="427512"/>
          </a:xfrm>
          <a:prstGeom prst="rect">
            <a:avLst/>
          </a:prstGeom>
          <a:solidFill>
            <a:schemeClr val="accent6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77F0E8-9BA3-4279-937E-87D27481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68" y="1016077"/>
            <a:ext cx="11267313" cy="4709615"/>
          </a:xfrm>
        </p:spPr>
        <p:txBody>
          <a:bodyPr/>
          <a:lstStyle/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&lt;vector&gt;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&lt;algorithms&gt;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&lt;functional&gt;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&lt;iostream&gt;</a:t>
            </a:r>
          </a:p>
          <a:p>
            <a:endParaRPr lang="en-US" altLang="zh-CN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using namespace std;</a:t>
            </a:r>
          </a:p>
          <a:p>
            <a:endParaRPr lang="en-US" altLang="zh-CN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int main()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{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int 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[6] = {27, 210, 12, 47, 109, 83};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</a:t>
            </a:r>
            <a:r>
              <a:rPr lang="en-US" altLang="zh-CN" dirty="0">
                <a:highlight>
                  <a:srgbClr val="FFDC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vector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&lt;int, </a:t>
            </a:r>
            <a:r>
              <a:rPr lang="en-US" altLang="zh-CN" dirty="0">
                <a:highlight>
                  <a:srgbClr val="C0C0C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allocator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&lt;int&gt;&gt; vi(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, 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+ 6);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count &lt;&lt; </a:t>
            </a:r>
            <a:r>
              <a:rPr lang="en-US" altLang="zh-CN" dirty="0" err="1">
                <a:highlight>
                  <a:srgbClr val="0080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count_if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 err="1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vi.begin</a:t>
            </a:r>
            <a:r>
              <a:rPr lang="en-US" altLang="zh-CN" dirty="0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(), </a:t>
            </a:r>
            <a:r>
              <a:rPr lang="en-US" altLang="zh-CN" dirty="0" err="1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vi.end</a:t>
            </a:r>
            <a:r>
              <a:rPr lang="en-US" altLang="zh-CN" dirty="0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()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,  </a:t>
            </a:r>
            <a:r>
              <a:rPr lang="en-US" altLang="zh-CN" dirty="0">
                <a:highlight>
                  <a:srgbClr val="00FF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not1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>
                <a:highlight>
                  <a:srgbClr val="00FFFF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bind2nd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>
                <a:highlight>
                  <a:srgbClr val="FF00FF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less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&lt;int&gt;(), 40));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return 0;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}</a:t>
            </a:r>
            <a:endParaRPr lang="zh-CN" altLang="en-US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7887ED-A9A4-4770-A7B9-18373652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六大部件举例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7FF0E-646B-4FD8-90A2-C894B18BC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1AEE9439-1341-4EB9-83D3-1C90043B7215}"/>
              </a:ext>
            </a:extLst>
          </p:cNvPr>
          <p:cNvSpPr/>
          <p:nvPr/>
        </p:nvSpPr>
        <p:spPr>
          <a:xfrm>
            <a:off x="4243388" y="2148289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53677"/>
              <a:gd name="adj6" fmla="val -138334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容器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C058DD1-68C3-48D7-8BE4-18CD09AFB419}"/>
              </a:ext>
            </a:extLst>
          </p:cNvPr>
          <p:cNvSpPr/>
          <p:nvPr/>
        </p:nvSpPr>
        <p:spPr>
          <a:xfrm>
            <a:off x="3714579" y="3089954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7010"/>
              <a:gd name="adj6" fmla="val -57223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分配器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A6135315-4A76-4A00-A346-FBBA4943842D}"/>
              </a:ext>
            </a:extLst>
          </p:cNvPr>
          <p:cNvSpPr/>
          <p:nvPr/>
        </p:nvSpPr>
        <p:spPr>
          <a:xfrm>
            <a:off x="2634925" y="5922150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3383"/>
              <a:gd name="adj6" fmla="val -27778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算法</a:t>
            </a:r>
          </a:p>
        </p:txBody>
      </p:sp>
      <p:sp>
        <p:nvSpPr>
          <p:cNvPr id="9" name="标注: 弯曲线形 8">
            <a:extLst>
              <a:ext uri="{FF2B5EF4-FFF2-40B4-BE49-F238E27FC236}">
                <a16:creationId xmlns:a16="http://schemas.microsoft.com/office/drawing/2014/main" id="{8C8ED5E9-A973-4CA6-93FF-2A601856C980}"/>
              </a:ext>
            </a:extLst>
          </p:cNvPr>
          <p:cNvSpPr/>
          <p:nvPr/>
        </p:nvSpPr>
        <p:spPr>
          <a:xfrm>
            <a:off x="7291571" y="2627245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34069"/>
              <a:gd name="adj6" fmla="val -136111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迭代器</a:t>
            </a:r>
          </a:p>
        </p:txBody>
      </p:sp>
      <p:sp>
        <p:nvSpPr>
          <p:cNvPr id="10" name="标注: 弯曲线形 9">
            <a:extLst>
              <a:ext uri="{FF2B5EF4-FFF2-40B4-BE49-F238E27FC236}">
                <a16:creationId xmlns:a16="http://schemas.microsoft.com/office/drawing/2014/main" id="{45510AFB-63EA-40FB-A858-E23563CAF48B}"/>
              </a:ext>
            </a:extLst>
          </p:cNvPr>
          <p:cNvSpPr/>
          <p:nvPr/>
        </p:nvSpPr>
        <p:spPr>
          <a:xfrm>
            <a:off x="5545655" y="5931014"/>
            <a:ext cx="2133101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3383"/>
              <a:gd name="adj6" fmla="val -27778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仿函数适配器</a:t>
            </a:r>
          </a:p>
        </p:txBody>
      </p:sp>
      <p:sp>
        <p:nvSpPr>
          <p:cNvPr id="11" name="标注: 弯曲线形 10">
            <a:extLst>
              <a:ext uri="{FF2B5EF4-FFF2-40B4-BE49-F238E27FC236}">
                <a16:creationId xmlns:a16="http://schemas.microsoft.com/office/drawing/2014/main" id="{F7D94779-EDBF-4469-8F70-2571BB5AD488}"/>
              </a:ext>
            </a:extLst>
          </p:cNvPr>
          <p:cNvSpPr/>
          <p:nvPr/>
        </p:nvSpPr>
        <p:spPr>
          <a:xfrm>
            <a:off x="7528691" y="3895538"/>
            <a:ext cx="2243269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6813"/>
              <a:gd name="adj6" fmla="val -86111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仿函数适配器</a:t>
            </a:r>
          </a:p>
        </p:txBody>
      </p:sp>
      <p:sp>
        <p:nvSpPr>
          <p:cNvPr id="12" name="标注: 弯曲线形 11">
            <a:extLst>
              <a:ext uri="{FF2B5EF4-FFF2-40B4-BE49-F238E27FC236}">
                <a16:creationId xmlns:a16="http://schemas.microsoft.com/office/drawing/2014/main" id="{D1FC52E1-8FA2-4CF1-913F-4C236D20B67C}"/>
              </a:ext>
            </a:extLst>
          </p:cNvPr>
          <p:cNvSpPr/>
          <p:nvPr/>
        </p:nvSpPr>
        <p:spPr>
          <a:xfrm>
            <a:off x="8421741" y="5910844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3579"/>
              <a:gd name="adj6" fmla="val -92222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</a:t>
            </a:r>
          </a:p>
        </p:txBody>
      </p:sp>
    </p:spTree>
    <p:extLst>
      <p:ext uri="{BB962C8B-B14F-4D97-AF65-F5344CB8AC3E}">
        <p14:creationId xmlns:p14="http://schemas.microsoft.com/office/powerpoint/2010/main" val="2436561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4950C1-F212-479C-ADB8-39AD38317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295400"/>
            <a:ext cx="11267313" cy="4709615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前开后闭区间 </a:t>
            </a:r>
            <a:r>
              <a:rPr lang="en-US" altLang="zh-CN" dirty="0"/>
              <a:t>[ 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ED7052-AC5C-47CC-AEBA-3B64460C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迭代器语法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355D3-6193-43F1-B29C-DB40568BE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3DAEE34-E6A8-491C-97B5-B0FC4B5BC64B}"/>
              </a:ext>
            </a:extLst>
          </p:cNvPr>
          <p:cNvGrpSpPr/>
          <p:nvPr/>
        </p:nvGrpSpPr>
        <p:grpSpPr>
          <a:xfrm>
            <a:off x="489858" y="2203653"/>
            <a:ext cx="7896457" cy="3138427"/>
            <a:chOff x="516876" y="1883076"/>
            <a:chExt cx="7896457" cy="313842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E744F65-C806-4C2D-B91D-4761A6F819A3}"/>
                </a:ext>
              </a:extLst>
            </p:cNvPr>
            <p:cNvSpPr/>
            <p:nvPr/>
          </p:nvSpPr>
          <p:spPr>
            <a:xfrm>
              <a:off x="1296365" y="3310360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116F642-0229-4825-A953-A5B9D7E4EC9B}"/>
                </a:ext>
              </a:extLst>
            </p:cNvPr>
            <p:cNvSpPr/>
            <p:nvPr/>
          </p:nvSpPr>
          <p:spPr>
            <a:xfrm>
              <a:off x="2110131" y="3310360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DA32BED-7EAE-47F3-A4BF-F23E244443F6}"/>
                </a:ext>
              </a:extLst>
            </p:cNvPr>
            <p:cNvSpPr/>
            <p:nvPr/>
          </p:nvSpPr>
          <p:spPr>
            <a:xfrm>
              <a:off x="3036106" y="3310359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60EF24E-EEF5-4D9D-BBAB-49DE48D24628}"/>
                </a:ext>
              </a:extLst>
            </p:cNvPr>
            <p:cNvSpPr/>
            <p:nvPr/>
          </p:nvSpPr>
          <p:spPr>
            <a:xfrm>
              <a:off x="3948257" y="3310358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61F6A56-5158-4969-99A8-91CBE8C3C359}"/>
                </a:ext>
              </a:extLst>
            </p:cNvPr>
            <p:cNvSpPr/>
            <p:nvPr/>
          </p:nvSpPr>
          <p:spPr>
            <a:xfrm>
              <a:off x="4794499" y="3310357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6B10FD1-C190-44FF-A0E5-618027141C52}"/>
                </a:ext>
              </a:extLst>
            </p:cNvPr>
            <p:cNvSpPr/>
            <p:nvPr/>
          </p:nvSpPr>
          <p:spPr>
            <a:xfrm>
              <a:off x="5638486" y="3310354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B85526-13C7-4A17-9931-790B979A0D3C}"/>
                </a:ext>
              </a:extLst>
            </p:cNvPr>
            <p:cNvSpPr/>
            <p:nvPr/>
          </p:nvSpPr>
          <p:spPr>
            <a:xfrm>
              <a:off x="6550637" y="3310353"/>
              <a:ext cx="590308" cy="486137"/>
            </a:xfrm>
            <a:prstGeom prst="rect">
              <a:avLst/>
            </a:prstGeom>
            <a:solidFill>
              <a:srgbClr val="FFC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highlight>
                  <a:srgbClr val="C0C0C0"/>
                </a:highlight>
              </a:endParaRPr>
            </a:p>
          </p:txBody>
        </p:sp>
        <p:sp>
          <p:nvSpPr>
            <p:cNvPr id="12" name="标注: 下箭头 11">
              <a:extLst>
                <a:ext uri="{FF2B5EF4-FFF2-40B4-BE49-F238E27FC236}">
                  <a16:creationId xmlns:a16="http://schemas.microsoft.com/office/drawing/2014/main" id="{4BB98F95-3E70-4C6B-B8FC-3A61BD42061B}"/>
                </a:ext>
              </a:extLst>
            </p:cNvPr>
            <p:cNvSpPr/>
            <p:nvPr/>
          </p:nvSpPr>
          <p:spPr>
            <a:xfrm>
              <a:off x="1105382" y="2453833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7FB45A7-DFBD-4974-9855-6F70029A1ABF}"/>
                </a:ext>
              </a:extLst>
            </p:cNvPr>
            <p:cNvSpPr txBox="1"/>
            <p:nvPr/>
          </p:nvSpPr>
          <p:spPr>
            <a:xfrm>
              <a:off x="694481" y="1883076"/>
              <a:ext cx="1273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iterator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A26A9E0-9895-4EA8-9CFD-2B4F7AA9BD09}"/>
                </a:ext>
              </a:extLst>
            </p:cNvPr>
            <p:cNvSpPr txBox="1"/>
            <p:nvPr/>
          </p:nvSpPr>
          <p:spPr>
            <a:xfrm>
              <a:off x="2433580" y="4055472"/>
              <a:ext cx="3619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容器（空间不一定连续）</a:t>
              </a:r>
            </a:p>
          </p:txBody>
        </p:sp>
        <p:sp>
          <p:nvSpPr>
            <p:cNvPr id="15" name="标注: 下箭头 14">
              <a:extLst>
                <a:ext uri="{FF2B5EF4-FFF2-40B4-BE49-F238E27FC236}">
                  <a16:creationId xmlns:a16="http://schemas.microsoft.com/office/drawing/2014/main" id="{CE29D967-6C04-462F-A491-5CC2277D82C4}"/>
                </a:ext>
              </a:extLst>
            </p:cNvPr>
            <p:cNvSpPr/>
            <p:nvPr/>
          </p:nvSpPr>
          <p:spPr>
            <a:xfrm>
              <a:off x="3757274" y="2465244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箭头: 左 15">
              <a:extLst>
                <a:ext uri="{FF2B5EF4-FFF2-40B4-BE49-F238E27FC236}">
                  <a16:creationId xmlns:a16="http://schemas.microsoft.com/office/drawing/2014/main" id="{13C6B7DF-6EB2-472C-920F-9FF4AF783F70}"/>
                </a:ext>
              </a:extLst>
            </p:cNvPr>
            <p:cNvSpPr/>
            <p:nvPr/>
          </p:nvSpPr>
          <p:spPr>
            <a:xfrm>
              <a:off x="2811688" y="2581154"/>
              <a:ext cx="925975" cy="26026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左 17">
              <a:extLst>
                <a:ext uri="{FF2B5EF4-FFF2-40B4-BE49-F238E27FC236}">
                  <a16:creationId xmlns:a16="http://schemas.microsoft.com/office/drawing/2014/main" id="{D350F919-D059-4698-8354-68678757B967}"/>
                </a:ext>
              </a:extLst>
            </p:cNvPr>
            <p:cNvSpPr/>
            <p:nvPr/>
          </p:nvSpPr>
          <p:spPr>
            <a:xfrm rot="10800000">
              <a:off x="4166257" y="2581154"/>
              <a:ext cx="925975" cy="26026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2B11AB2-0357-4246-A461-857F454E1E20}"/>
                </a:ext>
              </a:extLst>
            </p:cNvPr>
            <p:cNvSpPr txBox="1"/>
            <p:nvPr/>
          </p:nvSpPr>
          <p:spPr>
            <a:xfrm>
              <a:off x="3127113" y="2110206"/>
              <a:ext cx="637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--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9FD08EF-8D84-47F9-A487-37079EF87DE2}"/>
                </a:ext>
              </a:extLst>
            </p:cNvPr>
            <p:cNvSpPr txBox="1"/>
            <p:nvPr/>
          </p:nvSpPr>
          <p:spPr>
            <a:xfrm>
              <a:off x="4238912" y="2119489"/>
              <a:ext cx="637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++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标注: 下箭头 20">
              <a:extLst>
                <a:ext uri="{FF2B5EF4-FFF2-40B4-BE49-F238E27FC236}">
                  <a16:creationId xmlns:a16="http://schemas.microsoft.com/office/drawing/2014/main" id="{6FB72FB2-ACD0-4FB4-B34D-0E541FF48C1F}"/>
                </a:ext>
              </a:extLst>
            </p:cNvPr>
            <p:cNvSpPr/>
            <p:nvPr/>
          </p:nvSpPr>
          <p:spPr>
            <a:xfrm>
              <a:off x="6034608" y="2465246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1837A27-AB96-4CEC-A828-B1485B74B8D9}"/>
                </a:ext>
              </a:extLst>
            </p:cNvPr>
            <p:cNvSpPr txBox="1"/>
            <p:nvPr/>
          </p:nvSpPr>
          <p:spPr>
            <a:xfrm>
              <a:off x="5572576" y="1918804"/>
              <a:ext cx="1273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iterator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14E6650-23D8-412E-AC3D-E0C2E64E3CA5}"/>
                </a:ext>
              </a:extLst>
            </p:cNvPr>
            <p:cNvSpPr txBox="1"/>
            <p:nvPr/>
          </p:nvSpPr>
          <p:spPr>
            <a:xfrm>
              <a:off x="516876" y="4559838"/>
              <a:ext cx="17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c.begin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6FD7B2F-E42D-421E-A5A6-A047642BB3EF}"/>
                </a:ext>
              </a:extLst>
            </p:cNvPr>
            <p:cNvSpPr txBox="1"/>
            <p:nvPr/>
          </p:nvSpPr>
          <p:spPr>
            <a:xfrm>
              <a:off x="6638422" y="4536249"/>
              <a:ext cx="17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c.end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96CDE73F-FC89-4347-86F1-7A71D65A8668}"/>
                </a:ext>
              </a:extLst>
            </p:cNvPr>
            <p:cNvSpPr/>
            <p:nvPr/>
          </p:nvSpPr>
          <p:spPr>
            <a:xfrm>
              <a:off x="972273" y="3843341"/>
              <a:ext cx="810228" cy="693935"/>
            </a:xfrm>
            <a:custGeom>
              <a:avLst/>
              <a:gdLst>
                <a:gd name="connsiteX0" fmla="*/ 0 w 810228"/>
                <a:gd name="connsiteY0" fmla="*/ 693935 h 693935"/>
                <a:gd name="connsiteX1" fmla="*/ 138897 w 810228"/>
                <a:gd name="connsiteY1" fmla="*/ 57327 h 693935"/>
                <a:gd name="connsiteX2" fmla="*/ 810228 w 810228"/>
                <a:gd name="connsiteY2" fmla="*/ 173074 h 69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0228" h="693935">
                  <a:moveTo>
                    <a:pt x="0" y="693935"/>
                  </a:moveTo>
                  <a:cubicBezTo>
                    <a:pt x="1929" y="419036"/>
                    <a:pt x="3859" y="144137"/>
                    <a:pt x="138897" y="57327"/>
                  </a:cubicBezTo>
                  <a:cubicBezTo>
                    <a:pt x="273935" y="-29483"/>
                    <a:pt x="447555" y="-37199"/>
                    <a:pt x="810228" y="173074"/>
                  </a:cubicBezTo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21A5623-248E-4BD9-B25F-9EE2892CFC33}"/>
                </a:ext>
              </a:extLst>
            </p:cNvPr>
            <p:cNvSpPr/>
            <p:nvPr/>
          </p:nvSpPr>
          <p:spPr>
            <a:xfrm>
              <a:off x="715835" y="3651814"/>
              <a:ext cx="810228" cy="839163"/>
            </a:xfrm>
            <a:custGeom>
              <a:avLst/>
              <a:gdLst>
                <a:gd name="connsiteX0" fmla="*/ 36519 w 476357"/>
                <a:gd name="connsiteY0" fmla="*/ 660978 h 660978"/>
                <a:gd name="connsiteX1" fmla="*/ 1795 w 476357"/>
                <a:gd name="connsiteY1" fmla="*/ 475783 h 660978"/>
                <a:gd name="connsiteX2" fmla="*/ 36519 w 476357"/>
                <a:gd name="connsiteY2" fmla="*/ 267439 h 660978"/>
                <a:gd name="connsiteX3" fmla="*/ 48094 w 476357"/>
                <a:gd name="connsiteY3" fmla="*/ 232715 h 660978"/>
                <a:gd name="connsiteX4" fmla="*/ 175416 w 476357"/>
                <a:gd name="connsiteY4" fmla="*/ 82244 h 660978"/>
                <a:gd name="connsiteX5" fmla="*/ 268013 w 476357"/>
                <a:gd name="connsiteY5" fmla="*/ 35945 h 660978"/>
                <a:gd name="connsiteX6" fmla="*/ 360611 w 476357"/>
                <a:gd name="connsiteY6" fmla="*/ 1221 h 660978"/>
                <a:gd name="connsiteX7" fmla="*/ 476357 w 476357"/>
                <a:gd name="connsiteY7" fmla="*/ 1221 h 66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357" h="660978">
                  <a:moveTo>
                    <a:pt x="36519" y="660978"/>
                  </a:moveTo>
                  <a:cubicBezTo>
                    <a:pt x="7384" y="588139"/>
                    <a:pt x="-4933" y="573337"/>
                    <a:pt x="1795" y="475783"/>
                  </a:cubicBezTo>
                  <a:cubicBezTo>
                    <a:pt x="6639" y="405544"/>
                    <a:pt x="23345" y="336601"/>
                    <a:pt x="36519" y="267439"/>
                  </a:cubicBezTo>
                  <a:cubicBezTo>
                    <a:pt x="38802" y="255454"/>
                    <a:pt x="41544" y="243008"/>
                    <a:pt x="48094" y="232715"/>
                  </a:cubicBezTo>
                  <a:cubicBezTo>
                    <a:pt x="58643" y="216138"/>
                    <a:pt x="143482" y="98211"/>
                    <a:pt x="175416" y="82244"/>
                  </a:cubicBezTo>
                  <a:lnTo>
                    <a:pt x="268013" y="35945"/>
                  </a:lnTo>
                  <a:cubicBezTo>
                    <a:pt x="300049" y="19927"/>
                    <a:pt x="323841" y="3848"/>
                    <a:pt x="360611" y="1221"/>
                  </a:cubicBezTo>
                  <a:cubicBezTo>
                    <a:pt x="399095" y="-1528"/>
                    <a:pt x="437775" y="1221"/>
                    <a:pt x="476357" y="1221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A8B6770C-CE3D-425B-BD89-5602D61682D4}"/>
                </a:ext>
              </a:extLst>
            </p:cNvPr>
            <p:cNvSpPr/>
            <p:nvPr/>
          </p:nvSpPr>
          <p:spPr>
            <a:xfrm>
              <a:off x="6736465" y="3588152"/>
              <a:ext cx="938161" cy="971685"/>
            </a:xfrm>
            <a:custGeom>
              <a:avLst/>
              <a:gdLst>
                <a:gd name="connsiteX0" fmla="*/ 462987 w 462987"/>
                <a:gd name="connsiteY0" fmla="*/ 995423 h 995423"/>
                <a:gd name="connsiteX1" fmla="*/ 451412 w 462987"/>
                <a:gd name="connsiteY1" fmla="*/ 787078 h 995423"/>
                <a:gd name="connsiteX2" fmla="*/ 370390 w 462987"/>
                <a:gd name="connsiteY2" fmla="*/ 648182 h 995423"/>
                <a:gd name="connsiteX3" fmla="*/ 312516 w 462987"/>
                <a:gd name="connsiteY3" fmla="*/ 532435 h 995423"/>
                <a:gd name="connsiteX4" fmla="*/ 162045 w 462987"/>
                <a:gd name="connsiteY4" fmla="*/ 312516 h 995423"/>
                <a:gd name="connsiteX5" fmla="*/ 92597 w 462987"/>
                <a:gd name="connsiteY5" fmla="*/ 208344 h 995423"/>
                <a:gd name="connsiteX6" fmla="*/ 69448 w 462987"/>
                <a:gd name="connsiteY6" fmla="*/ 115747 h 995423"/>
                <a:gd name="connsiteX7" fmla="*/ 34724 w 462987"/>
                <a:gd name="connsiteY7" fmla="*/ 46299 h 995423"/>
                <a:gd name="connsiteX8" fmla="*/ 0 w 462987"/>
                <a:gd name="connsiteY8" fmla="*/ 0 h 99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87" h="995423">
                  <a:moveTo>
                    <a:pt x="462987" y="995423"/>
                  </a:moveTo>
                  <a:cubicBezTo>
                    <a:pt x="459129" y="925975"/>
                    <a:pt x="469334" y="854285"/>
                    <a:pt x="451412" y="787078"/>
                  </a:cubicBezTo>
                  <a:cubicBezTo>
                    <a:pt x="437601" y="735288"/>
                    <a:pt x="396056" y="695237"/>
                    <a:pt x="370390" y="648182"/>
                  </a:cubicBezTo>
                  <a:cubicBezTo>
                    <a:pt x="349734" y="610313"/>
                    <a:pt x="335265" y="569085"/>
                    <a:pt x="312516" y="532435"/>
                  </a:cubicBezTo>
                  <a:cubicBezTo>
                    <a:pt x="265674" y="456967"/>
                    <a:pt x="211919" y="386015"/>
                    <a:pt x="162045" y="312516"/>
                  </a:cubicBezTo>
                  <a:cubicBezTo>
                    <a:pt x="138612" y="277983"/>
                    <a:pt x="92597" y="208344"/>
                    <a:pt x="92597" y="208344"/>
                  </a:cubicBezTo>
                  <a:cubicBezTo>
                    <a:pt x="84881" y="177478"/>
                    <a:pt x="80149" y="145709"/>
                    <a:pt x="69448" y="115747"/>
                  </a:cubicBezTo>
                  <a:cubicBezTo>
                    <a:pt x="60743" y="91373"/>
                    <a:pt x="47293" y="68924"/>
                    <a:pt x="34724" y="46299"/>
                  </a:cubicBezTo>
                  <a:cubicBezTo>
                    <a:pt x="18364" y="16850"/>
                    <a:pt x="17561" y="1756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89CB6818-92DC-40BE-8159-17BA5A54EDAF}"/>
                </a:ext>
              </a:extLst>
            </p:cNvPr>
            <p:cNvGrpSpPr/>
            <p:nvPr/>
          </p:nvGrpSpPr>
          <p:grpSpPr>
            <a:xfrm>
              <a:off x="7218914" y="3924370"/>
              <a:ext cx="162048" cy="230832"/>
              <a:chOff x="7998105" y="4055472"/>
              <a:chExt cx="162048" cy="230832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C0D40E3-E23E-45E5-BC0D-6E6183F36A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106" y="4055472"/>
                <a:ext cx="162046" cy="2308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D344ED8-C267-4DCB-B0A7-8B063C2C17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8105" y="4055472"/>
                <a:ext cx="162048" cy="2308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864F916-9965-4FD1-BB8C-215ED0742CFC}"/>
              </a:ext>
            </a:extLst>
          </p:cNvPr>
          <p:cNvSpPr txBox="1"/>
          <p:nvPr/>
        </p:nvSpPr>
        <p:spPr>
          <a:xfrm>
            <a:off x="6900353" y="959365"/>
            <a:ext cx="50690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Container&lt;T&gt;::iterator it =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c.begin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(; it !=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c.end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(); ++it) { … }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C++11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(auto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: c ) { …}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(auto &amp;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: c ) { …}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6681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5D871B8-AC8F-414A-86E5-4F7966F8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00" y="513174"/>
            <a:ext cx="11244942" cy="644524"/>
          </a:xfrm>
        </p:spPr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顺序容器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A13DD-95B2-4E5E-8783-17C43AF6D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855F1B3-F743-40D0-89D8-E18A9A8F5E82}"/>
              </a:ext>
            </a:extLst>
          </p:cNvPr>
          <p:cNvGrpSpPr/>
          <p:nvPr/>
        </p:nvGrpSpPr>
        <p:grpSpPr>
          <a:xfrm>
            <a:off x="3149100" y="1351347"/>
            <a:ext cx="4641447" cy="503494"/>
            <a:chOff x="1307939" y="1351347"/>
            <a:chExt cx="4641447" cy="50349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8558809-DC0A-4E2B-9EE1-C6E4B2A618E4}"/>
                </a:ext>
              </a:extLst>
            </p:cNvPr>
            <p:cNvSpPr/>
            <p:nvPr/>
          </p:nvSpPr>
          <p:spPr>
            <a:xfrm>
              <a:off x="1319514" y="138896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8227653-BDCC-4699-90B0-BE22BDA81DA6}"/>
                </a:ext>
              </a:extLst>
            </p:cNvPr>
            <p:cNvSpPr/>
            <p:nvPr/>
          </p:nvSpPr>
          <p:spPr>
            <a:xfrm>
              <a:off x="1898248" y="13889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872FC6-3501-4476-86B0-D46F09069574}"/>
                </a:ext>
              </a:extLst>
            </p:cNvPr>
            <p:cNvSpPr/>
            <p:nvPr/>
          </p:nvSpPr>
          <p:spPr>
            <a:xfrm>
              <a:off x="2476982" y="13889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E0296D7-FD82-40B2-B1A7-B5B8E0B0E69C}"/>
                </a:ext>
              </a:extLst>
            </p:cNvPr>
            <p:cNvSpPr/>
            <p:nvPr/>
          </p:nvSpPr>
          <p:spPr>
            <a:xfrm>
              <a:off x="3055716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062D4D-C266-4A93-A69E-0ED1B20E08B3}"/>
                </a:ext>
              </a:extLst>
            </p:cNvPr>
            <p:cNvSpPr/>
            <p:nvPr/>
          </p:nvSpPr>
          <p:spPr>
            <a:xfrm>
              <a:off x="3634450" y="138317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E1AA8EA-8900-4DA0-8926-6BC74971B322}"/>
                </a:ext>
              </a:extLst>
            </p:cNvPr>
            <p:cNvSpPr/>
            <p:nvPr/>
          </p:nvSpPr>
          <p:spPr>
            <a:xfrm>
              <a:off x="4213184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C669947-1D19-439A-AB5D-0CD51D1DF3EC}"/>
                </a:ext>
              </a:extLst>
            </p:cNvPr>
            <p:cNvSpPr/>
            <p:nvPr/>
          </p:nvSpPr>
          <p:spPr>
            <a:xfrm>
              <a:off x="4791918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7EACEE2-F49A-4FA1-B2E4-31CBDC695BE5}"/>
                </a:ext>
              </a:extLst>
            </p:cNvPr>
            <p:cNvSpPr/>
            <p:nvPr/>
          </p:nvSpPr>
          <p:spPr>
            <a:xfrm>
              <a:off x="5370652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BE23773-7D38-4D30-BC3A-749C7B9767D2}"/>
                </a:ext>
              </a:extLst>
            </p:cNvPr>
            <p:cNvCxnSpPr>
              <a:cxnSpLocks/>
            </p:cNvCxnSpPr>
            <p:nvPr/>
          </p:nvCxnSpPr>
          <p:spPr>
            <a:xfrm>
              <a:off x="1307939" y="1351347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1370E8D-A953-4F80-9503-BDE828C80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514" y="1834586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AE1EB95-A7D1-475A-A5DF-05E72CC58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2663" y="1351347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D6A34B6-8834-4741-925B-4E694319A6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6237" y="1365813"/>
              <a:ext cx="0" cy="48034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D137697F-2029-46CA-AC0E-76E294163151}"/>
              </a:ext>
            </a:extLst>
          </p:cNvPr>
          <p:cNvGrpSpPr/>
          <p:nvPr/>
        </p:nvGrpSpPr>
        <p:grpSpPr>
          <a:xfrm>
            <a:off x="3114380" y="5073584"/>
            <a:ext cx="5197034" cy="451414"/>
            <a:chOff x="1273219" y="4369243"/>
            <a:chExt cx="5197034" cy="451414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6EE7E45-C99A-4A3A-94ED-D6B8B36F1E4F}"/>
                </a:ext>
              </a:extLst>
            </p:cNvPr>
            <p:cNvSpPr/>
            <p:nvPr/>
          </p:nvSpPr>
          <p:spPr>
            <a:xfrm>
              <a:off x="1817231" y="436924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C940505-FEB7-4388-B971-184926F5CAB2}"/>
                </a:ext>
              </a:extLst>
            </p:cNvPr>
            <p:cNvSpPr/>
            <p:nvPr/>
          </p:nvSpPr>
          <p:spPr>
            <a:xfrm>
              <a:off x="3009423" y="436924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CB9116B-25E6-4104-82FF-CFD4AC1FE455}"/>
                </a:ext>
              </a:extLst>
            </p:cNvPr>
            <p:cNvSpPr/>
            <p:nvPr/>
          </p:nvSpPr>
          <p:spPr>
            <a:xfrm>
              <a:off x="4201615" y="43692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F4DEB7B-56D7-42C2-88CC-86CCE519C235}"/>
                </a:ext>
              </a:extLst>
            </p:cNvPr>
            <p:cNvSpPr/>
            <p:nvPr/>
          </p:nvSpPr>
          <p:spPr>
            <a:xfrm>
              <a:off x="5382231" y="43692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E01F8C2-C060-4254-84B8-514238C9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1199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F0F4125-6A9E-4CAB-B0D5-5DE985734C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201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1E0AA02-18FC-4A8B-A9F6-0E30F6BD3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3391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9A9D326A-B983-480C-9A1D-61AABDABCB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3393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96C8EEEC-9600-4D5B-A404-B8DAEF3CD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6647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551880A-26E5-4EA9-BFE7-ED14C88A91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649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CFAECF25-5D16-40BB-BCF2-6AC32DBEF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690" y="4509302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5ED9A81-333D-405F-98A0-3596A70C7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5692" y="4718812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13D5E60-9BD2-4515-835E-97C55BD8E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219" y="4494734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0A35550-B133-4B81-893B-8CDF6533E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3221" y="4704244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35FAACEB-2837-4230-A57C-4FDEE61E3060}"/>
              </a:ext>
            </a:extLst>
          </p:cNvPr>
          <p:cNvGrpSpPr/>
          <p:nvPr/>
        </p:nvGrpSpPr>
        <p:grpSpPr>
          <a:xfrm>
            <a:off x="3114380" y="5797863"/>
            <a:ext cx="5197036" cy="505376"/>
            <a:chOff x="1273219" y="5217090"/>
            <a:chExt cx="5197036" cy="50537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C5D2E4B-8E82-480E-B6CB-B6F1171851D6}"/>
                </a:ext>
              </a:extLst>
            </p:cNvPr>
            <p:cNvSpPr/>
            <p:nvPr/>
          </p:nvSpPr>
          <p:spPr>
            <a:xfrm>
              <a:off x="1817231" y="523754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739EDD8-055F-4D25-80FE-6F4997FA0397}"/>
                </a:ext>
              </a:extLst>
            </p:cNvPr>
            <p:cNvSpPr/>
            <p:nvPr/>
          </p:nvSpPr>
          <p:spPr>
            <a:xfrm>
              <a:off x="3009423" y="523754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5EEEB22-C73A-407B-94CF-9253C5D2BEDA}"/>
                </a:ext>
              </a:extLst>
            </p:cNvPr>
            <p:cNvSpPr/>
            <p:nvPr/>
          </p:nvSpPr>
          <p:spPr>
            <a:xfrm>
              <a:off x="4201615" y="523754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1B2EA9F-2D51-4CDA-B117-3C242C330465}"/>
                </a:ext>
              </a:extLst>
            </p:cNvPr>
            <p:cNvSpPr/>
            <p:nvPr/>
          </p:nvSpPr>
          <p:spPr>
            <a:xfrm>
              <a:off x="5382231" y="523754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4A19657-8DD5-4982-B919-35795A43D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219" y="546720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CC1D8DA-89DB-4745-95FA-C0AB01706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917" y="5463250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73117E7-1851-4264-80B4-5C490BEB12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1816" y="546324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B84D4699-0D27-4421-9916-9E4CC0A47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2428" y="5463248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2683C0D3-2EE6-414A-8D91-98CDEAAF4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692" y="5467210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5CA947C3-68FD-4BD3-B2AB-3F72ED8C24FD}"/>
                </a:ext>
              </a:extLst>
            </p:cNvPr>
            <p:cNvCxnSpPr>
              <a:cxnSpLocks/>
            </p:cNvCxnSpPr>
            <p:nvPr/>
          </p:nvCxnSpPr>
          <p:spPr>
            <a:xfrm>
              <a:off x="1273219" y="5217090"/>
              <a:ext cx="0" cy="50537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C4552025-82E7-4527-A997-8BF5CE154044}"/>
              </a:ext>
            </a:extLst>
          </p:cNvPr>
          <p:cNvGrpSpPr/>
          <p:nvPr/>
        </p:nvGrpSpPr>
        <p:grpSpPr>
          <a:xfrm>
            <a:off x="2929191" y="2778112"/>
            <a:ext cx="5267366" cy="470220"/>
            <a:chOff x="1088030" y="3395954"/>
            <a:chExt cx="5267366" cy="47022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BE1EEFD-B5E8-4B5F-B9D0-AAD18F89945D}"/>
                </a:ext>
              </a:extLst>
            </p:cNvPr>
            <p:cNvSpPr/>
            <p:nvPr/>
          </p:nvSpPr>
          <p:spPr>
            <a:xfrm>
              <a:off x="1296364" y="3408975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BBE6E59-0379-4F95-8C22-6B70AB5DDB1F}"/>
                </a:ext>
              </a:extLst>
            </p:cNvPr>
            <p:cNvSpPr/>
            <p:nvPr/>
          </p:nvSpPr>
          <p:spPr>
            <a:xfrm>
              <a:off x="1875098" y="340897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B698641-C29C-43B4-BD77-C8EC3356A7EB}"/>
                </a:ext>
              </a:extLst>
            </p:cNvPr>
            <p:cNvSpPr/>
            <p:nvPr/>
          </p:nvSpPr>
          <p:spPr>
            <a:xfrm>
              <a:off x="2453832" y="340897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B333C46-537D-4684-8706-782F15691A60}"/>
                </a:ext>
              </a:extLst>
            </p:cNvPr>
            <p:cNvSpPr/>
            <p:nvPr/>
          </p:nvSpPr>
          <p:spPr>
            <a:xfrm>
              <a:off x="3032566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4BCAEC7-3BA4-4D54-B46F-44F9D4AD13D7}"/>
                </a:ext>
              </a:extLst>
            </p:cNvPr>
            <p:cNvSpPr/>
            <p:nvPr/>
          </p:nvSpPr>
          <p:spPr>
            <a:xfrm>
              <a:off x="3611300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2BE4B4C-AB6D-479D-BCF6-543D309AE3FA}"/>
                </a:ext>
              </a:extLst>
            </p:cNvPr>
            <p:cNvSpPr/>
            <p:nvPr/>
          </p:nvSpPr>
          <p:spPr>
            <a:xfrm>
              <a:off x="4190034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C73BEB2-30BB-421A-8074-4157CEECB625}"/>
                </a:ext>
              </a:extLst>
            </p:cNvPr>
            <p:cNvSpPr/>
            <p:nvPr/>
          </p:nvSpPr>
          <p:spPr>
            <a:xfrm>
              <a:off x="4768768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B867E1D-5391-4DCE-AF02-EE428B71A465}"/>
                </a:ext>
              </a:extLst>
            </p:cNvPr>
            <p:cNvSpPr/>
            <p:nvPr/>
          </p:nvSpPr>
          <p:spPr>
            <a:xfrm>
              <a:off x="5347502" y="3414761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C409502-1070-479C-8B35-C4B66AC29030}"/>
                </a:ext>
              </a:extLst>
            </p:cNvPr>
            <p:cNvCxnSpPr>
              <a:cxnSpLocks/>
            </p:cNvCxnSpPr>
            <p:nvPr/>
          </p:nvCxnSpPr>
          <p:spPr>
            <a:xfrm>
              <a:off x="1284789" y="3395954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44699B9-8AA7-4A1A-9AEC-6F2A50293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4" y="3854599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1E327C53-4FB1-40BB-AC68-7CF442F1A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8030" y="3634680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D66D078-FC73-44D3-ABC4-E65C357AC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833" y="364769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7D81AF5-69E2-4D89-BF6E-5B1A47BD5DD6}"/>
              </a:ext>
            </a:extLst>
          </p:cNvPr>
          <p:cNvGrpSpPr/>
          <p:nvPr/>
        </p:nvGrpSpPr>
        <p:grpSpPr>
          <a:xfrm>
            <a:off x="3137525" y="1997333"/>
            <a:ext cx="5035329" cy="503494"/>
            <a:chOff x="1296364" y="2306252"/>
            <a:chExt cx="5035329" cy="50349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0EBDC2-FF15-4A0F-9016-8031B9CCF75D}"/>
                </a:ext>
              </a:extLst>
            </p:cNvPr>
            <p:cNvSpPr/>
            <p:nvPr/>
          </p:nvSpPr>
          <p:spPr>
            <a:xfrm>
              <a:off x="1307939" y="234386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AC3D8C7-7488-4A50-8956-6B6045DA5C17}"/>
                </a:ext>
              </a:extLst>
            </p:cNvPr>
            <p:cNvSpPr/>
            <p:nvPr/>
          </p:nvSpPr>
          <p:spPr>
            <a:xfrm>
              <a:off x="1886673" y="234386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8BA8461-380F-4035-8985-D5D9D09CB2D2}"/>
                </a:ext>
              </a:extLst>
            </p:cNvPr>
            <p:cNvSpPr/>
            <p:nvPr/>
          </p:nvSpPr>
          <p:spPr>
            <a:xfrm>
              <a:off x="2465407" y="234386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DC4691D-8CBB-4323-B1CC-77CF7AEDC578}"/>
                </a:ext>
              </a:extLst>
            </p:cNvPr>
            <p:cNvSpPr/>
            <p:nvPr/>
          </p:nvSpPr>
          <p:spPr>
            <a:xfrm>
              <a:off x="3044141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88B516B-33AA-4172-A7ED-C555C9FEC9F6}"/>
                </a:ext>
              </a:extLst>
            </p:cNvPr>
            <p:cNvSpPr/>
            <p:nvPr/>
          </p:nvSpPr>
          <p:spPr>
            <a:xfrm>
              <a:off x="3622875" y="2338080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5275824-F5A8-4943-AB4A-6CA299708798}"/>
                </a:ext>
              </a:extLst>
            </p:cNvPr>
            <p:cNvSpPr/>
            <p:nvPr/>
          </p:nvSpPr>
          <p:spPr>
            <a:xfrm>
              <a:off x="4201609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C456C4D-1E27-463A-A55E-27FCAF1FB412}"/>
                </a:ext>
              </a:extLst>
            </p:cNvPr>
            <p:cNvSpPr/>
            <p:nvPr/>
          </p:nvSpPr>
          <p:spPr>
            <a:xfrm>
              <a:off x="4780343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01D69F0-AC9B-4351-9053-2503ED507F12}"/>
                </a:ext>
              </a:extLst>
            </p:cNvPr>
            <p:cNvSpPr/>
            <p:nvPr/>
          </p:nvSpPr>
          <p:spPr>
            <a:xfrm>
              <a:off x="5359077" y="2349653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10595B4-E90C-4EF7-914E-5C251D7F6A83}"/>
                </a:ext>
              </a:extLst>
            </p:cNvPr>
            <p:cNvCxnSpPr>
              <a:cxnSpLocks/>
            </p:cNvCxnSpPr>
            <p:nvPr/>
          </p:nvCxnSpPr>
          <p:spPr>
            <a:xfrm>
              <a:off x="1296364" y="2306252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A6699B0-769C-4908-B9F0-0FACFE971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939" y="2789491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F9BA0A4-ADE9-4B74-B950-27092D2A2C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1088" y="2306252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640D835-4211-454B-BFF8-44F67C667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7130" y="2558441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C17963B-7476-4788-9C5D-409D239F5A7D}"/>
              </a:ext>
            </a:extLst>
          </p:cNvPr>
          <p:cNvSpPr txBox="1"/>
          <p:nvPr/>
        </p:nvSpPr>
        <p:spPr>
          <a:xfrm>
            <a:off x="696931" y="1293112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array: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831C0AE-23EE-4D68-9DFF-F3FE3F17AE06}"/>
              </a:ext>
            </a:extLst>
          </p:cNvPr>
          <p:cNvSpPr txBox="1"/>
          <p:nvPr/>
        </p:nvSpPr>
        <p:spPr>
          <a:xfrm>
            <a:off x="678330" y="2013246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vector: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174D559-F10D-4EC8-AD00-51202E6F88A2}"/>
              </a:ext>
            </a:extLst>
          </p:cNvPr>
          <p:cNvSpPr txBox="1"/>
          <p:nvPr/>
        </p:nvSpPr>
        <p:spPr>
          <a:xfrm>
            <a:off x="681402" y="2770630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deque: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C8A43FC-BF05-4FDB-92C6-7009BB8255DE}"/>
              </a:ext>
            </a:extLst>
          </p:cNvPr>
          <p:cNvSpPr txBox="1"/>
          <p:nvPr/>
        </p:nvSpPr>
        <p:spPr>
          <a:xfrm>
            <a:off x="731513" y="5156966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list: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47C422-AF63-4610-9181-E23889B1CF44}"/>
              </a:ext>
            </a:extLst>
          </p:cNvPr>
          <p:cNvSpPr txBox="1"/>
          <p:nvPr/>
        </p:nvSpPr>
        <p:spPr>
          <a:xfrm>
            <a:off x="731513" y="5841574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forward-list: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1C2CCFE-7E27-4A04-A743-9D3253236D38}"/>
              </a:ext>
            </a:extLst>
          </p:cNvPr>
          <p:cNvSpPr txBox="1"/>
          <p:nvPr/>
        </p:nvSpPr>
        <p:spPr>
          <a:xfrm>
            <a:off x="1691476" y="4344695"/>
            <a:ext cx="1075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stack: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1BAB968-1601-422D-9166-344B79AA5754}"/>
              </a:ext>
            </a:extLst>
          </p:cNvPr>
          <p:cNvSpPr txBox="1"/>
          <p:nvPr/>
        </p:nvSpPr>
        <p:spPr>
          <a:xfrm>
            <a:off x="1688518" y="356499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queue: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04218AB9-8A0F-4765-ABBE-65CFA28DF29A}"/>
              </a:ext>
            </a:extLst>
          </p:cNvPr>
          <p:cNvGrpSpPr/>
          <p:nvPr/>
        </p:nvGrpSpPr>
        <p:grpSpPr>
          <a:xfrm>
            <a:off x="3089846" y="3543644"/>
            <a:ext cx="7143612" cy="496208"/>
            <a:chOff x="2842716" y="3543644"/>
            <a:chExt cx="7143612" cy="496208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3BE11E16-F16D-4564-9EBA-7C6417265D39}"/>
                </a:ext>
              </a:extLst>
            </p:cNvPr>
            <p:cNvSpPr/>
            <p:nvPr/>
          </p:nvSpPr>
          <p:spPr>
            <a:xfrm>
              <a:off x="4150472" y="3556665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DBDDFAA1-732E-4DDE-8C6D-13F8E78BDCD8}"/>
                </a:ext>
              </a:extLst>
            </p:cNvPr>
            <p:cNvSpPr/>
            <p:nvPr/>
          </p:nvSpPr>
          <p:spPr>
            <a:xfrm>
              <a:off x="4729206" y="355666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0CB2103-5131-43C5-BE8D-2CF0E2256998}"/>
                </a:ext>
              </a:extLst>
            </p:cNvPr>
            <p:cNvSpPr/>
            <p:nvPr/>
          </p:nvSpPr>
          <p:spPr>
            <a:xfrm>
              <a:off x="5307940" y="355666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A7DD395A-2E6B-4154-8A9E-246E34D23DFC}"/>
                </a:ext>
              </a:extLst>
            </p:cNvPr>
            <p:cNvSpPr/>
            <p:nvPr/>
          </p:nvSpPr>
          <p:spPr>
            <a:xfrm>
              <a:off x="5886674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45BC626-C2F1-42EA-84B3-DE8CA45FC398}"/>
                </a:ext>
              </a:extLst>
            </p:cNvPr>
            <p:cNvSpPr/>
            <p:nvPr/>
          </p:nvSpPr>
          <p:spPr>
            <a:xfrm>
              <a:off x="6465408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B01404F8-E9BB-4625-84A0-65654CAECD5A}"/>
                </a:ext>
              </a:extLst>
            </p:cNvPr>
            <p:cNvSpPr/>
            <p:nvPr/>
          </p:nvSpPr>
          <p:spPr>
            <a:xfrm>
              <a:off x="7044142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3AF6DEE-BF69-4575-BCA9-3C583FB540AE}"/>
                </a:ext>
              </a:extLst>
            </p:cNvPr>
            <p:cNvSpPr/>
            <p:nvPr/>
          </p:nvSpPr>
          <p:spPr>
            <a:xfrm>
              <a:off x="7622876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A4175EC-FA8F-416D-AF2E-43D93819E23B}"/>
                </a:ext>
              </a:extLst>
            </p:cNvPr>
            <p:cNvSpPr/>
            <p:nvPr/>
          </p:nvSpPr>
          <p:spPr>
            <a:xfrm>
              <a:off x="8201610" y="3562451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6EA7AA74-8596-43E6-B2EE-A5729C6730BA}"/>
                </a:ext>
              </a:extLst>
            </p:cNvPr>
            <p:cNvCxnSpPr>
              <a:cxnSpLocks/>
            </p:cNvCxnSpPr>
            <p:nvPr/>
          </p:nvCxnSpPr>
          <p:spPr>
            <a:xfrm>
              <a:off x="4138897" y="3543644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7277CB4-C031-47A5-92A1-3D9D86A6A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0472" y="4002289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485B9CB-1BD8-4FA9-8BF3-26FCF6911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941" y="379538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B47E0EEA-7FEB-4F4B-8469-C8C16DBD4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6259" y="3833125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DF662796-AB6A-472E-A986-99F940617C96}"/>
                </a:ext>
              </a:extLst>
            </p:cNvPr>
            <p:cNvSpPr txBox="1"/>
            <p:nvPr/>
          </p:nvSpPr>
          <p:spPr>
            <a:xfrm>
              <a:off x="2842716" y="3578187"/>
              <a:ext cx="853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push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E11F33C9-C36B-458F-901B-5E94677BB110}"/>
                </a:ext>
              </a:extLst>
            </p:cNvPr>
            <p:cNvSpPr txBox="1"/>
            <p:nvPr/>
          </p:nvSpPr>
          <p:spPr>
            <a:xfrm>
              <a:off x="9287098" y="3564557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pop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ED2C48BA-E1E3-4C7A-AA69-2010F55E2F71}"/>
              </a:ext>
            </a:extLst>
          </p:cNvPr>
          <p:cNvGrpSpPr/>
          <p:nvPr/>
        </p:nvGrpSpPr>
        <p:grpSpPr>
          <a:xfrm>
            <a:off x="4386027" y="4157695"/>
            <a:ext cx="6213899" cy="823970"/>
            <a:chOff x="4138897" y="4157695"/>
            <a:chExt cx="6213899" cy="823970"/>
          </a:xfrm>
        </p:grpSpPr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44426D5-1741-4BF0-92A7-D28E2F7C3C04}"/>
                </a:ext>
              </a:extLst>
            </p:cNvPr>
            <p:cNvSpPr/>
            <p:nvPr/>
          </p:nvSpPr>
          <p:spPr>
            <a:xfrm>
              <a:off x="4150472" y="4362057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B4E09C2-0541-4966-8E21-D4F3E01BCEF1}"/>
                </a:ext>
              </a:extLst>
            </p:cNvPr>
            <p:cNvSpPr/>
            <p:nvPr/>
          </p:nvSpPr>
          <p:spPr>
            <a:xfrm>
              <a:off x="4729206" y="436205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E2AF6AB9-5474-412E-B085-873C73C4ACF3}"/>
                </a:ext>
              </a:extLst>
            </p:cNvPr>
            <p:cNvSpPr/>
            <p:nvPr/>
          </p:nvSpPr>
          <p:spPr>
            <a:xfrm>
              <a:off x="5307940" y="436205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48206B7-3BAE-4EC6-A775-512CC1938C5D}"/>
                </a:ext>
              </a:extLst>
            </p:cNvPr>
            <p:cNvSpPr/>
            <p:nvPr/>
          </p:nvSpPr>
          <p:spPr>
            <a:xfrm>
              <a:off x="5886674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7C9707AB-8AC4-495C-A85A-D530D4C01364}"/>
                </a:ext>
              </a:extLst>
            </p:cNvPr>
            <p:cNvSpPr/>
            <p:nvPr/>
          </p:nvSpPr>
          <p:spPr>
            <a:xfrm>
              <a:off x="6465408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5292B8C1-A19C-440D-B148-8D132724D748}"/>
                </a:ext>
              </a:extLst>
            </p:cNvPr>
            <p:cNvSpPr/>
            <p:nvPr/>
          </p:nvSpPr>
          <p:spPr>
            <a:xfrm>
              <a:off x="7044142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8EF0ACEA-6D2D-4DB5-A1F4-28B3220696AD}"/>
                </a:ext>
              </a:extLst>
            </p:cNvPr>
            <p:cNvSpPr/>
            <p:nvPr/>
          </p:nvSpPr>
          <p:spPr>
            <a:xfrm>
              <a:off x="7622876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4C22DF21-9A13-4113-A30A-911F6B79B50C}"/>
                </a:ext>
              </a:extLst>
            </p:cNvPr>
            <p:cNvSpPr/>
            <p:nvPr/>
          </p:nvSpPr>
          <p:spPr>
            <a:xfrm>
              <a:off x="8201610" y="4367843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8B0C8A5-639D-4383-A18A-43B524A91BC2}"/>
                </a:ext>
              </a:extLst>
            </p:cNvPr>
            <p:cNvCxnSpPr>
              <a:cxnSpLocks/>
            </p:cNvCxnSpPr>
            <p:nvPr/>
          </p:nvCxnSpPr>
          <p:spPr>
            <a:xfrm>
              <a:off x="4138897" y="4349036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5E2AB80E-2BFF-43D0-8817-B000772C8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0472" y="4807681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3BBE0D85-B316-48E0-ABCA-A462E5C68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5058" y="4758737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2EC065A2-F40C-439A-8AF5-DC32546797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5058" y="4396624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C663D424-DA51-41C6-8C7D-03FCF882E158}"/>
                </a:ext>
              </a:extLst>
            </p:cNvPr>
            <p:cNvSpPr txBox="1"/>
            <p:nvPr/>
          </p:nvSpPr>
          <p:spPr>
            <a:xfrm>
              <a:off x="9499677" y="4157695"/>
              <a:ext cx="853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push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B01534E-14C0-489C-8046-9C4C6C60B65B}"/>
                </a:ext>
              </a:extLst>
            </p:cNvPr>
            <p:cNvSpPr txBox="1"/>
            <p:nvPr/>
          </p:nvSpPr>
          <p:spPr>
            <a:xfrm>
              <a:off x="9511252" y="4520000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pop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63518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794890-5570-4AF3-BC75-4F2E7B00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关联容器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456657-EDCA-4157-953A-B37CDC617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56079319-7AF6-4BEA-85A8-40D6704843F2}"/>
              </a:ext>
            </a:extLst>
          </p:cNvPr>
          <p:cNvGrpSpPr/>
          <p:nvPr/>
        </p:nvGrpSpPr>
        <p:grpSpPr>
          <a:xfrm>
            <a:off x="1416416" y="2363854"/>
            <a:ext cx="3981307" cy="2403777"/>
            <a:chOff x="1416416" y="2363854"/>
            <a:chExt cx="3981307" cy="2403777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DEB80F0-A7C2-49D0-9AA4-4DCA55236EBF}"/>
                </a:ext>
              </a:extLst>
            </p:cNvPr>
            <p:cNvCxnSpPr>
              <a:cxnSpLocks/>
              <a:stCxn id="21" idx="0"/>
              <a:endCxn id="20" idx="2"/>
            </p:cNvCxnSpPr>
            <p:nvPr/>
          </p:nvCxnSpPr>
          <p:spPr>
            <a:xfrm flipV="1">
              <a:off x="2685142" y="2815267"/>
              <a:ext cx="670393" cy="43580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7CC3ABD-6E30-42B3-BE48-25E46F71EA96}"/>
                </a:ext>
              </a:extLst>
            </p:cNvPr>
            <p:cNvSpPr/>
            <p:nvPr/>
          </p:nvSpPr>
          <p:spPr>
            <a:xfrm>
              <a:off x="3066168" y="236385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6D49FC6-C211-4BA3-B53A-12AD29626384}"/>
                </a:ext>
              </a:extLst>
            </p:cNvPr>
            <p:cNvSpPr/>
            <p:nvPr/>
          </p:nvSpPr>
          <p:spPr>
            <a:xfrm>
              <a:off x="2395775" y="325107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E79C5C1-E024-4922-A03A-EC60AA60C27B}"/>
                </a:ext>
              </a:extLst>
            </p:cNvPr>
            <p:cNvSpPr/>
            <p:nvPr/>
          </p:nvSpPr>
          <p:spPr>
            <a:xfrm>
              <a:off x="3799597" y="325210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3BAAB47-716B-4F61-8094-D28888CB834C}"/>
                </a:ext>
              </a:extLst>
            </p:cNvPr>
            <p:cNvSpPr/>
            <p:nvPr/>
          </p:nvSpPr>
          <p:spPr>
            <a:xfrm>
              <a:off x="1416416" y="431621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80B044-2959-4E49-B338-A7AAB7F7561C}"/>
                </a:ext>
              </a:extLst>
            </p:cNvPr>
            <p:cNvSpPr/>
            <p:nvPr/>
          </p:nvSpPr>
          <p:spPr>
            <a:xfrm>
              <a:off x="2550607" y="429218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776440C-1E12-4310-8C44-91FBFE977E43}"/>
                </a:ext>
              </a:extLst>
            </p:cNvPr>
            <p:cNvSpPr/>
            <p:nvPr/>
          </p:nvSpPr>
          <p:spPr>
            <a:xfrm>
              <a:off x="3684798" y="431621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15DAA4F-E618-4976-A9C9-BB4164FB0E28}"/>
                </a:ext>
              </a:extLst>
            </p:cNvPr>
            <p:cNvSpPr/>
            <p:nvPr/>
          </p:nvSpPr>
          <p:spPr>
            <a:xfrm>
              <a:off x="4818989" y="431621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BF3804E-41D1-4644-93AA-6DA9167321E8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3355535" y="2815267"/>
              <a:ext cx="733429" cy="4368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E508BC4-AA3A-4AE0-A14A-B377F57EBBCE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2685142" y="3702485"/>
              <a:ext cx="154832" cy="58970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A3E6A4D-52AC-4324-AA64-4833557A2F9C}"/>
                </a:ext>
              </a:extLst>
            </p:cNvPr>
            <p:cNvCxnSpPr>
              <a:cxnSpLocks/>
              <a:stCxn id="24" idx="0"/>
              <a:endCxn id="21" idx="2"/>
            </p:cNvCxnSpPr>
            <p:nvPr/>
          </p:nvCxnSpPr>
          <p:spPr>
            <a:xfrm flipV="1">
              <a:off x="1705783" y="3702485"/>
              <a:ext cx="979359" cy="61373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41E4453-F8A4-4ACB-81BF-F5784B8AB82A}"/>
                </a:ext>
              </a:extLst>
            </p:cNvPr>
            <p:cNvCxnSpPr>
              <a:cxnSpLocks/>
              <a:stCxn id="22" idx="2"/>
              <a:endCxn id="26" idx="0"/>
            </p:cNvCxnSpPr>
            <p:nvPr/>
          </p:nvCxnSpPr>
          <p:spPr>
            <a:xfrm flipH="1">
              <a:off x="3974165" y="3703522"/>
              <a:ext cx="114799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50BC1F4-2A15-4730-A0F9-6CD48C44F347}"/>
                </a:ext>
              </a:extLst>
            </p:cNvPr>
            <p:cNvCxnSpPr>
              <a:cxnSpLocks/>
              <a:stCxn id="22" idx="2"/>
              <a:endCxn id="27" idx="0"/>
            </p:cNvCxnSpPr>
            <p:nvPr/>
          </p:nvCxnSpPr>
          <p:spPr>
            <a:xfrm>
              <a:off x="4088964" y="3703522"/>
              <a:ext cx="1019392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9C8FA6C-5D77-4F56-A792-D5EB09DB5E03}"/>
              </a:ext>
            </a:extLst>
          </p:cNvPr>
          <p:cNvGrpSpPr/>
          <p:nvPr/>
        </p:nvGrpSpPr>
        <p:grpSpPr>
          <a:xfrm>
            <a:off x="6589944" y="2442733"/>
            <a:ext cx="3928037" cy="2333651"/>
            <a:chOff x="6589944" y="2442733"/>
            <a:chExt cx="3928037" cy="2333651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ECB1BA2-0E6D-4450-A679-84A97C036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002" y="2853308"/>
              <a:ext cx="959760" cy="4493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602C4EC-CAFB-46BB-948D-3887B8BA199F}"/>
                </a:ext>
              </a:extLst>
            </p:cNvPr>
            <p:cNvSpPr/>
            <p:nvPr/>
          </p:nvSpPr>
          <p:spPr>
            <a:xfrm>
              <a:off x="7545002" y="3289114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438E2D-7FE0-4405-B926-FB480BCDA167}"/>
                </a:ext>
              </a:extLst>
            </p:cNvPr>
            <p:cNvCxnSpPr>
              <a:cxnSpLocks/>
            </p:cNvCxnSpPr>
            <p:nvPr/>
          </p:nvCxnSpPr>
          <p:spPr>
            <a:xfrm>
              <a:off x="8504762" y="2853308"/>
              <a:ext cx="733429" cy="4883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7DA8F8D-7242-4C16-A79C-4FF8F1CA2698}"/>
                </a:ext>
              </a:extLst>
            </p:cNvPr>
            <p:cNvCxnSpPr>
              <a:cxnSpLocks/>
            </p:cNvCxnSpPr>
            <p:nvPr/>
          </p:nvCxnSpPr>
          <p:spPr>
            <a:xfrm>
              <a:off x="7574887" y="3713205"/>
              <a:ext cx="414314" cy="6170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0A6BDE8-A03C-44AC-914F-5D96505F39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010" y="3702485"/>
              <a:ext cx="678411" cy="65177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8F16FCA2-D5C6-48CB-9D57-9A5C470F1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3392" y="3741563"/>
              <a:ext cx="114799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D324F70F-728B-4A71-85F1-499C3BC82C1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191" y="3741563"/>
              <a:ext cx="1019392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C42D8AA-A255-489A-8882-46E26F3581E2}"/>
                </a:ext>
              </a:extLst>
            </p:cNvPr>
            <p:cNvSpPr/>
            <p:nvPr/>
          </p:nvSpPr>
          <p:spPr>
            <a:xfrm>
              <a:off x="7255635" y="3289114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3FFCA82-063D-4C9A-963D-BFF957BBC9CC}"/>
                </a:ext>
              </a:extLst>
            </p:cNvPr>
            <p:cNvSpPr/>
            <p:nvPr/>
          </p:nvSpPr>
          <p:spPr>
            <a:xfrm>
              <a:off x="6879311" y="4363012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AEBBB61-6C03-4249-A5C1-0E6C13B8F5C9}"/>
                </a:ext>
              </a:extLst>
            </p:cNvPr>
            <p:cNvSpPr/>
            <p:nvPr/>
          </p:nvSpPr>
          <p:spPr>
            <a:xfrm>
              <a:off x="6589944" y="4363012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6D480787-1A83-42C8-80C7-FC54B3918A05}"/>
                </a:ext>
              </a:extLst>
            </p:cNvPr>
            <p:cNvSpPr/>
            <p:nvPr/>
          </p:nvSpPr>
          <p:spPr>
            <a:xfrm>
              <a:off x="8504762" y="244273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500A4158-46AE-419B-8EC2-E92E3E0DD74F}"/>
                </a:ext>
              </a:extLst>
            </p:cNvPr>
            <p:cNvSpPr/>
            <p:nvPr/>
          </p:nvSpPr>
          <p:spPr>
            <a:xfrm>
              <a:off x="8215395" y="244273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0AA7D65-970F-48F9-A63B-2C30FAA33E82}"/>
                </a:ext>
              </a:extLst>
            </p:cNvPr>
            <p:cNvSpPr/>
            <p:nvPr/>
          </p:nvSpPr>
          <p:spPr>
            <a:xfrm>
              <a:off x="7972488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9298829-C64B-4BB7-9796-FA8D16149BD2}"/>
                </a:ext>
              </a:extLst>
            </p:cNvPr>
            <p:cNvSpPr/>
            <p:nvPr/>
          </p:nvSpPr>
          <p:spPr>
            <a:xfrm>
              <a:off x="7683121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1F107F2-049E-4277-917C-46D4F4E69C79}"/>
                </a:ext>
              </a:extLst>
            </p:cNvPr>
            <p:cNvSpPr/>
            <p:nvPr/>
          </p:nvSpPr>
          <p:spPr>
            <a:xfrm>
              <a:off x="9093507" y="4354258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B02897B-CF63-40BF-80C1-430DF7E8507A}"/>
                </a:ext>
              </a:extLst>
            </p:cNvPr>
            <p:cNvSpPr/>
            <p:nvPr/>
          </p:nvSpPr>
          <p:spPr>
            <a:xfrm>
              <a:off x="8804140" y="4354258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29505408-DC5F-4CC2-8639-0182445FC278}"/>
                </a:ext>
              </a:extLst>
            </p:cNvPr>
            <p:cNvSpPr/>
            <p:nvPr/>
          </p:nvSpPr>
          <p:spPr>
            <a:xfrm>
              <a:off x="10228614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FFA5C83E-8DDE-44D2-8C31-94E334543738}"/>
                </a:ext>
              </a:extLst>
            </p:cNvPr>
            <p:cNvSpPr/>
            <p:nvPr/>
          </p:nvSpPr>
          <p:spPr>
            <a:xfrm>
              <a:off x="9939247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4A5A109-A4AB-4EC3-A8A9-474910B142EB}"/>
                </a:ext>
              </a:extLst>
            </p:cNvPr>
            <p:cNvSpPr/>
            <p:nvPr/>
          </p:nvSpPr>
          <p:spPr>
            <a:xfrm>
              <a:off x="9241330" y="3328191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482D0E37-5B8B-4B42-B8ED-C59150956799}"/>
                </a:ext>
              </a:extLst>
            </p:cNvPr>
            <p:cNvSpPr/>
            <p:nvPr/>
          </p:nvSpPr>
          <p:spPr>
            <a:xfrm>
              <a:off x="8951963" y="3328191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ED948EC-6E56-42F8-950E-D7C25514B710}"/>
              </a:ext>
            </a:extLst>
          </p:cNvPr>
          <p:cNvSpPr txBox="1"/>
          <p:nvPr/>
        </p:nvSpPr>
        <p:spPr>
          <a:xfrm>
            <a:off x="2433648" y="1543320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set/multi-set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0640DAD-95DF-44DC-95A8-022CDFF60374}"/>
              </a:ext>
            </a:extLst>
          </p:cNvPr>
          <p:cNvSpPr txBox="1"/>
          <p:nvPr/>
        </p:nvSpPr>
        <p:spPr>
          <a:xfrm>
            <a:off x="7308614" y="1658633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map/multi-map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358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244151-2A55-440C-8D46-02049AB2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无序容器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FD110-3F07-4FFC-979A-EDF8BF7F5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B45A65D-9C38-4393-BD98-7D2B85FF7445}"/>
              </a:ext>
            </a:extLst>
          </p:cNvPr>
          <p:cNvGrpSpPr/>
          <p:nvPr/>
        </p:nvGrpSpPr>
        <p:grpSpPr>
          <a:xfrm>
            <a:off x="1837004" y="4254615"/>
            <a:ext cx="4512606" cy="2175087"/>
            <a:chOff x="1759793" y="3801834"/>
            <a:chExt cx="4512606" cy="217508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1C49445-1AC4-4F6B-AAC7-C50A41B1014B}"/>
                </a:ext>
              </a:extLst>
            </p:cNvPr>
            <p:cNvSpPr/>
            <p:nvPr/>
          </p:nvSpPr>
          <p:spPr>
            <a:xfrm>
              <a:off x="1759793" y="3801834"/>
              <a:ext cx="4512606" cy="217508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A839A91-4B97-47DD-8B7E-15C0702E3CFC}"/>
                </a:ext>
              </a:extLst>
            </p:cNvPr>
            <p:cNvSpPr/>
            <p:nvPr/>
          </p:nvSpPr>
          <p:spPr>
            <a:xfrm>
              <a:off x="2609135" y="457059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9E5EDF-F460-4E6D-9D4A-B2EF414B49DD}"/>
                </a:ext>
              </a:extLst>
            </p:cNvPr>
            <p:cNvSpPr/>
            <p:nvPr/>
          </p:nvSpPr>
          <p:spPr>
            <a:xfrm>
              <a:off x="2319768" y="457059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77BA07C-3353-444F-883B-8290C2737312}"/>
                </a:ext>
              </a:extLst>
            </p:cNvPr>
            <p:cNvSpPr/>
            <p:nvPr/>
          </p:nvSpPr>
          <p:spPr>
            <a:xfrm>
              <a:off x="3455693" y="500298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9A90F51-47E5-4B29-BA1C-03704D2D20C7}"/>
                </a:ext>
              </a:extLst>
            </p:cNvPr>
            <p:cNvSpPr/>
            <p:nvPr/>
          </p:nvSpPr>
          <p:spPr>
            <a:xfrm>
              <a:off x="3166326" y="500298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A07AFB8-9ACF-4682-9292-0EB9033240CE}"/>
                </a:ext>
              </a:extLst>
            </p:cNvPr>
            <p:cNvSpPr/>
            <p:nvPr/>
          </p:nvSpPr>
          <p:spPr>
            <a:xfrm>
              <a:off x="3525641" y="4243689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5546172-6828-4B85-9A48-5CC259A417F4}"/>
                </a:ext>
              </a:extLst>
            </p:cNvPr>
            <p:cNvSpPr/>
            <p:nvPr/>
          </p:nvSpPr>
          <p:spPr>
            <a:xfrm>
              <a:off x="3236274" y="4243689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9BCB518-3685-4A60-A10B-A8CC16C11934}"/>
                </a:ext>
              </a:extLst>
            </p:cNvPr>
            <p:cNvSpPr/>
            <p:nvPr/>
          </p:nvSpPr>
          <p:spPr>
            <a:xfrm>
              <a:off x="4975856" y="494052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9637973-B533-490B-B754-A97081495C38}"/>
                </a:ext>
              </a:extLst>
            </p:cNvPr>
            <p:cNvSpPr/>
            <p:nvPr/>
          </p:nvSpPr>
          <p:spPr>
            <a:xfrm>
              <a:off x="5225325" y="494052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F1D3696-093E-4BAE-8391-6BA0D63250B1}"/>
                </a:ext>
              </a:extLst>
            </p:cNvPr>
            <p:cNvSpPr/>
            <p:nvPr/>
          </p:nvSpPr>
          <p:spPr>
            <a:xfrm>
              <a:off x="4147629" y="529329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8838809-8221-475C-A756-B347BA1CBD27}"/>
                </a:ext>
              </a:extLst>
            </p:cNvPr>
            <p:cNvSpPr/>
            <p:nvPr/>
          </p:nvSpPr>
          <p:spPr>
            <a:xfrm>
              <a:off x="3858262" y="529329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AEE99DC-0F71-4C87-8931-59191969F63C}"/>
                </a:ext>
              </a:extLst>
            </p:cNvPr>
            <p:cNvSpPr/>
            <p:nvPr/>
          </p:nvSpPr>
          <p:spPr>
            <a:xfrm>
              <a:off x="4795903" y="404891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8C1A02B-FC84-4816-83E6-B921332FF2DE}"/>
                </a:ext>
              </a:extLst>
            </p:cNvPr>
            <p:cNvSpPr/>
            <p:nvPr/>
          </p:nvSpPr>
          <p:spPr>
            <a:xfrm>
              <a:off x="4506536" y="404891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5C1C97C-BCE3-4107-9040-0026513ED235}"/>
                </a:ext>
              </a:extLst>
            </p:cNvPr>
            <p:cNvSpPr/>
            <p:nvPr/>
          </p:nvSpPr>
          <p:spPr>
            <a:xfrm>
              <a:off x="4305463" y="460967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EB1BBF5-E568-4936-B859-666B2F80B46C}"/>
                </a:ext>
              </a:extLst>
            </p:cNvPr>
            <p:cNvSpPr/>
            <p:nvPr/>
          </p:nvSpPr>
          <p:spPr>
            <a:xfrm>
              <a:off x="4016096" y="460967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0B02E73-6E45-4979-BD74-9F72B7CF735B}"/>
              </a:ext>
            </a:extLst>
          </p:cNvPr>
          <p:cNvGrpSpPr/>
          <p:nvPr/>
        </p:nvGrpSpPr>
        <p:grpSpPr>
          <a:xfrm>
            <a:off x="1804960" y="1446234"/>
            <a:ext cx="4512606" cy="2175087"/>
            <a:chOff x="1670133" y="1098502"/>
            <a:chExt cx="4512606" cy="2175087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6AC89BC-3F67-411A-947C-FD7E570B0074}"/>
                </a:ext>
              </a:extLst>
            </p:cNvPr>
            <p:cNvSpPr/>
            <p:nvPr/>
          </p:nvSpPr>
          <p:spPr>
            <a:xfrm>
              <a:off x="1670133" y="1098502"/>
              <a:ext cx="4512606" cy="217508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0E6294-A4F7-4274-833B-9058EA186C45}"/>
                </a:ext>
              </a:extLst>
            </p:cNvPr>
            <p:cNvSpPr/>
            <p:nvPr/>
          </p:nvSpPr>
          <p:spPr>
            <a:xfrm>
              <a:off x="3347702" y="129147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167357-2488-4F15-83A9-C762F9B00FCE}"/>
                </a:ext>
              </a:extLst>
            </p:cNvPr>
            <p:cNvSpPr/>
            <p:nvPr/>
          </p:nvSpPr>
          <p:spPr>
            <a:xfrm>
              <a:off x="3151842" y="199733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8F6E0CA-E56B-4291-B000-7C63882FA0AC}"/>
                </a:ext>
              </a:extLst>
            </p:cNvPr>
            <p:cNvSpPr/>
            <p:nvPr/>
          </p:nvSpPr>
          <p:spPr>
            <a:xfrm>
              <a:off x="4016096" y="194979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B60CB24-14A1-43BD-8611-828CB6203738}"/>
                </a:ext>
              </a:extLst>
            </p:cNvPr>
            <p:cNvSpPr/>
            <p:nvPr/>
          </p:nvSpPr>
          <p:spPr>
            <a:xfrm>
              <a:off x="2508436" y="160626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9323C86-6754-44E0-9B06-BEFCC75A07C7}"/>
                </a:ext>
              </a:extLst>
            </p:cNvPr>
            <p:cNvSpPr/>
            <p:nvPr/>
          </p:nvSpPr>
          <p:spPr>
            <a:xfrm>
              <a:off x="4196835" y="138055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3AD9255-7828-4056-B03C-79FE9BE61107}"/>
                </a:ext>
              </a:extLst>
            </p:cNvPr>
            <p:cNvSpPr/>
            <p:nvPr/>
          </p:nvSpPr>
          <p:spPr>
            <a:xfrm>
              <a:off x="3375455" y="2541320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BFA2534-C103-4F13-BEAA-31E1ADE82D8B}"/>
                </a:ext>
              </a:extLst>
            </p:cNvPr>
            <p:cNvSpPr/>
            <p:nvPr/>
          </p:nvSpPr>
          <p:spPr>
            <a:xfrm>
              <a:off x="2435414" y="225871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25A393F-C1EA-48F5-98BF-B24ED781A175}"/>
                </a:ext>
              </a:extLst>
            </p:cNvPr>
            <p:cNvSpPr/>
            <p:nvPr/>
          </p:nvSpPr>
          <p:spPr>
            <a:xfrm>
              <a:off x="4326676" y="251736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9982616-1B6D-44FF-B3C0-7BB93DED2A5D}"/>
                </a:ext>
              </a:extLst>
            </p:cNvPr>
            <p:cNvSpPr/>
            <p:nvPr/>
          </p:nvSpPr>
          <p:spPr>
            <a:xfrm>
              <a:off x="4927696" y="192126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9C6680DC-F671-415C-B3D0-1EF057B33B1D}"/>
              </a:ext>
            </a:extLst>
          </p:cNvPr>
          <p:cNvSpPr txBox="1"/>
          <p:nvPr/>
        </p:nvSpPr>
        <p:spPr>
          <a:xfrm>
            <a:off x="309052" y="1126173"/>
            <a:ext cx="1843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unorder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set/multi-set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726C93C-8C69-4F23-81AC-8AFE72BB5311}"/>
              </a:ext>
            </a:extLst>
          </p:cNvPr>
          <p:cNvSpPr txBox="1"/>
          <p:nvPr/>
        </p:nvSpPr>
        <p:spPr>
          <a:xfrm>
            <a:off x="349959" y="3497958"/>
            <a:ext cx="2222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unorder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map/multi-map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0CE6AC7C-F467-47F9-9B3E-7A0DC65F58F8}"/>
              </a:ext>
            </a:extLst>
          </p:cNvPr>
          <p:cNvSpPr/>
          <p:nvPr/>
        </p:nvSpPr>
        <p:spPr>
          <a:xfrm>
            <a:off x="5922439" y="3491021"/>
            <a:ext cx="1042011" cy="644524"/>
          </a:xfrm>
          <a:prstGeom prst="rightArrow">
            <a:avLst/>
          </a:prstGeom>
          <a:solidFill>
            <a:srgbClr val="C0C0C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F25CB0EB-51AF-44D0-8B74-D4BCC8CB2D8E}"/>
              </a:ext>
            </a:extLst>
          </p:cNvPr>
          <p:cNvGrpSpPr/>
          <p:nvPr/>
        </p:nvGrpSpPr>
        <p:grpSpPr>
          <a:xfrm>
            <a:off x="7129417" y="1126173"/>
            <a:ext cx="4938249" cy="5303530"/>
            <a:chOff x="7129417" y="1126173"/>
            <a:chExt cx="4938249" cy="5303530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434366B4-802F-4B31-A17F-A5E9094A0013}"/>
                </a:ext>
              </a:extLst>
            </p:cNvPr>
            <p:cNvSpPr/>
            <p:nvPr/>
          </p:nvSpPr>
          <p:spPr>
            <a:xfrm>
              <a:off x="7129417" y="1126173"/>
              <a:ext cx="4938249" cy="530353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433AB97-0758-4936-94DF-D8FA3F6C4894}"/>
                </a:ext>
              </a:extLst>
            </p:cNvPr>
            <p:cNvSpPr/>
            <p:nvPr/>
          </p:nvSpPr>
          <p:spPr>
            <a:xfrm>
              <a:off x="7255296" y="3410812"/>
              <a:ext cx="1581665" cy="83099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hash</a:t>
              </a:r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F24904E-75B8-4005-A88E-06D436CCC5B6}"/>
                </a:ext>
              </a:extLst>
            </p:cNvPr>
            <p:cNvSpPr/>
            <p:nvPr/>
          </p:nvSpPr>
          <p:spPr>
            <a:xfrm>
              <a:off x="10490544" y="1623124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7A09102C-1BE8-420F-9928-F6BF7A296F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1844" y="2718205"/>
              <a:ext cx="434841" cy="6129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19E4F7E-3380-447B-9B25-727812DB87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9046" y="3326009"/>
              <a:ext cx="474563" cy="25419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65D40A5-C5D7-4325-AA7B-C7F4DA209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609" y="3813282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7644EFF-8093-4BB1-AD2A-37CA70775FA6}"/>
                </a:ext>
              </a:extLst>
            </p:cNvPr>
            <p:cNvCxnSpPr>
              <a:cxnSpLocks/>
            </p:cNvCxnSpPr>
            <p:nvPr/>
          </p:nvCxnSpPr>
          <p:spPr>
            <a:xfrm>
              <a:off x="8912609" y="4140658"/>
              <a:ext cx="455752" cy="6958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105CEA2-D4F6-409D-B976-616F8CEF4C24}"/>
                </a:ext>
              </a:extLst>
            </p:cNvPr>
            <p:cNvCxnSpPr>
              <a:cxnSpLocks/>
            </p:cNvCxnSpPr>
            <p:nvPr/>
          </p:nvCxnSpPr>
          <p:spPr>
            <a:xfrm>
              <a:off x="8889046" y="4389746"/>
              <a:ext cx="427639" cy="5428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C8256C2-B4E1-40F9-98C2-7C2A9A62BEFE}"/>
                </a:ext>
              </a:extLst>
            </p:cNvPr>
            <p:cNvSpPr/>
            <p:nvPr/>
          </p:nvSpPr>
          <p:spPr>
            <a:xfrm rot="5400000">
              <a:off x="9484994" y="164775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FD20A94-07DD-4ABC-9D3B-177C42464729}"/>
                </a:ext>
              </a:extLst>
            </p:cNvPr>
            <p:cNvSpPr/>
            <p:nvPr/>
          </p:nvSpPr>
          <p:spPr>
            <a:xfrm rot="5400000">
              <a:off x="9484994" y="222649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F1C30F-750E-4517-B18F-B06ABFC5491E}"/>
                </a:ext>
              </a:extLst>
            </p:cNvPr>
            <p:cNvSpPr/>
            <p:nvPr/>
          </p:nvSpPr>
          <p:spPr>
            <a:xfrm rot="5400000">
              <a:off x="9484994" y="276488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CEFCB61C-E90A-43A6-AC06-BB649FE8D92E}"/>
                </a:ext>
              </a:extLst>
            </p:cNvPr>
            <p:cNvSpPr/>
            <p:nvPr/>
          </p:nvSpPr>
          <p:spPr>
            <a:xfrm rot="5400000">
              <a:off x="9479207" y="334362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8DD162F-54B5-4C38-8681-AAB31DC2036E}"/>
                </a:ext>
              </a:extLst>
            </p:cNvPr>
            <p:cNvSpPr/>
            <p:nvPr/>
          </p:nvSpPr>
          <p:spPr>
            <a:xfrm rot="5400000">
              <a:off x="9479205" y="392235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60645EF-1B1C-43A9-9EA2-B0742A6A9D53}"/>
                </a:ext>
              </a:extLst>
            </p:cNvPr>
            <p:cNvSpPr/>
            <p:nvPr/>
          </p:nvSpPr>
          <p:spPr>
            <a:xfrm rot="5400000">
              <a:off x="9479207" y="450108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E3DEE723-39EE-486C-B0F1-9D88C8B4B652}"/>
                </a:ext>
              </a:extLst>
            </p:cNvPr>
            <p:cNvSpPr/>
            <p:nvPr/>
          </p:nvSpPr>
          <p:spPr>
            <a:xfrm rot="5400000">
              <a:off x="9479207" y="507982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B7A3A6DC-FC5A-4D4C-BC1C-41A809D4AD23}"/>
                </a:ext>
              </a:extLst>
            </p:cNvPr>
            <p:cNvSpPr/>
            <p:nvPr/>
          </p:nvSpPr>
          <p:spPr>
            <a:xfrm rot="5400000">
              <a:off x="9467632" y="5658556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6A3B88E-5DDD-4058-888D-B34F0773E62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73555" y="3857011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34410B3-E326-4D25-BDD2-327704658A1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27931" y="3858693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1786793B-FDBA-4FED-A9BC-274C4EA5837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74360" y="1315160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BEF36B9B-6048-46E2-A47F-64ED47FF6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107" y="5305529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F820D334-7B93-4FD1-AEB8-7973AEA73FAD}"/>
                </a:ext>
              </a:extLst>
            </p:cNvPr>
            <p:cNvSpPr/>
            <p:nvPr/>
          </p:nvSpPr>
          <p:spPr>
            <a:xfrm>
              <a:off x="10467391" y="2796476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B004D57-B1D9-4CC6-9BC6-FA5F6454204E}"/>
                </a:ext>
              </a:extLst>
            </p:cNvPr>
            <p:cNvSpPr/>
            <p:nvPr/>
          </p:nvSpPr>
          <p:spPr>
            <a:xfrm>
              <a:off x="10467391" y="3938333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A1EC9050-5515-40E8-8783-3B12D6353AD3}"/>
                </a:ext>
              </a:extLst>
            </p:cNvPr>
            <p:cNvSpPr/>
            <p:nvPr/>
          </p:nvSpPr>
          <p:spPr>
            <a:xfrm>
              <a:off x="10467391" y="5023374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9BD0EF05-AA10-425D-AF87-528090B89C9A}"/>
                </a:ext>
              </a:extLst>
            </p:cNvPr>
            <p:cNvSpPr/>
            <p:nvPr/>
          </p:nvSpPr>
          <p:spPr>
            <a:xfrm>
              <a:off x="11364303" y="3922866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C0DEB62-7E8E-4455-865E-B124D481012F}"/>
                </a:ext>
              </a:extLst>
            </p:cNvPr>
            <p:cNvSpPr/>
            <p:nvPr/>
          </p:nvSpPr>
          <p:spPr>
            <a:xfrm>
              <a:off x="11403847" y="1638221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09A95E3-73EC-471F-B06E-386870FB62DB}"/>
                </a:ext>
              </a:extLst>
            </p:cNvPr>
            <p:cNvCxnSpPr>
              <a:cxnSpLocks/>
            </p:cNvCxnSpPr>
            <p:nvPr/>
          </p:nvCxnSpPr>
          <p:spPr>
            <a:xfrm>
              <a:off x="10029106" y="3022182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79B29BB-566A-48AD-A802-12AC4468A469}"/>
                </a:ext>
              </a:extLst>
            </p:cNvPr>
            <p:cNvCxnSpPr>
              <a:cxnSpLocks/>
            </p:cNvCxnSpPr>
            <p:nvPr/>
          </p:nvCxnSpPr>
          <p:spPr>
            <a:xfrm>
              <a:off x="9994279" y="1864910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4F8F096E-134B-4BA3-8A08-73A91CCFC409}"/>
                </a:ext>
              </a:extLst>
            </p:cNvPr>
            <p:cNvCxnSpPr>
              <a:cxnSpLocks/>
            </p:cNvCxnSpPr>
            <p:nvPr/>
          </p:nvCxnSpPr>
          <p:spPr>
            <a:xfrm>
              <a:off x="10965107" y="1864910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69464E6-C89F-4776-BB96-1F22EBAB25FB}"/>
                </a:ext>
              </a:extLst>
            </p:cNvPr>
            <p:cNvCxnSpPr>
              <a:cxnSpLocks/>
            </p:cNvCxnSpPr>
            <p:nvPr/>
          </p:nvCxnSpPr>
          <p:spPr>
            <a:xfrm>
              <a:off x="10004405" y="4175447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0F58D3D-B8E4-4C5A-8FA6-3D59EB56365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1955" y="4140658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339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4702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源码分析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5550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BDFBE5-9C85-427C-A5CD-89B7E474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基础：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/>
              <a:t>模板基础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/>
              <a:t>数据结构与算法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r>
              <a:rPr lang="en-US" altLang="zh-CN" dirty="0"/>
              <a:t>STL</a:t>
            </a:r>
            <a:r>
              <a:rPr lang="zh-CN" altLang="en-US" dirty="0"/>
              <a:t>源码版本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 err="1"/>
              <a:t>P.J.Plauger</a:t>
            </a:r>
            <a:r>
              <a:rPr lang="zh-CN" altLang="en-US" dirty="0"/>
              <a:t>版本（</a:t>
            </a:r>
            <a:r>
              <a:rPr lang="en-US" altLang="zh-CN" dirty="0"/>
              <a:t>Visual C++</a:t>
            </a:r>
            <a:r>
              <a:rPr lang="zh-CN" altLang="en-US" dirty="0"/>
              <a:t>采用）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 err="1"/>
              <a:t>RougeWave</a:t>
            </a:r>
            <a:r>
              <a:rPr lang="zh-CN" altLang="en-US" dirty="0"/>
              <a:t>版本（</a:t>
            </a:r>
            <a:r>
              <a:rPr lang="en-US" altLang="zh-CN" dirty="0"/>
              <a:t>C++builder</a:t>
            </a:r>
            <a:r>
              <a:rPr lang="zh-CN" altLang="en-US" dirty="0"/>
              <a:t>采用）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/>
              <a:t>SGI-STL</a:t>
            </a:r>
            <a:r>
              <a:rPr lang="zh-CN" altLang="en-US" dirty="0"/>
              <a:t>（</a:t>
            </a:r>
            <a:r>
              <a:rPr lang="en-US" altLang="zh-CN" dirty="0"/>
              <a:t>GCC</a:t>
            </a:r>
            <a:r>
              <a:rPr lang="zh-CN" altLang="en-US" dirty="0"/>
              <a:t>采用）</a:t>
            </a:r>
            <a:r>
              <a:rPr lang="en-US" altLang="zh-CN" dirty="0"/>
              <a:t> //</a:t>
            </a:r>
            <a:r>
              <a:rPr lang="zh-CN" altLang="en-US" dirty="0"/>
              <a:t>推荐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835898-D6E3-46B7-93A8-7E65070C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源码分析 </a:t>
            </a:r>
            <a:r>
              <a:rPr lang="en-US" altLang="zh-CN" dirty="0"/>
              <a:t>– </a:t>
            </a:r>
            <a:r>
              <a:rPr lang="zh-CN" altLang="en-US" dirty="0"/>
              <a:t>源码之前，了无秘密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1F67C-4CF0-41BF-8AF2-6C93780C3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0043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86BDC8-8E82-4177-801A-F25A19AA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910387"/>
          </a:xfrm>
        </p:spPr>
        <p:txBody>
          <a:bodyPr/>
          <a:lstStyle/>
          <a:p>
            <a:r>
              <a:rPr lang="en-US" altLang="zh-CN" dirty="0"/>
              <a:t>OOP – </a:t>
            </a:r>
            <a:r>
              <a:rPr lang="zh-CN" altLang="en-US" dirty="0"/>
              <a:t>企图将</a:t>
            </a:r>
            <a:r>
              <a:rPr lang="en-US" altLang="zh-CN" dirty="0" err="1"/>
              <a:t>datas</a:t>
            </a:r>
            <a:r>
              <a:rPr lang="zh-CN" altLang="en-US" dirty="0"/>
              <a:t>和</a:t>
            </a:r>
            <a:r>
              <a:rPr lang="en-US" altLang="zh-CN" dirty="0"/>
              <a:t>methods</a:t>
            </a:r>
            <a:r>
              <a:rPr lang="zh-CN" altLang="en-US" dirty="0"/>
              <a:t>关联在一起</a:t>
            </a:r>
            <a:endParaRPr lang="en-US" altLang="zh-CN" dirty="0"/>
          </a:p>
          <a:p>
            <a:r>
              <a:rPr lang="en-US" altLang="zh-CN" dirty="0"/>
              <a:t>GP – </a:t>
            </a:r>
            <a:r>
              <a:rPr lang="zh-CN" altLang="en-US" dirty="0"/>
              <a:t>却是将</a:t>
            </a:r>
            <a:r>
              <a:rPr lang="en-US" altLang="zh-CN" dirty="0" err="1"/>
              <a:t>datas</a:t>
            </a:r>
            <a:r>
              <a:rPr lang="zh-CN" altLang="en-US" dirty="0"/>
              <a:t>和</a:t>
            </a:r>
            <a:r>
              <a:rPr lang="en-US" altLang="zh-CN" dirty="0"/>
              <a:t>method</a:t>
            </a:r>
            <a:r>
              <a:rPr lang="zh-CN" altLang="en-US" dirty="0"/>
              <a:t>分开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2D4C62-B83D-47AB-9851-BE86A888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OOP vs GP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B06FA3-D165-477B-9402-266795409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B8F942-FFEB-488B-A248-340D6E7B5287}"/>
              </a:ext>
            </a:extLst>
          </p:cNvPr>
          <p:cNvSpPr/>
          <p:nvPr/>
        </p:nvSpPr>
        <p:spPr>
          <a:xfrm>
            <a:off x="536218" y="2185431"/>
            <a:ext cx="6531659" cy="21528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T, </a:t>
            </a:r>
            <a:r>
              <a:rPr lang="en-US" altLang="zh-CN" dirty="0" err="1"/>
              <a:t>typename</a:t>
            </a:r>
            <a:r>
              <a:rPr lang="en-US" altLang="zh-CN" dirty="0"/>
              <a:t> </a:t>
            </a:r>
            <a:r>
              <a:rPr lang="en-US" altLang="zh-CN" dirty="0" err="1"/>
              <a:t>Alloc</a:t>
            </a:r>
            <a:r>
              <a:rPr lang="en-US" altLang="zh-CN" dirty="0"/>
              <a:t> = </a:t>
            </a:r>
            <a:r>
              <a:rPr lang="en-US" altLang="zh-CN" dirty="0" err="1"/>
              <a:t>alloc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class list {</a:t>
            </a:r>
          </a:p>
          <a:p>
            <a:r>
              <a:rPr lang="en-US" altLang="zh-CN" dirty="0"/>
              <a:t>    T data;</a:t>
            </a:r>
          </a:p>
          <a:p>
            <a:r>
              <a:rPr lang="en-US" altLang="zh-CN" dirty="0"/>
              <a:t>    void sort()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A1A01B-7968-4B85-B2A8-98077BDBB04C}"/>
              </a:ext>
            </a:extLst>
          </p:cNvPr>
          <p:cNvSpPr/>
          <p:nvPr/>
        </p:nvSpPr>
        <p:spPr>
          <a:xfrm>
            <a:off x="3659300" y="2698025"/>
            <a:ext cx="17235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/>
                <a:solidFill>
                  <a:schemeClr val="accent4"/>
                </a:solidFill>
              </a:rPr>
              <a:t>OOP</a:t>
            </a:r>
            <a:endParaRPr lang="zh-CN" altLang="en-US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A12B9F-C347-43BA-A77F-55D6F39AEC7F}"/>
              </a:ext>
            </a:extLst>
          </p:cNvPr>
          <p:cNvSpPr/>
          <p:nvPr/>
        </p:nvSpPr>
        <p:spPr>
          <a:xfrm>
            <a:off x="2674684" y="3658837"/>
            <a:ext cx="6531659" cy="2152891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T, </a:t>
            </a:r>
            <a:r>
              <a:rPr lang="en-US" altLang="zh-CN" dirty="0" err="1"/>
              <a:t>typename</a:t>
            </a:r>
            <a:r>
              <a:rPr lang="en-US" altLang="zh-CN" dirty="0"/>
              <a:t> </a:t>
            </a:r>
            <a:r>
              <a:rPr lang="en-US" altLang="zh-CN" dirty="0" err="1"/>
              <a:t>Alloc</a:t>
            </a:r>
            <a:r>
              <a:rPr lang="en-US" altLang="zh-CN" dirty="0"/>
              <a:t> = </a:t>
            </a:r>
            <a:r>
              <a:rPr lang="en-US" altLang="zh-CN" dirty="0" err="1"/>
              <a:t>alloc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class list {</a:t>
            </a:r>
          </a:p>
          <a:p>
            <a:r>
              <a:rPr lang="en-US" altLang="zh-CN" dirty="0"/>
              <a:t>    T data;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A44AA4-04F9-4446-A589-8C37FCFB2804}"/>
              </a:ext>
            </a:extLst>
          </p:cNvPr>
          <p:cNvSpPr/>
          <p:nvPr/>
        </p:nvSpPr>
        <p:spPr>
          <a:xfrm>
            <a:off x="7067877" y="5226384"/>
            <a:ext cx="4588721" cy="1173866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T&gt;</a:t>
            </a:r>
          </a:p>
          <a:p>
            <a:r>
              <a:rPr lang="en-US" altLang="zh-CN" dirty="0"/>
              <a:t>inline void sort(T first, T second)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E8FBE3-6745-4ED5-9124-CB16EFE5B972}"/>
              </a:ext>
            </a:extLst>
          </p:cNvPr>
          <p:cNvSpPr/>
          <p:nvPr/>
        </p:nvSpPr>
        <p:spPr>
          <a:xfrm>
            <a:off x="5120948" y="4752938"/>
            <a:ext cx="11849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/>
                <a:solidFill>
                  <a:schemeClr val="accent4"/>
                </a:solidFill>
              </a:rPr>
              <a:t>GP</a:t>
            </a:r>
            <a:endParaRPr lang="zh-CN" altLang="en-US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829C06-E230-40C8-BDA9-38F8C023E676}"/>
              </a:ext>
            </a:extLst>
          </p:cNvPr>
          <p:cNvSpPr txBox="1"/>
          <p:nvPr/>
        </p:nvSpPr>
        <p:spPr>
          <a:xfrm>
            <a:off x="9267739" y="4090727"/>
            <a:ext cx="3052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::sort(</a:t>
            </a:r>
            <a:r>
              <a:rPr lang="en-US" altLang="zh-CN" dirty="0" err="1">
                <a:highlight>
                  <a:srgbClr val="FFFF00"/>
                </a:highlight>
              </a:rPr>
              <a:t>c.begin,c.end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5" name="标注: 线形 14">
            <a:extLst>
              <a:ext uri="{FF2B5EF4-FFF2-40B4-BE49-F238E27FC236}">
                <a16:creationId xmlns:a16="http://schemas.microsoft.com/office/drawing/2014/main" id="{D5C74F2D-555F-4542-8E99-B76732E34097}"/>
              </a:ext>
            </a:extLst>
          </p:cNvPr>
          <p:cNvSpPr/>
          <p:nvPr/>
        </p:nvSpPr>
        <p:spPr>
          <a:xfrm>
            <a:off x="10487735" y="2879779"/>
            <a:ext cx="1370584" cy="622404"/>
          </a:xfrm>
          <a:prstGeom prst="borderCallout1">
            <a:avLst>
              <a:gd name="adj1" fmla="val 18750"/>
              <a:gd name="adj2" fmla="val -8333"/>
              <a:gd name="adj3" fmla="val 185072"/>
              <a:gd name="adj4" fmla="val -25694"/>
            </a:avLst>
          </a:prstGeom>
          <a:noFill/>
          <a:ln w="28575">
            <a:solidFill>
              <a:srgbClr val="C0C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迭代器</a:t>
            </a:r>
          </a:p>
        </p:txBody>
      </p:sp>
      <p:sp>
        <p:nvSpPr>
          <p:cNvPr id="16" name="箭头: 上弧形 15">
            <a:extLst>
              <a:ext uri="{FF2B5EF4-FFF2-40B4-BE49-F238E27FC236}">
                <a16:creationId xmlns:a16="http://schemas.microsoft.com/office/drawing/2014/main" id="{C7BB4E1A-C015-4E72-A992-51BF3AB527AA}"/>
              </a:ext>
            </a:extLst>
          </p:cNvPr>
          <p:cNvSpPr/>
          <p:nvPr/>
        </p:nvSpPr>
        <p:spPr>
          <a:xfrm>
            <a:off x="8778161" y="3526832"/>
            <a:ext cx="979156" cy="503415"/>
          </a:xfrm>
          <a:prstGeom prst="curved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209877ED-62FC-4F62-89EB-E50A5B54D167}"/>
              </a:ext>
            </a:extLst>
          </p:cNvPr>
          <p:cNvSpPr/>
          <p:nvPr/>
        </p:nvSpPr>
        <p:spPr>
          <a:xfrm>
            <a:off x="10103005" y="4672361"/>
            <a:ext cx="301083" cy="461665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514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FE5988E-19DF-42B2-91ED-C9687E462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175675"/>
            <a:ext cx="11267313" cy="915365"/>
          </a:xfrm>
        </p:spPr>
        <p:txBody>
          <a:bodyPr/>
          <a:lstStyle/>
          <a:p>
            <a:r>
              <a:rPr lang="zh-CN" altLang="en-US" dirty="0"/>
              <a:t>分配器的好坏 </a:t>
            </a:r>
            <a:r>
              <a:rPr lang="en-US" altLang="zh-CN" dirty="0"/>
              <a:t>- </a:t>
            </a:r>
            <a:r>
              <a:rPr lang="zh-CN" altLang="en-US" dirty="0"/>
              <a:t>影响效率</a:t>
            </a:r>
            <a:endParaRPr lang="en-US" altLang="zh-CN" dirty="0"/>
          </a:p>
          <a:p>
            <a:r>
              <a:rPr lang="en-US" altLang="zh-CN" dirty="0"/>
              <a:t>operator new()</a:t>
            </a:r>
            <a:r>
              <a:rPr lang="zh-CN" altLang="en-US" dirty="0"/>
              <a:t>和</a:t>
            </a:r>
            <a:r>
              <a:rPr lang="en-US" altLang="zh-CN" dirty="0"/>
              <a:t>malloc() </a:t>
            </a:r>
          </a:p>
          <a:p>
            <a:r>
              <a:rPr lang="en-US" altLang="zh-CN" dirty="0"/>
              <a:t>new(</a:t>
            </a:r>
            <a:r>
              <a:rPr lang="zh-CN" altLang="en-US" dirty="0"/>
              <a:t>）最终底层执行</a:t>
            </a:r>
            <a:r>
              <a:rPr lang="en-US" altLang="zh-CN" dirty="0"/>
              <a:t>operator new()</a:t>
            </a:r>
            <a:r>
              <a:rPr lang="zh-CN" altLang="en-US" dirty="0"/>
              <a:t>，归根到底落实到</a:t>
            </a:r>
            <a:r>
              <a:rPr lang="en-US" altLang="zh-CN" dirty="0"/>
              <a:t>malloc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1780693-0270-47E1-82B6-FB3ACF9C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- allocator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F891A-8BE2-4AD8-BF60-5E1C85976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58CE02-5FCF-43B3-B1EE-927DFB9104D8}"/>
              </a:ext>
            </a:extLst>
          </p:cNvPr>
          <p:cNvSpPr/>
          <p:nvPr/>
        </p:nvSpPr>
        <p:spPr>
          <a:xfrm>
            <a:off x="489859" y="2422539"/>
            <a:ext cx="6904364" cy="40397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void *operator new(</a:t>
            </a:r>
            <a:r>
              <a:rPr lang="en-US" altLang="zh-CN" dirty="0" err="1"/>
              <a:t>size_t</a:t>
            </a:r>
            <a:r>
              <a:rPr lang="en-US" altLang="zh-CN" dirty="0"/>
              <a:t> const std::</a:t>
            </a:r>
            <a:r>
              <a:rPr lang="en-US" altLang="zh-CN" dirty="0" err="1"/>
              <a:t>nothrow</a:t>
            </a:r>
            <a:r>
              <a:rPr lang="en-US" altLang="zh-CN" dirty="0"/>
              <a:t> _t&amp; </a:t>
            </a:r>
          </a:p>
          <a:p>
            <a:r>
              <a:rPr lang="en-US" altLang="zh-CN" dirty="0"/>
              <a:t>                                _THROW0() 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void *p;</a:t>
            </a:r>
          </a:p>
          <a:p>
            <a:r>
              <a:rPr lang="en-US" altLang="zh-CN" dirty="0"/>
              <a:t>    while((p = malloc(size)) == 0)</a:t>
            </a:r>
          </a:p>
          <a:p>
            <a:r>
              <a:rPr lang="en-US" altLang="zh-CN" dirty="0"/>
              <a:t>    {</a:t>
            </a:r>
          </a:p>
          <a:p>
            <a:r>
              <a:rPr lang="en-US" altLang="zh-CN" dirty="0"/>
              <a:t>        /</a:t>
            </a:r>
            <a:r>
              <a:rPr lang="zh-CN" altLang="en-US" dirty="0"/>
              <a:t>*调用</a:t>
            </a:r>
            <a:r>
              <a:rPr lang="en-US" altLang="zh-CN" dirty="0"/>
              <a:t>__</a:t>
            </a:r>
            <a:r>
              <a:rPr lang="en-US" altLang="zh-CN" dirty="0" err="1"/>
              <a:t>callnewh</a:t>
            </a:r>
            <a:r>
              <a:rPr lang="en-US" altLang="zh-CN" dirty="0"/>
              <a:t>(size) </a:t>
            </a:r>
            <a:r>
              <a:rPr lang="zh-CN" altLang="en-US" dirty="0"/>
              <a:t>或者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**捕获</a:t>
            </a:r>
            <a:r>
              <a:rPr lang="en-US" altLang="zh-CN" dirty="0" err="1"/>
              <a:t>bad_alloc</a:t>
            </a:r>
            <a:r>
              <a:rPr lang="zh-CN" altLang="en-US" dirty="0"/>
              <a:t>异常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p;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9ADA5-1966-449A-B22F-939DC1AB10B3}"/>
              </a:ext>
            </a:extLst>
          </p:cNvPr>
          <p:cNvSpPr/>
          <p:nvPr/>
        </p:nvSpPr>
        <p:spPr>
          <a:xfrm>
            <a:off x="5539095" y="3074206"/>
            <a:ext cx="11464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VC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6C30CE-35B8-446E-A58A-F6B922CF27D7}"/>
              </a:ext>
            </a:extLst>
          </p:cNvPr>
          <p:cNvSpPr/>
          <p:nvPr/>
        </p:nvSpPr>
        <p:spPr>
          <a:xfrm>
            <a:off x="5757333" y="3997536"/>
            <a:ext cx="5667023" cy="2631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inline void * _RTLENTRY operator new(</a:t>
            </a:r>
            <a:r>
              <a:rPr lang="en-US" altLang="zh-CN" dirty="0" err="1"/>
              <a:t>size_t</a:t>
            </a:r>
            <a:r>
              <a:rPr lang="en-US" altLang="zh-CN" dirty="0"/>
              <a:t> size, std::</a:t>
            </a:r>
            <a:r>
              <a:rPr lang="en-US" altLang="zh-CN" dirty="0" err="1"/>
              <a:t>nothrow</a:t>
            </a:r>
            <a:r>
              <a:rPr lang="en-US" altLang="zh-CN" dirty="0"/>
              <a:t> _t&amp; 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size = size ? size : 1;</a:t>
            </a:r>
          </a:p>
          <a:p>
            <a:r>
              <a:rPr lang="en-US" altLang="zh-CN" dirty="0"/>
              <a:t>    return malloc(size);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4E608B-9CCD-474E-AC3B-D1BE02859C14}"/>
              </a:ext>
            </a:extLst>
          </p:cNvPr>
          <p:cNvSpPr/>
          <p:nvPr/>
        </p:nvSpPr>
        <p:spPr>
          <a:xfrm>
            <a:off x="9290351" y="4933184"/>
            <a:ext cx="15311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CB5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A85557-B53F-47DC-963B-BCB46ADECB0C}"/>
              </a:ext>
            </a:extLst>
          </p:cNvPr>
          <p:cNvSpPr/>
          <p:nvPr/>
        </p:nvSpPr>
        <p:spPr>
          <a:xfrm>
            <a:off x="2325511" y="3860800"/>
            <a:ext cx="1659467" cy="44026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284F45-09A0-43AC-8986-99F6FA7BA52A}"/>
              </a:ext>
            </a:extLst>
          </p:cNvPr>
          <p:cNvSpPr/>
          <p:nvPr/>
        </p:nvSpPr>
        <p:spPr>
          <a:xfrm>
            <a:off x="7047302" y="5636380"/>
            <a:ext cx="1659467" cy="44026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8BD4B5-4657-4AFF-8C51-424ECD0B57FF}"/>
              </a:ext>
            </a:extLst>
          </p:cNvPr>
          <p:cNvSpPr/>
          <p:nvPr/>
        </p:nvSpPr>
        <p:spPr>
          <a:xfrm>
            <a:off x="9077703" y="553342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00000041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9159F7-72F7-4CA6-882B-45063365F199}"/>
              </a:ext>
            </a:extLst>
          </p:cNvPr>
          <p:cNvSpPr/>
          <p:nvPr/>
        </p:nvSpPr>
        <p:spPr>
          <a:xfrm>
            <a:off x="9077703" y="844200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0000000c</a:t>
            </a:r>
            <a:endParaRPr lang="zh-CN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8BEC3B-D5E4-490C-8BCE-4998C8F39796}"/>
              </a:ext>
            </a:extLst>
          </p:cNvPr>
          <p:cNvSpPr/>
          <p:nvPr/>
        </p:nvSpPr>
        <p:spPr>
          <a:xfrm>
            <a:off x="9077703" y="1128629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00000002</a:t>
            </a:r>
            <a:endParaRPr lang="zh-CN" altLang="en-US" sz="2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7FFEB8-41F2-4542-9442-6FF232074519}"/>
              </a:ext>
            </a:extLst>
          </p:cNvPr>
          <p:cNvSpPr/>
          <p:nvPr/>
        </p:nvSpPr>
        <p:spPr>
          <a:xfrm>
            <a:off x="9077703" y="1447096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0xfd</a:t>
            </a:r>
            <a:endParaRPr lang="zh-CN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689D7C-69DA-4979-AFDE-DAD63B9D39E4}"/>
              </a:ext>
            </a:extLst>
          </p:cNvPr>
          <p:cNvSpPr/>
          <p:nvPr/>
        </p:nvSpPr>
        <p:spPr>
          <a:xfrm>
            <a:off x="9077703" y="1739924"/>
            <a:ext cx="2022532" cy="8692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fill 0xcd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655545-8221-485F-80B6-279BC8AB8C87}"/>
              </a:ext>
            </a:extLst>
          </p:cNvPr>
          <p:cNvSpPr/>
          <p:nvPr/>
        </p:nvSpPr>
        <p:spPr>
          <a:xfrm>
            <a:off x="9077703" y="3233688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00000041</a:t>
            </a:r>
            <a:endParaRPr lang="zh-CN" altLang="en-US" sz="20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3AA65C-92A0-473B-BDA2-16C6D3755718}"/>
              </a:ext>
            </a:extLst>
          </p:cNvPr>
          <p:cNvSpPr/>
          <p:nvPr/>
        </p:nvSpPr>
        <p:spPr>
          <a:xfrm>
            <a:off x="9077703" y="2922788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00000000(pad)</a:t>
            </a:r>
            <a:endParaRPr lang="zh-CN" altLang="en-US" sz="2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304EDB-D16F-4186-BAD5-B81861AD5AF8}"/>
              </a:ext>
            </a:extLst>
          </p:cNvPr>
          <p:cNvSpPr/>
          <p:nvPr/>
        </p:nvSpPr>
        <p:spPr>
          <a:xfrm>
            <a:off x="9077703" y="2609212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0xfd</a:t>
            </a:r>
            <a:endParaRPr lang="zh-CN" altLang="en-US" sz="2000" dirty="0"/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CBADEEB3-CA0E-4C1D-97F6-52342B577D7C}"/>
              </a:ext>
            </a:extLst>
          </p:cNvPr>
          <p:cNvSpPr/>
          <p:nvPr/>
        </p:nvSpPr>
        <p:spPr>
          <a:xfrm>
            <a:off x="8706769" y="1760672"/>
            <a:ext cx="211453" cy="7806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DCF505-6438-44B2-930F-455FF7CB2B2A}"/>
              </a:ext>
            </a:extLst>
          </p:cNvPr>
          <p:cNvSpPr txBox="1"/>
          <p:nvPr/>
        </p:nvSpPr>
        <p:spPr>
          <a:xfrm>
            <a:off x="7978924" y="1894763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819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7E32498-94F0-409F-BF51-CAC19BF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- allocator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2310A-229A-49A3-906C-20D2C2A3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C9547-48E4-4414-98F0-A350A2A8B456}"/>
              </a:ext>
            </a:extLst>
          </p:cNvPr>
          <p:cNvSpPr/>
          <p:nvPr/>
        </p:nvSpPr>
        <p:spPr>
          <a:xfrm>
            <a:off x="489858" y="1009650"/>
            <a:ext cx="8103299" cy="48623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容器存在默认分配器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vector: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Vector_Base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list: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List_Base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deque: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Deque_Base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_Key,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_Compare = std::less&lt;_Key&gt;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set …</a:t>
            </a:r>
          </a:p>
          <a:p>
            <a:endParaRPr lang="zh-CN" altLang="en-US" sz="1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158501-260D-4D1B-8E85-2E89402F74A7}"/>
              </a:ext>
            </a:extLst>
          </p:cNvPr>
          <p:cNvSpPr/>
          <p:nvPr/>
        </p:nvSpPr>
        <p:spPr>
          <a:xfrm>
            <a:off x="6976498" y="3978044"/>
            <a:ext cx="4773415" cy="24692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其他分配器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malloc_allocator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new_allocator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pool_alloc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mt_alloc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bitmap_allocator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25256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D4E7388-10A0-4575-B312-8993BD901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58622"/>
            <a:ext cx="11267313" cy="489077"/>
          </a:xfrm>
        </p:spPr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::operator new</a:t>
            </a:r>
            <a:r>
              <a:rPr lang="zh-CN" altLang="en-US" dirty="0"/>
              <a:t>和</a:t>
            </a:r>
            <a:r>
              <a:rPr lang="en-US" altLang="zh-CN" dirty="0"/>
              <a:t>::operator delete</a:t>
            </a:r>
            <a:r>
              <a:rPr lang="zh-CN" altLang="en-US" dirty="0"/>
              <a:t>完成</a:t>
            </a:r>
            <a:r>
              <a:rPr lang="en-US" altLang="zh-CN" dirty="0"/>
              <a:t>allocate</a:t>
            </a:r>
            <a:r>
              <a:rPr lang="zh-CN" altLang="en-US" dirty="0"/>
              <a:t>和</a:t>
            </a:r>
            <a:r>
              <a:rPr lang="en-US" altLang="zh-CN" dirty="0"/>
              <a:t>deallocate</a:t>
            </a:r>
            <a:r>
              <a:rPr lang="zh-CN" altLang="en-US" dirty="0"/>
              <a:t>，无特殊设计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BE3A8B-FE65-4803-BA65-8C638B4D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– allocator</a:t>
            </a:r>
            <a:r>
              <a:rPr lang="zh-CN" altLang="en-US" dirty="0"/>
              <a:t>（</a:t>
            </a:r>
            <a:r>
              <a:rPr lang="en-US" altLang="zh-CN" dirty="0"/>
              <a:t> GCC 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FD44B-BEDC-4652-993E-B004EC57E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E71A4E-BC15-43DF-B1E3-D876FD918518}"/>
              </a:ext>
            </a:extLst>
          </p:cNvPr>
          <p:cNvSpPr/>
          <p:nvPr/>
        </p:nvSpPr>
        <p:spPr>
          <a:xfrm>
            <a:off x="482599" y="1966732"/>
            <a:ext cx="5611813" cy="42986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class allocator {</a:t>
            </a:r>
          </a:p>
          <a:p>
            <a:r>
              <a:rPr lang="en-US" altLang="zh-CN" sz="1800" dirty="0"/>
              <a:t>public:</a:t>
            </a:r>
          </a:p>
          <a:p>
            <a:r>
              <a:rPr lang="en-US" altLang="zh-CN" sz="1800" dirty="0"/>
              <a:t>    typedef T	    </a:t>
            </a:r>
            <a:r>
              <a:rPr lang="en-US" altLang="zh-CN" sz="1800" dirty="0" err="1"/>
              <a:t>value_type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typedef T*   pointer;</a:t>
            </a:r>
          </a:p>
          <a:p>
            <a:r>
              <a:rPr lang="en-US" altLang="zh-CN" sz="1800" dirty="0"/>
              <a:t>    typedef </a:t>
            </a:r>
            <a:r>
              <a:rPr lang="en-US" altLang="zh-CN" sz="1800" dirty="0" err="1"/>
              <a:t>size_t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sze_type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typedef </a:t>
            </a:r>
            <a:r>
              <a:rPr lang="en-US" altLang="zh-CN" sz="1800" dirty="0" err="1"/>
              <a:t>ptrdiff_t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difference_type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pointer allocate(</a:t>
            </a:r>
            <a:r>
              <a:rPr lang="en-US" altLang="zh-CN" sz="1800" dirty="0" err="1"/>
              <a:t>size_type</a:t>
            </a:r>
            <a:r>
              <a:rPr lang="en-US" altLang="zh-CN" sz="1800" dirty="0"/>
              <a:t> n) {</a:t>
            </a:r>
          </a:p>
          <a:p>
            <a:r>
              <a:rPr lang="en-US" altLang="zh-CN" sz="1800" dirty="0"/>
              <a:t>        return ::allocate((</a:t>
            </a:r>
            <a:r>
              <a:rPr lang="en-US" altLang="zh-CN" sz="1800" dirty="0" err="1"/>
              <a:t>difference_type</a:t>
            </a:r>
            <a:r>
              <a:rPr lang="en-US" altLang="zh-CN" sz="1800" dirty="0"/>
              <a:t>)n, (pointer)0);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    void deallocate(pointer p)</a:t>
            </a:r>
          </a:p>
          <a:p>
            <a:r>
              <a:rPr lang="en-US" altLang="zh-CN" sz="1800" dirty="0"/>
              <a:t>    {</a:t>
            </a:r>
          </a:p>
          <a:p>
            <a:r>
              <a:rPr lang="en-US" altLang="zh-CN" sz="1800" dirty="0"/>
              <a:t>        ::deallocate(p);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356FE8-ADFD-4780-A540-0430CE2941FE}"/>
              </a:ext>
            </a:extLst>
          </p:cNvPr>
          <p:cNvSpPr/>
          <p:nvPr/>
        </p:nvSpPr>
        <p:spPr>
          <a:xfrm>
            <a:off x="5923843" y="1673221"/>
            <a:ext cx="5985935" cy="42986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inline T* allocate(</a:t>
            </a:r>
            <a:r>
              <a:rPr lang="en-US" altLang="zh-CN" sz="1800" dirty="0" err="1"/>
              <a:t>ptrdiff_t</a:t>
            </a:r>
            <a:r>
              <a:rPr lang="en-US" altLang="zh-CN" sz="1800" dirty="0"/>
              <a:t> size, T*)</a:t>
            </a:r>
          </a:p>
          <a:p>
            <a:r>
              <a:rPr lang="en-US" altLang="zh-CN" sz="1800" dirty="0"/>
              <a:t>{</a:t>
            </a:r>
          </a:p>
          <a:p>
            <a:r>
              <a:rPr lang="en-US" altLang="zh-CN" sz="1800" dirty="0"/>
              <a:t>    </a:t>
            </a:r>
            <a:r>
              <a:rPr lang="en-US" altLang="zh-CN" sz="1800" dirty="0" err="1"/>
              <a:t>set_new_handler</a:t>
            </a:r>
            <a:r>
              <a:rPr lang="en-US" altLang="zh-CN" sz="1800" dirty="0"/>
              <a:t>(0);</a:t>
            </a:r>
          </a:p>
          <a:p>
            <a:r>
              <a:rPr lang="en-US" altLang="zh-CN" sz="1800" dirty="0"/>
              <a:t>    T *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 = (T*)(::operator new((</a:t>
            </a:r>
            <a:r>
              <a:rPr lang="en-US" altLang="zh-CN" sz="1800" dirty="0" err="1"/>
              <a:t>size_t</a:t>
            </a:r>
            <a:r>
              <a:rPr lang="en-US" altLang="zh-CN" sz="1800" dirty="0"/>
              <a:t>)(size*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(T))));</a:t>
            </a:r>
          </a:p>
          <a:p>
            <a:r>
              <a:rPr lang="en-US" altLang="zh-CN" sz="1800" dirty="0"/>
              <a:t>    if (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 == 0) {</a:t>
            </a:r>
          </a:p>
          <a:p>
            <a:r>
              <a:rPr lang="en-US" altLang="zh-CN" sz="1800" dirty="0"/>
              <a:t>        </a:t>
            </a:r>
            <a:r>
              <a:rPr lang="en-US" altLang="zh-CN" sz="1800" dirty="0" err="1"/>
              <a:t>cerr</a:t>
            </a:r>
            <a:r>
              <a:rPr lang="en-US" altLang="zh-CN" sz="1800" dirty="0"/>
              <a:t> &lt;&lt; “out </a:t>
            </a:r>
            <a:r>
              <a:rPr lang="en-US" altLang="zh-CN" sz="1800" dirty="0" err="1"/>
              <a:t>ofs</a:t>
            </a:r>
            <a:r>
              <a:rPr lang="en-US" altLang="zh-CN" sz="1800" dirty="0"/>
              <a:t> memory”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    exit(1);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    return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inline void deallocate(T* buffer) {</a:t>
            </a:r>
          </a:p>
          <a:p>
            <a:r>
              <a:rPr lang="en-US" altLang="zh-CN" sz="1800" dirty="0"/>
              <a:t>    ::operator delete(buffer);</a:t>
            </a:r>
          </a:p>
          <a:p>
            <a:r>
              <a:rPr lang="en-US" altLang="zh-CN" sz="1800" dirty="0"/>
              <a:t>}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81E8B01-0816-4B31-A80A-0AE1AD39C0F5}"/>
              </a:ext>
            </a:extLst>
          </p:cNvPr>
          <p:cNvCxnSpPr>
            <a:cxnSpLocks/>
          </p:cNvCxnSpPr>
          <p:nvPr/>
        </p:nvCxnSpPr>
        <p:spPr>
          <a:xfrm flipV="1">
            <a:off x="2472267" y="2325511"/>
            <a:ext cx="4592989" cy="191911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C1CD1B1-25A3-4931-A448-9C37F4726FBA}"/>
              </a:ext>
            </a:extLst>
          </p:cNvPr>
          <p:cNvCxnSpPr>
            <a:cxnSpLocks/>
          </p:cNvCxnSpPr>
          <p:nvPr/>
        </p:nvCxnSpPr>
        <p:spPr>
          <a:xfrm flipV="1">
            <a:off x="2652889" y="5222590"/>
            <a:ext cx="4436533" cy="31382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14680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B96ADA-5312-4B60-8317-68EDA8D7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– </a:t>
            </a:r>
            <a:r>
              <a:rPr lang="en-US" altLang="zh-CN" dirty="0" err="1"/>
              <a:t>alloc</a:t>
            </a:r>
            <a:r>
              <a:rPr lang="zh-CN" altLang="en-US" dirty="0"/>
              <a:t>（</a:t>
            </a:r>
            <a:r>
              <a:rPr lang="en-US" altLang="zh-CN" dirty="0"/>
              <a:t> GCC  - </a:t>
            </a:r>
            <a:r>
              <a:rPr lang="zh-CN" altLang="en-US" dirty="0"/>
              <a:t>默认分配器）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1E1F7-C33F-49BC-97EA-E10A313D5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7D9E8E-0BDE-46D9-B0B9-AA458C358EB0}"/>
              </a:ext>
            </a:extLst>
          </p:cNvPr>
          <p:cNvSpPr/>
          <p:nvPr/>
        </p:nvSpPr>
        <p:spPr>
          <a:xfrm>
            <a:off x="760793" y="1395357"/>
            <a:ext cx="5604554" cy="33930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容器存在默认分配器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template&lt;class T, class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class vector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…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template&lt;class T, class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class list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…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E291BE-D023-4385-97C5-FB53614F743B}"/>
              </a:ext>
            </a:extLst>
          </p:cNvPr>
          <p:cNvSpPr txBox="1"/>
          <p:nvPr/>
        </p:nvSpPr>
        <p:spPr>
          <a:xfrm>
            <a:off x="640703" y="523181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主要诉求：尽量减少内存分配的额外开销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3B468F-C64C-4256-A6AD-E6E1D5D025C6}"/>
              </a:ext>
            </a:extLst>
          </p:cNvPr>
          <p:cNvSpPr/>
          <p:nvPr/>
        </p:nvSpPr>
        <p:spPr>
          <a:xfrm>
            <a:off x="6094412" y="2547527"/>
            <a:ext cx="5120759" cy="199142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申请内存块 </a:t>
            </a:r>
            <a:r>
              <a:rPr lang="en-US" altLang="zh-CN" dirty="0"/>
              <a:t>&gt;=128 bytes</a:t>
            </a:r>
          </a:p>
          <a:p>
            <a:r>
              <a:rPr lang="zh-CN" altLang="en-US" dirty="0"/>
              <a:t>    第一级配置器</a:t>
            </a:r>
            <a:r>
              <a:rPr lang="en-US" altLang="zh-CN" dirty="0"/>
              <a:t>(allocator)</a:t>
            </a:r>
          </a:p>
          <a:p>
            <a:r>
              <a:rPr lang="zh-CN" altLang="en-US" dirty="0"/>
              <a:t>否则：</a:t>
            </a:r>
            <a:endParaRPr lang="en-US" altLang="zh-CN" dirty="0"/>
          </a:p>
          <a:p>
            <a:r>
              <a:rPr lang="zh-CN" altLang="en-US" dirty="0"/>
              <a:t>    第二级配置器</a:t>
            </a:r>
            <a:r>
              <a:rPr lang="en-US" altLang="zh-CN" dirty="0"/>
              <a:t>(</a:t>
            </a:r>
            <a:r>
              <a:rPr lang="en-US" altLang="zh-CN" dirty="0" err="1"/>
              <a:t>alloc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5757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3A994D-A63C-47A6-AF4E-F838FE71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en-US" altLang="zh-CN" dirty="0" err="1"/>
              <a:t>alloc</a:t>
            </a:r>
            <a:r>
              <a:rPr lang="en-US" altLang="zh-CN" dirty="0"/>
              <a:t> – </a:t>
            </a:r>
            <a:r>
              <a:rPr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5EEC1-2EA2-40AB-B79B-582E26030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19A6FA-A7AE-40E1-B798-F8983B3286B1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5A3691-9B95-4E53-9713-D6146E10CB3A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860D9-9E11-4929-BFC4-1E787B165B97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B3DF4-D904-4810-9347-397C246ADCD9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EACFF0-175D-4E44-AC7E-C7B5B243254B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D3F659-BB39-4CCC-B982-06762AE7FCFE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321EDC-D054-45A0-AB2B-0CEB84FB8A41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02B846-F5D3-482E-A4D1-C63EA68859F0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CB7475-A2FC-438F-9DB2-9B4E949CC79A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797C59-4500-40C1-B037-EA55758E4370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65DA03-1BD3-4260-89F5-4E6A59ECB2C0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3C06CD-BD28-4DF4-B061-C2498AECDA40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2B9AEB-F6B8-46DB-B9F5-439A4B7E6EF3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3CC18A-1EDF-4985-96F5-6112CCCB8AC1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2EE866-9DC4-41FE-B101-249DD298DE77}"/>
              </a:ext>
            </a:extLst>
          </p:cNvPr>
          <p:cNvSpPr/>
          <p:nvPr/>
        </p:nvSpPr>
        <p:spPr>
          <a:xfrm>
            <a:off x="4280057" y="284786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94CB78-B08D-434C-AA75-B737502C95AB}"/>
              </a:ext>
            </a:extLst>
          </p:cNvPr>
          <p:cNvSpPr txBox="1"/>
          <p:nvPr/>
        </p:nvSpPr>
        <p:spPr>
          <a:xfrm>
            <a:off x="649995" y="892366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free_list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[16]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8BEED8-A24A-4622-94A9-E8DC4D2B7A4D}"/>
              </a:ext>
            </a:extLst>
          </p:cNvPr>
          <p:cNvSpPr/>
          <p:nvPr/>
        </p:nvSpPr>
        <p:spPr>
          <a:xfrm>
            <a:off x="4280057" y="3310571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C1A522-170E-447A-8970-2350C12AA50C}"/>
              </a:ext>
            </a:extLst>
          </p:cNvPr>
          <p:cNvSpPr/>
          <p:nvPr/>
        </p:nvSpPr>
        <p:spPr>
          <a:xfrm>
            <a:off x="4280057" y="3773279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655757-D949-491A-92ED-301B9022A296}"/>
              </a:ext>
            </a:extLst>
          </p:cNvPr>
          <p:cNvSpPr/>
          <p:nvPr/>
        </p:nvSpPr>
        <p:spPr>
          <a:xfrm>
            <a:off x="4280057" y="423598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1E61D6-4E9E-41EE-AB52-1F25D33CEE60}"/>
              </a:ext>
            </a:extLst>
          </p:cNvPr>
          <p:cNvSpPr/>
          <p:nvPr/>
        </p:nvSpPr>
        <p:spPr>
          <a:xfrm>
            <a:off x="4280057" y="4698695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986AA-4531-40B9-AB48-9E412C40AA25}"/>
              </a:ext>
            </a:extLst>
          </p:cNvPr>
          <p:cNvSpPr/>
          <p:nvPr/>
        </p:nvSpPr>
        <p:spPr>
          <a:xfrm>
            <a:off x="4280057" y="516140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5B66AC-AFD5-4FCF-BEF3-0A411CA74D3D}"/>
              </a:ext>
            </a:extLst>
          </p:cNvPr>
          <p:cNvSpPr/>
          <p:nvPr/>
        </p:nvSpPr>
        <p:spPr>
          <a:xfrm>
            <a:off x="6380850" y="286438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FBB5CD-09A8-4F27-ACB8-67F112367D18}"/>
              </a:ext>
            </a:extLst>
          </p:cNvPr>
          <p:cNvSpPr/>
          <p:nvPr/>
        </p:nvSpPr>
        <p:spPr>
          <a:xfrm>
            <a:off x="6380850" y="3327095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D57AE8-C926-4981-8F97-1ECD9E8BC28B}"/>
              </a:ext>
            </a:extLst>
          </p:cNvPr>
          <p:cNvSpPr/>
          <p:nvPr/>
        </p:nvSpPr>
        <p:spPr>
          <a:xfrm>
            <a:off x="6380850" y="378980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8C7E4B-CB16-44E1-BC86-1AE212D092E9}"/>
              </a:ext>
            </a:extLst>
          </p:cNvPr>
          <p:cNvSpPr/>
          <p:nvPr/>
        </p:nvSpPr>
        <p:spPr>
          <a:xfrm>
            <a:off x="6380850" y="4252511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2F87DF-76B1-4629-81D6-E8E3DA66516E}"/>
              </a:ext>
            </a:extLst>
          </p:cNvPr>
          <p:cNvSpPr/>
          <p:nvPr/>
        </p:nvSpPr>
        <p:spPr>
          <a:xfrm>
            <a:off x="6380850" y="4715219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D8C3DA-F42D-411E-8FFC-B17DA9DF87CE}"/>
              </a:ext>
            </a:extLst>
          </p:cNvPr>
          <p:cNvSpPr/>
          <p:nvPr/>
        </p:nvSpPr>
        <p:spPr>
          <a:xfrm>
            <a:off x="6380850" y="517792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E1D3C29-80B6-4295-9C93-A4CB9C1130D6}"/>
              </a:ext>
            </a:extLst>
          </p:cNvPr>
          <p:cNvSpPr/>
          <p:nvPr/>
        </p:nvSpPr>
        <p:spPr>
          <a:xfrm>
            <a:off x="8242700" y="2438632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F3EEE3-F89F-4584-9071-41F78A8B4971}"/>
              </a:ext>
            </a:extLst>
          </p:cNvPr>
          <p:cNvSpPr/>
          <p:nvPr/>
        </p:nvSpPr>
        <p:spPr>
          <a:xfrm>
            <a:off x="8242700" y="2901340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9069297-F5A7-417D-9721-388047593F06}"/>
              </a:ext>
            </a:extLst>
          </p:cNvPr>
          <p:cNvSpPr/>
          <p:nvPr/>
        </p:nvSpPr>
        <p:spPr>
          <a:xfrm>
            <a:off x="8242700" y="3364048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E57C48D-C625-4E42-884C-64B864160886}"/>
              </a:ext>
            </a:extLst>
          </p:cNvPr>
          <p:cNvSpPr/>
          <p:nvPr/>
        </p:nvSpPr>
        <p:spPr>
          <a:xfrm>
            <a:off x="8242700" y="3826756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D6B63C1-2DD4-4089-851A-74006219F505}"/>
              </a:ext>
            </a:extLst>
          </p:cNvPr>
          <p:cNvSpPr/>
          <p:nvPr/>
        </p:nvSpPr>
        <p:spPr>
          <a:xfrm>
            <a:off x="8242700" y="4289464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F78B1B-5B89-420F-BBF7-60CFD25ABD79}"/>
              </a:ext>
            </a:extLst>
          </p:cNvPr>
          <p:cNvSpPr/>
          <p:nvPr/>
        </p:nvSpPr>
        <p:spPr>
          <a:xfrm>
            <a:off x="8242700" y="4752172"/>
            <a:ext cx="1432193" cy="6185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CFE69A4-996C-4A0F-9165-39AD52044459}"/>
              </a:ext>
            </a:extLst>
          </p:cNvPr>
          <p:cNvSpPr/>
          <p:nvPr/>
        </p:nvSpPr>
        <p:spPr>
          <a:xfrm>
            <a:off x="4280056" y="5886541"/>
            <a:ext cx="5394837" cy="6706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  pool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30343D3-7455-44EE-9B91-EEF1B4358D58}"/>
              </a:ext>
            </a:extLst>
          </p:cNvPr>
          <p:cNvSpPr txBox="1"/>
          <p:nvPr/>
        </p:nvSpPr>
        <p:spPr>
          <a:xfrm>
            <a:off x="10178247" y="5229953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start_free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657705-EB89-4010-AA45-6B684BD001D0}"/>
              </a:ext>
            </a:extLst>
          </p:cNvPr>
          <p:cNvSpPr txBox="1"/>
          <p:nvPr/>
        </p:nvSpPr>
        <p:spPr>
          <a:xfrm>
            <a:off x="10178247" y="6031209"/>
            <a:ext cx="1401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end_free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886FB711-3F4A-4C95-85D5-CC73DFC4C27D}"/>
              </a:ext>
            </a:extLst>
          </p:cNvPr>
          <p:cNvCxnSpPr>
            <a:stCxn id="8" idx="2"/>
            <a:endCxn id="23" idx="3"/>
          </p:cNvCxnSpPr>
          <p:nvPr/>
        </p:nvCxnSpPr>
        <p:spPr>
          <a:xfrm rot="16200000" flipH="1">
            <a:off x="3908237" y="1275202"/>
            <a:ext cx="1129231" cy="2478798"/>
          </a:xfrm>
          <a:prstGeom prst="curvedConnector4">
            <a:avLst>
              <a:gd name="adj1" fmla="val 39756"/>
              <a:gd name="adj2" fmla="val 1092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D23B1620-9964-40C0-81F2-4AE712B19B96}"/>
              </a:ext>
            </a:extLst>
          </p:cNvPr>
          <p:cNvCxnSpPr>
            <a:stCxn id="16" idx="2"/>
            <a:endCxn id="30" idx="0"/>
          </p:cNvCxnSpPr>
          <p:nvPr/>
        </p:nvCxnSpPr>
        <p:spPr>
          <a:xfrm rot="16200000" flipH="1">
            <a:off x="6140194" y="1907633"/>
            <a:ext cx="914401" cy="99910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A53555A8-CA00-467F-8DA2-62C881DB65D9}"/>
              </a:ext>
            </a:extLst>
          </p:cNvPr>
          <p:cNvCxnSpPr>
            <a:stCxn id="18" idx="2"/>
            <a:endCxn id="38" idx="1"/>
          </p:cNvCxnSpPr>
          <p:nvPr/>
        </p:nvCxnSpPr>
        <p:spPr>
          <a:xfrm rot="16200000" flipH="1">
            <a:off x="7522939" y="1950225"/>
            <a:ext cx="720000" cy="71952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45FDAFE-0B87-4785-BE36-A0A0AC9DD762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9674894" y="5460786"/>
            <a:ext cx="503353" cy="46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8782D98-128F-4F02-8E64-3BA9A16483C6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9674894" y="6262042"/>
            <a:ext cx="503353" cy="28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D3AB8BD-CB69-4D3C-A020-C678C230762B}"/>
              </a:ext>
            </a:extLst>
          </p:cNvPr>
          <p:cNvSpPr txBox="1"/>
          <p:nvPr/>
        </p:nvSpPr>
        <p:spPr>
          <a:xfrm>
            <a:off x="727113" y="2957619"/>
            <a:ext cx="26853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内存组织结构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空间释放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管理内存池空间</a:t>
            </a:r>
          </a:p>
        </p:txBody>
      </p:sp>
    </p:spTree>
    <p:extLst>
      <p:ext uri="{BB962C8B-B14F-4D97-AF65-F5344CB8AC3E}">
        <p14:creationId xmlns:p14="http://schemas.microsoft.com/office/powerpoint/2010/main" val="40313592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E84BAD-90B8-4833-A673-868468EE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内存组织结构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63CF3-862D-4070-A15B-827BFF708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DB169E-0C8C-4A2C-90DC-DFF5A7FF933E}"/>
              </a:ext>
            </a:extLst>
          </p:cNvPr>
          <p:cNvSpPr/>
          <p:nvPr/>
        </p:nvSpPr>
        <p:spPr>
          <a:xfrm>
            <a:off x="566976" y="1156770"/>
            <a:ext cx="6373651" cy="23713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节点结构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union obj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union obj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client_data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[1];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9E46F9-FD82-4DE7-8AEC-69110BBB0CD9}"/>
              </a:ext>
            </a:extLst>
          </p:cNvPr>
          <p:cNvSpPr/>
          <p:nvPr/>
        </p:nvSpPr>
        <p:spPr>
          <a:xfrm>
            <a:off x="489858" y="3853148"/>
            <a:ext cx="11621849" cy="23713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obj *volatile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__NFRREELISTS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];//16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个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bytes)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决定使用第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号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n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开始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(((bytes) +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__ALIGN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-1)/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__ALIGN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– 1);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12630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46DC3D-7184-4DF3-A0FD-13CAB45A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558FCB-2B61-4AD2-B931-34A6564B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31171F-1B74-45D6-8D50-C438ABDA442B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E7CBB-2A2A-46FD-B9B0-432A0E4060C0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7F9453-339C-42DC-B968-6DF58C684449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815BD2-AA9C-4259-BF6E-C3390976C478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8D3C72-052D-42C5-B574-7C1D168E0BD3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B30941-320B-4DBA-A2A4-15F1171DA511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8FA2D1-9315-4BB8-97A2-0242C520CBC4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B82690-ED26-49F5-936C-464F93163ABF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EC85AE-2FC8-4F18-A653-8ECE21B98F31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AA1A36-0D89-4F16-A99C-992366472441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70839E-AD8B-4DF7-A7CE-A5E390FB13F7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0D2D1A-662C-4165-A3B2-48FE540801F1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4691FD-52F9-4B68-BAE8-B54809EF4D62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411955-5CF0-401E-A535-11B23B30E9C3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48596-7C07-4C8B-A972-09506F29EA8E}"/>
              </a:ext>
            </a:extLst>
          </p:cNvPr>
          <p:cNvSpPr/>
          <p:nvPr/>
        </p:nvSpPr>
        <p:spPr>
          <a:xfrm>
            <a:off x="2572443" y="2583458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0D473F-0D89-458A-A260-1C33F633941A}"/>
              </a:ext>
            </a:extLst>
          </p:cNvPr>
          <p:cNvSpPr/>
          <p:nvPr/>
        </p:nvSpPr>
        <p:spPr>
          <a:xfrm>
            <a:off x="2572443" y="3536414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864406-B06E-40A2-9EA1-8FA609F4633D}"/>
              </a:ext>
            </a:extLst>
          </p:cNvPr>
          <p:cNvSpPr/>
          <p:nvPr/>
        </p:nvSpPr>
        <p:spPr>
          <a:xfrm>
            <a:off x="2572443" y="4489370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6120C7A-B04D-448F-AE00-47299E425E56}"/>
              </a:ext>
            </a:extLst>
          </p:cNvPr>
          <p:cNvSpPr/>
          <p:nvPr/>
        </p:nvSpPr>
        <p:spPr>
          <a:xfrm>
            <a:off x="2572443" y="5442326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3A92D3C-E02E-4448-93F9-38F458B4A3DC}"/>
              </a:ext>
            </a:extLst>
          </p:cNvPr>
          <p:cNvSpPr txBox="1"/>
          <p:nvPr/>
        </p:nvSpPr>
        <p:spPr>
          <a:xfrm>
            <a:off x="6643171" y="535365"/>
            <a:ext cx="1954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47EDF040-DBD5-45DF-AB00-3A43E3916E3C}"/>
              </a:ext>
            </a:extLst>
          </p:cNvPr>
          <p:cNvCxnSpPr>
            <a:stCxn id="33" idx="2"/>
            <a:endCxn id="14" idx="0"/>
          </p:cNvCxnSpPr>
          <p:nvPr/>
        </p:nvCxnSpPr>
        <p:spPr>
          <a:xfrm rot="5400000">
            <a:off x="7326590" y="1193620"/>
            <a:ext cx="490248" cy="970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C4A0AE10-FD15-4399-AA57-96114A4527D9}"/>
              </a:ext>
            </a:extLst>
          </p:cNvPr>
          <p:cNvSpPr txBox="1"/>
          <p:nvPr/>
        </p:nvSpPr>
        <p:spPr>
          <a:xfrm>
            <a:off x="41996" y="2829104"/>
            <a:ext cx="159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CA2F5D3-188E-4469-B4F3-CBAF2A991436}"/>
              </a:ext>
            </a:extLst>
          </p:cNvPr>
          <p:cNvCxnSpPr>
            <a:cxnSpLocks/>
            <a:stCxn id="38" idx="3"/>
            <a:endCxn id="19" idx="1"/>
          </p:cNvCxnSpPr>
          <p:nvPr/>
        </p:nvCxnSpPr>
        <p:spPr>
          <a:xfrm flipV="1">
            <a:off x="1635333" y="3059936"/>
            <a:ext cx="937110" cy="1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3FB0E623-127B-4CFA-98D4-3D336115B54D}"/>
              </a:ext>
            </a:extLst>
          </p:cNvPr>
          <p:cNvSpPr txBox="1"/>
          <p:nvPr/>
        </p:nvSpPr>
        <p:spPr>
          <a:xfrm>
            <a:off x="173827" y="3336400"/>
            <a:ext cx="185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拔出这个区块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AD30B1F9-686D-487B-B9B8-6A0512489D71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027476" y="3290769"/>
            <a:ext cx="413136" cy="24568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F2BA34E0-5777-4ACD-83DC-478DAAA63198}"/>
              </a:ext>
            </a:extLst>
          </p:cNvPr>
          <p:cNvCxnSpPr>
            <a:stCxn id="14" idx="2"/>
            <a:endCxn id="19" idx="3"/>
          </p:cNvCxnSpPr>
          <p:nvPr/>
        </p:nvCxnSpPr>
        <p:spPr>
          <a:xfrm rot="5400000">
            <a:off x="5208933" y="745690"/>
            <a:ext cx="1109950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C8F3AC86-FF1F-4EF2-BA19-086343BC099D}"/>
              </a:ext>
            </a:extLst>
          </p:cNvPr>
          <p:cNvCxnSpPr>
            <a:cxnSpLocks/>
            <a:stCxn id="14" idx="2"/>
            <a:endCxn id="25" idx="3"/>
          </p:cNvCxnSpPr>
          <p:nvPr/>
        </p:nvCxnSpPr>
        <p:spPr>
          <a:xfrm rot="5400000">
            <a:off x="4732455" y="1222168"/>
            <a:ext cx="2062906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3AF971B-0678-4B20-A30B-7D6E58FA7999}"/>
              </a:ext>
            </a:extLst>
          </p:cNvPr>
          <p:cNvSpPr txBox="1"/>
          <p:nvPr/>
        </p:nvSpPr>
        <p:spPr>
          <a:xfrm>
            <a:off x="4037688" y="5795387"/>
            <a:ext cx="8111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result 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19BE8F3-39A8-4D01-8BEC-47F262CE5600}"/>
              </a:ext>
            </a:extLst>
          </p:cNvPr>
          <p:cNvSpPr txBox="1"/>
          <p:nvPr/>
        </p:nvSpPr>
        <p:spPr>
          <a:xfrm>
            <a:off x="4037688" y="4803948"/>
            <a:ext cx="8323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free_list+FREELIST_INDEX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B98715D-F549-4E23-82EA-D58B4AE57217}"/>
              </a:ext>
            </a:extLst>
          </p:cNvPr>
          <p:cNvSpPr txBox="1"/>
          <p:nvPr/>
        </p:nvSpPr>
        <p:spPr>
          <a:xfrm>
            <a:off x="4037688" y="5304097"/>
            <a:ext cx="6510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result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5B0C70B-778E-4B6E-9C1C-DE1A31A88EA8}"/>
              </a:ext>
            </a:extLst>
          </p:cNvPr>
          <p:cNvSpPr txBox="1"/>
          <p:nvPr/>
        </p:nvSpPr>
        <p:spPr>
          <a:xfrm>
            <a:off x="7576182" y="957504"/>
            <a:ext cx="80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CC9CDAC-E715-4B40-BCDD-6FCA70BB8BBD}"/>
              </a:ext>
            </a:extLst>
          </p:cNvPr>
          <p:cNvSpPr txBox="1"/>
          <p:nvPr/>
        </p:nvSpPr>
        <p:spPr>
          <a:xfrm>
            <a:off x="4285942" y="3450635"/>
            <a:ext cx="69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DF78E7D-9A6A-41EA-8A78-654C3963403E}"/>
              </a:ext>
            </a:extLst>
          </p:cNvPr>
          <p:cNvCxnSpPr/>
          <p:nvPr/>
        </p:nvCxnSpPr>
        <p:spPr>
          <a:xfrm>
            <a:off x="2754217" y="4359635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663D221-BABB-4790-A78C-DF1469DD9D04}"/>
              </a:ext>
            </a:extLst>
          </p:cNvPr>
          <p:cNvCxnSpPr/>
          <p:nvPr/>
        </p:nvCxnSpPr>
        <p:spPr>
          <a:xfrm>
            <a:off x="2754217" y="342320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FB942B2-B391-46CF-8790-98E4B8B41889}"/>
              </a:ext>
            </a:extLst>
          </p:cNvPr>
          <p:cNvCxnSpPr/>
          <p:nvPr/>
        </p:nvCxnSpPr>
        <p:spPr>
          <a:xfrm>
            <a:off x="2754217" y="5327277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3BF59107-8985-4467-B12B-07277322BD42}"/>
              </a:ext>
            </a:extLst>
          </p:cNvPr>
          <p:cNvSpPr/>
          <p:nvPr/>
        </p:nvSpPr>
        <p:spPr>
          <a:xfrm>
            <a:off x="2572443" y="2345219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216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3" grpId="0"/>
      <p:bldP spid="38" grpId="0"/>
      <p:bldP spid="44" grpId="0"/>
      <p:bldP spid="54" grpId="0"/>
      <p:bldP spid="61" grpId="0"/>
      <p:bldP spid="63" grpId="0"/>
      <p:bldP spid="65" grpId="0"/>
      <p:bldP spid="70" grpId="0"/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28E9B7-C204-434A-B34B-563486BA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A52E6D-0524-4C49-891B-3483BE6F9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AECEAB-4A34-4BD9-BD74-95EEAC9331E7}"/>
              </a:ext>
            </a:extLst>
          </p:cNvPr>
          <p:cNvSpPr/>
          <p:nvPr/>
        </p:nvSpPr>
        <p:spPr>
          <a:xfrm>
            <a:off x="489858" y="1142010"/>
            <a:ext cx="10851614" cy="54096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allocate(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*result;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大于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就调用第一级配置器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(n &gt;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__MAX_BYTES)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::allocate(n));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/*(1)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寻找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中适当的一个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+FREELIST_INDEX(n);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//(2)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准备拔出内存块使用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(result == 0)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void *r = refill(ROUND_UP(n)); 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//(3)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调整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 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result 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(result);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278116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B8BFF0-F83F-4315-8644-343BBF4A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</a:t>
            </a:r>
            <a:r>
              <a:rPr lang="zh-CN" altLang="en-US" dirty="0">
                <a:latin typeface="Arial" panose="020B0604020202020204" pitchFamily="34" charset="0"/>
              </a:rPr>
              <a:t>释放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9D3BF-868D-430C-A884-2C809272A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A49B387-FD3D-43B2-8B2F-462F50A9DF31}"/>
              </a:ext>
            </a:extLst>
          </p:cNvPr>
          <p:cNvSpPr txBox="1">
            <a:spLocks/>
          </p:cNvSpPr>
          <p:nvPr/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9200" rtl="0" eaLnBrk="1" latinLnBrk="0" hangingPunct="1">
              <a:defRPr sz="1000" b="0" i="0" kern="1200">
                <a:solidFill>
                  <a:schemeClr val="tx1"/>
                </a:solidFill>
                <a:latin typeface="Gotham Book" panose="02000504050000020004" pitchFamily="2" charset="0"/>
                <a:ea typeface="+mn-ea"/>
                <a:cs typeface="Arial" panose="020B0604020202020204" pitchFamily="34" charset="0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3B865B-9764-45DA-AEF9-EA4D9674CEBC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7E8589-88B3-4E88-95E5-696E8B48D6C8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04BDA3-261F-4FE6-B67F-83915F774D0E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B17B5B-AAF5-4D1E-8CC2-3ECAA2DA1931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9B61F2-725B-4CC7-B338-00681985C807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B9BEAA-B5D8-488C-B7BD-D0DF9F87F20F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B28320-617D-4728-99A3-99ECEC286238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C84FF6-32DF-4903-9DFA-2618E50556D0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A3B999-7E88-4342-BEFA-0D5D7F4AAD11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FB3101-8ADE-4114-86FA-16B1C0687E3B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AF129C-C0BC-493C-BE6B-B5B9C6E8FC1C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1887AD-D717-4AC8-9312-DC9FBDA8595F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FE2B21-00C6-4B3E-BAD6-C1D3462D139C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CD4009-B730-4093-B550-3C15056DC57A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2A3EA9-D89D-48B2-A839-F02050EF040A}"/>
              </a:ext>
            </a:extLst>
          </p:cNvPr>
          <p:cNvSpPr/>
          <p:nvPr/>
        </p:nvSpPr>
        <p:spPr>
          <a:xfrm>
            <a:off x="2572443" y="2318571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7DB40E-07B1-4B14-87BF-73A277B395FA}"/>
              </a:ext>
            </a:extLst>
          </p:cNvPr>
          <p:cNvSpPr/>
          <p:nvPr/>
        </p:nvSpPr>
        <p:spPr>
          <a:xfrm>
            <a:off x="2572443" y="3536414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444F0E-DB17-4FF1-8868-F7A168AC4422}"/>
              </a:ext>
            </a:extLst>
          </p:cNvPr>
          <p:cNvSpPr/>
          <p:nvPr/>
        </p:nvSpPr>
        <p:spPr>
          <a:xfrm>
            <a:off x="2572443" y="4489370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F4FF96-425D-449A-88A6-29266C16F9C4}"/>
              </a:ext>
            </a:extLst>
          </p:cNvPr>
          <p:cNvSpPr/>
          <p:nvPr/>
        </p:nvSpPr>
        <p:spPr>
          <a:xfrm>
            <a:off x="2572443" y="5442326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49CE91-B111-49B3-8C06-40EF60C0C0B6}"/>
              </a:ext>
            </a:extLst>
          </p:cNvPr>
          <p:cNvSpPr txBox="1"/>
          <p:nvPr/>
        </p:nvSpPr>
        <p:spPr>
          <a:xfrm>
            <a:off x="6643171" y="535365"/>
            <a:ext cx="1954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D38D2741-8305-4442-ADA1-07F4E8C89A6D}"/>
              </a:ext>
            </a:extLst>
          </p:cNvPr>
          <p:cNvCxnSpPr>
            <a:stCxn id="25" idx="2"/>
            <a:endCxn id="16" idx="0"/>
          </p:cNvCxnSpPr>
          <p:nvPr/>
        </p:nvCxnSpPr>
        <p:spPr>
          <a:xfrm rot="5400000">
            <a:off x="7326590" y="1193620"/>
            <a:ext cx="490248" cy="970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A73EEA1-5A85-426B-95CE-19281B5DD3BF}"/>
              </a:ext>
            </a:extLst>
          </p:cNvPr>
          <p:cNvSpPr txBox="1"/>
          <p:nvPr/>
        </p:nvSpPr>
        <p:spPr>
          <a:xfrm>
            <a:off x="253388" y="2691167"/>
            <a:ext cx="1774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回收这个区块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E1A16CAD-429D-488C-B4AF-DD2036DF4409}"/>
              </a:ext>
            </a:extLst>
          </p:cNvPr>
          <p:cNvCxnSpPr>
            <a:cxnSpLocks/>
            <a:stCxn id="29" idx="3"/>
            <a:endCxn id="21" idx="1"/>
          </p:cNvCxnSpPr>
          <p:nvPr/>
        </p:nvCxnSpPr>
        <p:spPr>
          <a:xfrm flipV="1">
            <a:off x="2027476" y="2795049"/>
            <a:ext cx="544967" cy="961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2304AA82-248B-44F8-A958-27E4BCCB403B}"/>
              </a:ext>
            </a:extLst>
          </p:cNvPr>
          <p:cNvCxnSpPr>
            <a:stCxn id="16" idx="2"/>
            <a:endCxn id="21" idx="3"/>
          </p:cNvCxnSpPr>
          <p:nvPr/>
        </p:nvCxnSpPr>
        <p:spPr>
          <a:xfrm rot="5400000">
            <a:off x="5341377" y="613246"/>
            <a:ext cx="845063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ECD5A03-72CE-4DF9-BD25-E907DD639003}"/>
              </a:ext>
            </a:extLst>
          </p:cNvPr>
          <p:cNvCxnSpPr>
            <a:stCxn id="16" idx="2"/>
            <a:endCxn id="22" idx="3"/>
          </p:cNvCxnSpPr>
          <p:nvPr/>
        </p:nvCxnSpPr>
        <p:spPr>
          <a:xfrm rot="5400000">
            <a:off x="4732455" y="1222168"/>
            <a:ext cx="2062906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14DD7DC-605F-4B08-8B09-0B7996DF91C5}"/>
              </a:ext>
            </a:extLst>
          </p:cNvPr>
          <p:cNvSpPr txBox="1"/>
          <p:nvPr/>
        </p:nvSpPr>
        <p:spPr>
          <a:xfrm>
            <a:off x="4037688" y="4803948"/>
            <a:ext cx="8323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free_list+FREELIST_INDEX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5B3E166-D35F-47D3-99C5-F0A249D3BA57}"/>
              </a:ext>
            </a:extLst>
          </p:cNvPr>
          <p:cNvSpPr txBox="1"/>
          <p:nvPr/>
        </p:nvSpPr>
        <p:spPr>
          <a:xfrm>
            <a:off x="4037687" y="5304097"/>
            <a:ext cx="7607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q-&gt;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q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1E62D7-8138-4D67-AC91-343F18656546}"/>
              </a:ext>
            </a:extLst>
          </p:cNvPr>
          <p:cNvSpPr txBox="1"/>
          <p:nvPr/>
        </p:nvSpPr>
        <p:spPr>
          <a:xfrm>
            <a:off x="7576182" y="957504"/>
            <a:ext cx="80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2C1B75-D29E-416E-854B-3F5DDF6E27E8}"/>
              </a:ext>
            </a:extLst>
          </p:cNvPr>
          <p:cNvSpPr txBox="1"/>
          <p:nvPr/>
        </p:nvSpPr>
        <p:spPr>
          <a:xfrm>
            <a:off x="5222720" y="2196781"/>
            <a:ext cx="69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AF90EE-9348-483D-B098-D86691B24E47}"/>
              </a:ext>
            </a:extLst>
          </p:cNvPr>
          <p:cNvSpPr txBox="1"/>
          <p:nvPr/>
        </p:nvSpPr>
        <p:spPr>
          <a:xfrm>
            <a:off x="4625743" y="2011463"/>
            <a:ext cx="397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D29CB1A-B06D-4FA4-86F4-36314AD36D08}"/>
              </a:ext>
            </a:extLst>
          </p:cNvPr>
          <p:cNvCxnSpPr>
            <a:cxnSpLocks/>
          </p:cNvCxnSpPr>
          <p:nvPr/>
        </p:nvCxnSpPr>
        <p:spPr>
          <a:xfrm flipH="1">
            <a:off x="4037687" y="2318571"/>
            <a:ext cx="588057" cy="339875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4788DA43-19E6-4D7F-9E9E-B534E026CEF4}"/>
              </a:ext>
            </a:extLst>
          </p:cNvPr>
          <p:cNvSpPr/>
          <p:nvPr/>
        </p:nvSpPr>
        <p:spPr>
          <a:xfrm>
            <a:off x="2572443" y="2597228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C3B0DEC-CAA8-4E6F-A6F1-D0D91B7E5A99}"/>
              </a:ext>
            </a:extLst>
          </p:cNvPr>
          <p:cNvCxnSpPr/>
          <p:nvPr/>
        </p:nvCxnSpPr>
        <p:spPr>
          <a:xfrm>
            <a:off x="2754217" y="3429000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C8744C7-2E83-4917-9791-E57792EEACD0}"/>
              </a:ext>
            </a:extLst>
          </p:cNvPr>
          <p:cNvCxnSpPr/>
          <p:nvPr/>
        </p:nvCxnSpPr>
        <p:spPr>
          <a:xfrm>
            <a:off x="2754217" y="4359635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A9A1DFA-8FB9-474D-A753-8600FE3AE5DD}"/>
              </a:ext>
            </a:extLst>
          </p:cNvPr>
          <p:cNvCxnSpPr/>
          <p:nvPr/>
        </p:nvCxnSpPr>
        <p:spPr>
          <a:xfrm>
            <a:off x="2754217" y="5318096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1295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/>
      <p:bldP spid="34" grpId="0"/>
      <p:bldP spid="35" grpId="0"/>
      <p:bldP spid="36" grpId="0"/>
      <p:bldP spid="37" grpId="0"/>
      <p:bldP spid="45" grpId="0"/>
      <p:bldP spid="6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0CC7B8-7F36-4783-9994-0ABBA03A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</a:t>
            </a:r>
            <a:r>
              <a:rPr lang="zh-CN" altLang="en-US" dirty="0">
                <a:latin typeface="Arial" panose="020B0604020202020204" pitchFamily="34" charset="0"/>
              </a:rPr>
              <a:t>释放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6F1BF6-E870-4FE0-B43E-0FB521BA2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06885E-B1C6-4F2C-AA67-A1B6A4E473D6}"/>
              </a:ext>
            </a:extLst>
          </p:cNvPr>
          <p:cNvSpPr/>
          <p:nvPr/>
        </p:nvSpPr>
        <p:spPr>
          <a:xfrm>
            <a:off x="489858" y="1142010"/>
            <a:ext cx="10851614" cy="54096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deallocate(void *p,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*q = (obj *)p;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大于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就使用第一级配置器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)__MAX_BYTES)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::deallocate(p, n);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//(1)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寻找对应的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freelist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 FREELIST_INDEX(n);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//(2)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回收到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q-&gt;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q;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3444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05F73F2-E822-4492-BC83-4C5EB77F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974075"/>
          </a:xfrm>
        </p:spPr>
        <p:txBody>
          <a:bodyPr/>
          <a:lstStyle/>
          <a:p>
            <a:r>
              <a:rPr lang="zh-CN" altLang="en-US" dirty="0"/>
              <a:t>场景：</a:t>
            </a:r>
            <a:r>
              <a:rPr lang="en-US" altLang="zh-CN" dirty="0" err="1"/>
              <a:t>free_list</a:t>
            </a:r>
            <a:r>
              <a:rPr lang="zh-CN" altLang="en-US" dirty="0"/>
              <a:t>没有可用区块</a:t>
            </a:r>
            <a:endParaRPr lang="en-US" altLang="zh-CN" dirty="0"/>
          </a:p>
          <a:p>
            <a:r>
              <a:rPr lang="zh-CN" altLang="en-US" dirty="0"/>
              <a:t>动作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(1)</a:t>
            </a:r>
            <a:r>
              <a:rPr lang="zh-CN" altLang="en-US" dirty="0"/>
              <a:t>从内存池中获取</a:t>
            </a:r>
            <a:r>
              <a:rPr lang="en-US" altLang="zh-CN" dirty="0"/>
              <a:t>20</a:t>
            </a:r>
            <a:r>
              <a:rPr lang="zh-CN" altLang="en-US" dirty="0"/>
              <a:t>个（缺省值）新区块</a:t>
            </a:r>
            <a:r>
              <a:rPr lang="en-US" altLang="zh-CN" dirty="0"/>
              <a:t>(</a:t>
            </a:r>
            <a:r>
              <a:rPr lang="zh-CN" altLang="en-US" dirty="0"/>
              <a:t>每块</a:t>
            </a:r>
            <a:r>
              <a:rPr lang="en-US" altLang="zh-CN" dirty="0"/>
              <a:t>size</a:t>
            </a:r>
            <a:r>
              <a:rPr lang="zh-CN" altLang="en-US" dirty="0"/>
              <a:t>为</a:t>
            </a:r>
            <a:r>
              <a:rPr lang="en-US" altLang="zh-CN" dirty="0"/>
              <a:t>n)</a:t>
            </a:r>
            <a:r>
              <a:rPr lang="zh-CN" altLang="en-US" dirty="0"/>
              <a:t>，内存池不足则区块数可能小于</a:t>
            </a:r>
            <a:r>
              <a:rPr lang="en-US" altLang="zh-CN" dirty="0"/>
              <a:t>20</a:t>
            </a:r>
          </a:p>
          <a:p>
            <a:r>
              <a:rPr lang="en-US" altLang="zh-CN" dirty="0"/>
              <a:t>          (2)</a:t>
            </a:r>
            <a:r>
              <a:rPr lang="zh-CN" altLang="en-US" dirty="0"/>
              <a:t>将获取的新区块第一块返回给调用者，剩余的留在</a:t>
            </a:r>
            <a:r>
              <a:rPr lang="en-US" altLang="zh-CN" dirty="0" err="1"/>
              <a:t>free_list</a:t>
            </a:r>
            <a:r>
              <a:rPr lang="zh-CN" altLang="en-US" dirty="0"/>
              <a:t>中串联起来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64A756-B346-4A54-8F2F-10E282F0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EB59F-32D0-486E-840F-932AE400A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6A7005-7F55-4DB4-92A3-243D4B6BCF9C}"/>
              </a:ext>
            </a:extLst>
          </p:cNvPr>
          <p:cNvSpPr/>
          <p:nvPr/>
        </p:nvSpPr>
        <p:spPr>
          <a:xfrm>
            <a:off x="2214390" y="2796301"/>
            <a:ext cx="1498294" cy="31508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8411B1-3E61-4D0F-A4E3-3E914E8F62E3}"/>
              </a:ext>
            </a:extLst>
          </p:cNvPr>
          <p:cNvSpPr/>
          <p:nvPr/>
        </p:nvSpPr>
        <p:spPr>
          <a:xfrm>
            <a:off x="6222497" y="2796301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8D59DE-E1FE-4554-AD76-BE91BD7B4304}"/>
              </a:ext>
            </a:extLst>
          </p:cNvPr>
          <p:cNvSpPr/>
          <p:nvPr/>
        </p:nvSpPr>
        <p:spPr>
          <a:xfrm>
            <a:off x="6222497" y="3554484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 bytes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5E693C-B627-40A9-8517-915D9A892033}"/>
              </a:ext>
            </a:extLst>
          </p:cNvPr>
          <p:cNvSpPr/>
          <p:nvPr/>
        </p:nvSpPr>
        <p:spPr>
          <a:xfrm>
            <a:off x="6222497" y="4041210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2F7550-6DDB-4998-9920-AAD592729577}"/>
              </a:ext>
            </a:extLst>
          </p:cNvPr>
          <p:cNvSpPr/>
          <p:nvPr/>
        </p:nvSpPr>
        <p:spPr>
          <a:xfrm>
            <a:off x="6222497" y="4527936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3FE31-7C2E-4DEF-9563-7B3A6574DC8E}"/>
              </a:ext>
            </a:extLst>
          </p:cNvPr>
          <p:cNvSpPr/>
          <p:nvPr/>
        </p:nvSpPr>
        <p:spPr>
          <a:xfrm>
            <a:off x="6222497" y="5014662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7AA39E-BD7C-4D97-8024-2FBDAE502778}"/>
              </a:ext>
            </a:extLst>
          </p:cNvPr>
          <p:cNvSpPr/>
          <p:nvPr/>
        </p:nvSpPr>
        <p:spPr>
          <a:xfrm>
            <a:off x="6222497" y="5494340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B62A70-803A-4F1F-946C-92EF2BA58A3B}"/>
              </a:ext>
            </a:extLst>
          </p:cNvPr>
          <p:cNvSpPr txBox="1"/>
          <p:nvPr/>
        </p:nvSpPr>
        <p:spPr>
          <a:xfrm>
            <a:off x="8119430" y="3706186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BF895E-2006-4755-B2B9-FBFD071DAED8}"/>
              </a:ext>
            </a:extLst>
          </p:cNvPr>
          <p:cNvSpPr txBox="1"/>
          <p:nvPr/>
        </p:nvSpPr>
        <p:spPr>
          <a:xfrm>
            <a:off x="8119430" y="279630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返回给内存申请者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CD1E99B-EDBD-4821-9BB2-6142A892B3DE}"/>
              </a:ext>
            </a:extLst>
          </p:cNvPr>
          <p:cNvCxnSpPr/>
          <p:nvPr/>
        </p:nvCxnSpPr>
        <p:spPr>
          <a:xfrm>
            <a:off x="6378766" y="392694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AC3F159-CFB6-4A5E-B715-3DA6572B8C8D}"/>
              </a:ext>
            </a:extLst>
          </p:cNvPr>
          <p:cNvCxnSpPr/>
          <p:nvPr/>
        </p:nvCxnSpPr>
        <p:spPr>
          <a:xfrm>
            <a:off x="6378766" y="439820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E182F2F-8AB9-4064-896A-B88B2F311A94}"/>
              </a:ext>
            </a:extLst>
          </p:cNvPr>
          <p:cNvCxnSpPr/>
          <p:nvPr/>
        </p:nvCxnSpPr>
        <p:spPr>
          <a:xfrm>
            <a:off x="6378766" y="4884930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B4D8C28-105B-4AAC-88D4-A7684F14E80E}"/>
              </a:ext>
            </a:extLst>
          </p:cNvPr>
          <p:cNvCxnSpPr/>
          <p:nvPr/>
        </p:nvCxnSpPr>
        <p:spPr>
          <a:xfrm>
            <a:off x="6378766" y="5371653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头: 虚尾 19">
            <a:extLst>
              <a:ext uri="{FF2B5EF4-FFF2-40B4-BE49-F238E27FC236}">
                <a16:creationId xmlns:a16="http://schemas.microsoft.com/office/drawing/2014/main" id="{C98A6484-5D1E-49AE-9092-B34B8D093171}"/>
              </a:ext>
            </a:extLst>
          </p:cNvPr>
          <p:cNvSpPr/>
          <p:nvPr/>
        </p:nvSpPr>
        <p:spPr>
          <a:xfrm>
            <a:off x="4329628" y="3696108"/>
            <a:ext cx="1494230" cy="961562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726C22-F5ED-4765-836A-077C16EDB901}"/>
              </a:ext>
            </a:extLst>
          </p:cNvPr>
          <p:cNvSpPr txBox="1"/>
          <p:nvPr/>
        </p:nvSpPr>
        <p:spPr>
          <a:xfrm>
            <a:off x="1341914" y="272661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申请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大块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</a:t>
            </a:r>
          </a:p>
        </p:txBody>
      </p: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8342F3FE-67C8-4D7C-98C8-2B4781935EEC}"/>
              </a:ext>
            </a:extLst>
          </p:cNvPr>
          <p:cNvCxnSpPr>
            <a:stCxn id="13" idx="1"/>
          </p:cNvCxnSpPr>
          <p:nvPr/>
        </p:nvCxnSpPr>
        <p:spPr>
          <a:xfrm rot="10800000" flipV="1">
            <a:off x="7799942" y="3937018"/>
            <a:ext cx="319488" cy="10419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F877B0D9-B2A0-4D43-A10E-76F76D5CD771}"/>
              </a:ext>
            </a:extLst>
          </p:cNvPr>
          <p:cNvCxnSpPr>
            <a:stCxn id="14" idx="1"/>
          </p:cNvCxnSpPr>
          <p:nvPr/>
        </p:nvCxnSpPr>
        <p:spPr>
          <a:xfrm rot="10800000">
            <a:off x="7799942" y="2930488"/>
            <a:ext cx="319489" cy="9664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2482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8AE990-B07C-44AB-8DFB-14D933EA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F5C00F-B0F1-4693-9FD6-CC6E088FD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21B77A-99C6-42E6-A2AD-5FE0D97D1D5B}"/>
              </a:ext>
            </a:extLst>
          </p:cNvPr>
          <p:cNvSpPr/>
          <p:nvPr/>
        </p:nvSpPr>
        <p:spPr>
          <a:xfrm>
            <a:off x="668605" y="1396044"/>
            <a:ext cx="10851614" cy="4065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refill(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20;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*chunk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chunk_alloc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后面详述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*result;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只获取一个区块，直接分配给调用者，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无新节点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(1 ==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return (chunk);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+FREELIST_INDEX(n);</a:t>
            </a:r>
          </a:p>
        </p:txBody>
      </p:sp>
    </p:spTree>
    <p:extLst>
      <p:ext uri="{BB962C8B-B14F-4D97-AF65-F5344CB8AC3E}">
        <p14:creationId xmlns:p14="http://schemas.microsoft.com/office/powerpoint/2010/main" val="184665438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E82CAD5-B688-46D3-A9B6-CDD520D4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43ED4-33EE-4136-90A4-F36208F0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6F3B3F-288D-497A-A48F-83513DDE0D9C}"/>
              </a:ext>
            </a:extLst>
          </p:cNvPr>
          <p:cNvSpPr/>
          <p:nvPr/>
        </p:nvSpPr>
        <p:spPr>
          <a:xfrm>
            <a:off x="668605" y="1064734"/>
            <a:ext cx="10851614" cy="52148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(obj*)chunk;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第一块准备返回给调用者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(obj *)(chunk + n);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以下将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的各个区块串联起来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1; 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个返回给调用者，因此从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开始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(obj*)((char *)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 n);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– 1 ==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result;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1329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913DFC4-DD56-436F-AA4B-48A671039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423231"/>
          </a:xfrm>
        </p:spPr>
        <p:txBody>
          <a:bodyPr/>
          <a:lstStyle/>
          <a:p>
            <a:r>
              <a:rPr lang="en-US" altLang="zh-CN" dirty="0" err="1"/>
              <a:t>trunk_alloc</a:t>
            </a:r>
            <a:r>
              <a:rPr lang="en-US" altLang="zh-CN" dirty="0"/>
              <a:t> </a:t>
            </a:r>
            <a:r>
              <a:rPr lang="zh-CN" altLang="en-US" dirty="0"/>
              <a:t>作用：</a:t>
            </a:r>
            <a:r>
              <a:rPr lang="en-US" altLang="zh-CN" dirty="0"/>
              <a:t>(1)</a:t>
            </a:r>
            <a:r>
              <a:rPr lang="zh-CN" altLang="en-US" dirty="0"/>
              <a:t>从内存池中取空间给</a:t>
            </a:r>
            <a:r>
              <a:rPr lang="en-US" altLang="zh-CN" dirty="0" err="1"/>
              <a:t>free_list</a:t>
            </a:r>
            <a:r>
              <a:rPr lang="en-US" altLang="zh-CN" dirty="0"/>
              <a:t> (2)</a:t>
            </a:r>
            <a:r>
              <a:rPr lang="zh-CN" altLang="en-US" dirty="0"/>
              <a:t>从</a:t>
            </a:r>
            <a:r>
              <a:rPr lang="en-US" altLang="zh-CN" dirty="0"/>
              <a:t>heap</a:t>
            </a:r>
            <a:r>
              <a:rPr lang="zh-CN" altLang="en-US" dirty="0"/>
              <a:t>空间申请内存补充内存池</a:t>
            </a:r>
            <a:endParaRPr lang="en-US" altLang="zh-CN" dirty="0"/>
          </a:p>
          <a:p>
            <a:r>
              <a:rPr lang="zh-CN" altLang="en-US" dirty="0"/>
              <a:t>原型：</a:t>
            </a:r>
            <a:r>
              <a:rPr lang="en-US" altLang="zh-CN" b="1" dirty="0"/>
              <a:t>char *</a:t>
            </a:r>
            <a:r>
              <a:rPr lang="en-US" altLang="zh-CN" b="1" dirty="0" err="1"/>
              <a:t>chunk_alloc</a:t>
            </a:r>
            <a:r>
              <a:rPr lang="en-US" altLang="zh-CN" b="1" dirty="0"/>
              <a:t>(</a:t>
            </a:r>
            <a:r>
              <a:rPr lang="en-US" altLang="zh-CN" b="1" dirty="0" err="1"/>
              <a:t>size_t</a:t>
            </a:r>
            <a:r>
              <a:rPr lang="en-US" altLang="zh-CN" b="1" dirty="0"/>
              <a:t> size , int&amp; </a:t>
            </a:r>
            <a:r>
              <a:rPr lang="en-US" altLang="zh-CN" b="1" dirty="0" err="1"/>
              <a:t>nobjs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E2C20C-B75B-4159-A6AA-5465BBE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47046-728C-41DA-BE27-0B7687154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EDE97F-D289-421D-8EFF-7890FC5B8248}"/>
              </a:ext>
            </a:extLst>
          </p:cNvPr>
          <p:cNvSpPr/>
          <p:nvPr/>
        </p:nvSpPr>
        <p:spPr>
          <a:xfrm>
            <a:off x="489858" y="2357610"/>
            <a:ext cx="10851614" cy="37670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内存池剩余空间完全满足需求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char *result;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size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总需求量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内存池剩余量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(result);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946222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1B40EB-65B1-46D7-827B-ADAF2EA5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内存池空间（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469B0-F7CA-479C-8A1B-A0F055E9A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3256F-988F-451C-8180-E80D6C334FEB}"/>
              </a:ext>
            </a:extLst>
          </p:cNvPr>
          <p:cNvSpPr/>
          <p:nvPr/>
        </p:nvSpPr>
        <p:spPr>
          <a:xfrm>
            <a:off x="489858" y="1242153"/>
            <a:ext cx="10851614" cy="24044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内存池剩余空间不能完全满足需求，但是能够供应至少一个区块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/ size;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计算可以供应的区块数量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size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更新最新起始位置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 (result);		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返回可用内存位置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A061FE-5D71-44A4-9FB5-E43AFD472157}"/>
              </a:ext>
            </a:extLst>
          </p:cNvPr>
          <p:cNvSpPr/>
          <p:nvPr/>
        </p:nvSpPr>
        <p:spPr>
          <a:xfrm>
            <a:off x="489858" y="4043189"/>
            <a:ext cx="10851614" cy="20310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内存池剩余空间一个区块也无法提供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(3.1)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将内存池的零头先配置给适当的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(3.2)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中申请内存，补充内存池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(3.3)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调用第一级配置器申请内存，如果申请不到则抛出异常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92617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6345E3-653E-437B-B9E9-B49C751FE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559805"/>
            <a:ext cx="11267313" cy="357405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举例：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 err="1"/>
              <a:t>chunk_alloc</a:t>
            </a:r>
            <a:r>
              <a:rPr lang="en-US" altLang="zh-CN" dirty="0"/>
              <a:t>(32, 20)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zh-CN" altLang="en-US" dirty="0">
                <a:sym typeface="Wingdings" panose="05000000000000000000" pitchFamily="2" charset="2"/>
              </a:rPr>
              <a:t>申请</a:t>
            </a:r>
            <a:r>
              <a:rPr lang="en-US" altLang="zh-CN" dirty="0">
                <a:sym typeface="Wingdings" panose="05000000000000000000" pitchFamily="2" charset="2"/>
              </a:rPr>
              <a:t>40</a:t>
            </a:r>
            <a:r>
              <a:rPr lang="zh-CN" altLang="en-US" dirty="0">
                <a:sym typeface="Wingdings" panose="05000000000000000000" pitchFamily="2" charset="2"/>
              </a:rPr>
              <a:t>个</a:t>
            </a:r>
            <a:r>
              <a:rPr lang="en-US" altLang="zh-CN" dirty="0">
                <a:sym typeface="Wingdings" panose="05000000000000000000" pitchFamily="2" charset="2"/>
              </a:rPr>
              <a:t>32 bytes</a:t>
            </a:r>
            <a:r>
              <a:rPr lang="zh-CN" altLang="en-US" dirty="0">
                <a:sym typeface="Wingdings" panose="05000000000000000000" pitchFamily="2" charset="2"/>
              </a:rPr>
              <a:t>区块</a:t>
            </a:r>
            <a:r>
              <a:rPr lang="en-US" altLang="zh-CN" dirty="0">
                <a:sym typeface="Wingdings" panose="05000000000000000000" pitchFamily="2" charset="2"/>
              </a:rPr>
              <a:t>, 1</a:t>
            </a:r>
            <a:r>
              <a:rPr lang="zh-CN" altLang="en-US" dirty="0">
                <a:sym typeface="Wingdings" panose="05000000000000000000" pitchFamily="2" charset="2"/>
              </a:rPr>
              <a:t>个返回给申请者，</a:t>
            </a:r>
            <a:r>
              <a:rPr lang="en-US" altLang="zh-CN" dirty="0">
                <a:sym typeface="Wingdings" panose="05000000000000000000" pitchFamily="2" charset="2"/>
              </a:rPr>
              <a:t>19</a:t>
            </a:r>
            <a:r>
              <a:rPr lang="zh-CN" altLang="en-US" dirty="0">
                <a:sym typeface="Wingdings" panose="05000000000000000000" pitchFamily="2" charset="2"/>
              </a:rPr>
              <a:t>个交给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[3]</a:t>
            </a:r>
            <a:r>
              <a:rPr lang="zh-CN" altLang="en-US" dirty="0">
                <a:sym typeface="Wingdings" panose="05000000000000000000" pitchFamily="2" charset="2"/>
              </a:rPr>
              <a:t>，剩余</a:t>
            </a:r>
            <a:r>
              <a:rPr lang="en-US" altLang="zh-CN" dirty="0">
                <a:sym typeface="Wingdings" panose="05000000000000000000" pitchFamily="2" charset="2"/>
              </a:rPr>
              <a:t>20</a:t>
            </a:r>
            <a:r>
              <a:rPr lang="zh-CN" altLang="en-US" dirty="0">
                <a:sym typeface="Wingdings" panose="05000000000000000000" pitchFamily="2" charset="2"/>
              </a:rPr>
              <a:t>留给内存池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ym typeface="Wingdings" panose="05000000000000000000" pitchFamily="2" charset="2"/>
              </a:rPr>
              <a:t>chunk_alloc</a:t>
            </a:r>
            <a:r>
              <a:rPr lang="en-US" altLang="zh-CN" dirty="0">
                <a:sym typeface="Wingdings" panose="05000000000000000000" pitchFamily="2" charset="2"/>
              </a:rPr>
              <a:t>(64, 20) 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[7]</a:t>
            </a:r>
            <a:r>
              <a:rPr lang="zh-CN" altLang="en-US" dirty="0">
                <a:sym typeface="Wingdings" panose="05000000000000000000" pitchFamily="2" charset="2"/>
              </a:rPr>
              <a:t>空，内存池可以供应 </a:t>
            </a:r>
            <a:r>
              <a:rPr lang="en-US" altLang="zh-CN" dirty="0">
                <a:sym typeface="Wingdings" panose="05000000000000000000" pitchFamily="2" charset="2"/>
              </a:rPr>
              <a:t>(32 * 20)/64=10</a:t>
            </a:r>
            <a:r>
              <a:rPr lang="zh-CN" altLang="en-US" dirty="0">
                <a:sym typeface="Wingdings" panose="05000000000000000000" pitchFamily="2" charset="2"/>
              </a:rPr>
              <a:t>个区块，则一个返回给申请者，</a:t>
            </a:r>
            <a:r>
              <a:rPr lang="en-US" altLang="zh-CN" dirty="0">
                <a:sym typeface="Wingdings" panose="05000000000000000000" pitchFamily="2" charset="2"/>
              </a:rPr>
              <a:t>9</a:t>
            </a:r>
            <a:r>
              <a:rPr lang="zh-CN" altLang="en-US" dirty="0">
                <a:sym typeface="Wingdings" panose="05000000000000000000" pitchFamily="2" charset="2"/>
              </a:rPr>
              <a:t>个由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[7]</a:t>
            </a:r>
            <a:r>
              <a:rPr lang="zh-CN" altLang="en-US" dirty="0">
                <a:sym typeface="Wingdings" panose="05000000000000000000" pitchFamily="2" charset="2"/>
              </a:rPr>
              <a:t>维护，内存池为空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ym typeface="Wingdings" panose="05000000000000000000" pitchFamily="2" charset="2"/>
              </a:rPr>
              <a:t>chunk_alloc</a:t>
            </a:r>
            <a:r>
              <a:rPr lang="en-US" altLang="zh-CN" dirty="0">
                <a:sym typeface="Wingdings" panose="05000000000000000000" pitchFamily="2" charset="2"/>
              </a:rPr>
              <a:t>(96, 20) 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[11]</a:t>
            </a:r>
            <a:r>
              <a:rPr lang="zh-CN" altLang="en-US" dirty="0">
                <a:sym typeface="Wingdings" panose="05000000000000000000" pitchFamily="2" charset="2"/>
              </a:rPr>
              <a:t>和内存池全空，则有</a:t>
            </a:r>
            <a:r>
              <a:rPr lang="en-US" altLang="zh-CN" dirty="0">
                <a:sym typeface="Wingdings" panose="05000000000000000000" pitchFamily="2" charset="2"/>
              </a:rPr>
              <a:t>malloc</a:t>
            </a:r>
            <a:r>
              <a:rPr lang="zh-CN" altLang="en-US" dirty="0">
                <a:sym typeface="Wingdings" panose="05000000000000000000" pitchFamily="2" charset="2"/>
              </a:rPr>
              <a:t>申请</a:t>
            </a:r>
            <a:r>
              <a:rPr lang="en-US" altLang="zh-CN" dirty="0">
                <a:sym typeface="Wingdings" panose="05000000000000000000" pitchFamily="2" charset="2"/>
              </a:rPr>
              <a:t>40</a:t>
            </a:r>
            <a:r>
              <a:rPr lang="zh-CN" altLang="en-US" dirty="0">
                <a:sym typeface="Wingdings" panose="05000000000000000000" pitchFamily="2" charset="2"/>
              </a:rPr>
              <a:t>个</a:t>
            </a:r>
            <a:r>
              <a:rPr lang="en-US" altLang="zh-CN" dirty="0">
                <a:sym typeface="Wingdings" panose="05000000000000000000" pitchFamily="2" charset="2"/>
              </a:rPr>
              <a:t>96bytes</a:t>
            </a:r>
            <a:r>
              <a:rPr lang="zh-CN" altLang="en-US" dirty="0">
                <a:sym typeface="Wingdings" panose="05000000000000000000" pitchFamily="2" charset="2"/>
              </a:rPr>
              <a:t>区块</a:t>
            </a:r>
            <a:r>
              <a:rPr lang="en-US" altLang="zh-CN" dirty="0">
                <a:sym typeface="Wingdings" panose="05000000000000000000" pitchFamily="2" charset="2"/>
              </a:rPr>
              <a:t>…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9A600D-92C8-4AE9-A661-FF02D2E9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内存池空间（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FF7901-CAB7-4FAB-9C17-77A73DD8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7826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学习资源推荐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03447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A1EAD6-3E5E-48F6-896E-B075CD14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《C++</a:t>
            </a:r>
            <a:r>
              <a:rPr lang="zh-CN" altLang="en-US" dirty="0"/>
              <a:t>标准库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《STL</a:t>
            </a:r>
            <a:r>
              <a:rPr lang="zh-CN" altLang="en-US" dirty="0"/>
              <a:t>源码剖析</a:t>
            </a:r>
            <a:r>
              <a:rPr lang="en-US" altLang="zh-CN" dirty="0"/>
              <a:t>》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E62F9B6-0634-4544-A333-794950BB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推荐书籍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4B801-8705-4D7F-B4B0-92E650FFD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29F89D-CAB0-4BBD-9C77-C032C21D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43" y="2358633"/>
            <a:ext cx="2238389" cy="32039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C82A46B-F39F-4F69-B0C1-60998B832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094" y="2358632"/>
            <a:ext cx="2593688" cy="320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6057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0C84E3-B8A5-4737-8874-912B3427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35519"/>
            <a:ext cx="11267313" cy="4709615"/>
          </a:xfrm>
        </p:spPr>
        <p:txBody>
          <a:bodyPr/>
          <a:lstStyle/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hlinkClick r:id="rId3"/>
              </a:rPr>
              <a:t>http://www.cplusplus.com/</a:t>
            </a: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39589-4DBD-44B3-BBF5-E5C082BF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重要网站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9C955-C503-4595-A8A7-EE56DF79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9148A6-2733-459A-A070-508F8FC80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3" y="1743292"/>
            <a:ext cx="5857587" cy="488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89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85FA00-091E-4C3E-B75E-9B5B868CC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https://zh.cppreference.com/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EC9A1C-915B-43E3-BEC8-19605860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重要网站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2F965-34D4-4EA8-AF59-6707DC3EB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A4AF3F-B385-4064-BC40-BC5A7386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478" y="1117317"/>
            <a:ext cx="6159817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1815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A841D1A-40BE-4F3F-8DE7-E91FCF55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站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-apple-system"/>
              </a:rPr>
              <a:t>C++ STL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-apple-system"/>
              </a:rPr>
              <a:t>标准库和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-apple-system"/>
              </a:rPr>
              <a:t>C++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-apple-system"/>
              </a:rPr>
              <a:t>泛型编程</a:t>
            </a:r>
          </a:p>
          <a:p>
            <a:r>
              <a:rPr lang="en-US" altLang="zh-CN" dirty="0"/>
              <a:t>https://www.bilibili.com/video/BV1xy4y1g71j?share_source=copy_web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B24CD01-6FDA-4274-8F5A-26EAFFF3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视频资源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2A190-CC28-43A1-9787-CBE409F07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51747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253E54-EDB2-4E49-A054-B5BBF6D3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序列式容器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关联式容器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迭代器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算法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仿函数和适配器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F81B26-B213-421A-A2CC-FB2E05E4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后续尽请关注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A589C-6784-4AAF-8043-1F73093BB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6162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31" name="Group 80"/>
          <p:cNvGrpSpPr/>
          <p:nvPr/>
        </p:nvGrpSpPr>
        <p:grpSpPr>
          <a:xfrm>
            <a:off x="677529" y="2477756"/>
            <a:ext cx="9285724" cy="2092325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32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3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4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5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6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7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8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</p:grpSp>
      <p:sp>
        <p:nvSpPr>
          <p:cNvPr id="12" name="矩形 8"/>
          <p:cNvSpPr/>
          <p:nvPr/>
        </p:nvSpPr>
        <p:spPr>
          <a:xfrm>
            <a:off x="677529" y="4715969"/>
            <a:ext cx="8610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Building a World of Digital Intelligence</a:t>
            </a:r>
          </a:p>
        </p:txBody>
      </p:sp>
      <p:sp>
        <p:nvSpPr>
          <p:cNvPr id="13" name="矩形 8"/>
          <p:cNvSpPr/>
          <p:nvPr/>
        </p:nvSpPr>
        <p:spPr>
          <a:xfrm>
            <a:off x="4960511" y="6473952"/>
            <a:ext cx="23739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enovo-NetApp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19398</TotalTime>
  <Words>3156</Words>
  <Application>Microsoft Office PowerPoint</Application>
  <PresentationFormat>自定义</PresentationFormat>
  <Paragraphs>499</Paragraphs>
  <Slides>35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-apple-system</vt:lpstr>
      <vt:lpstr>FZLanTingHeiS-B-GB</vt:lpstr>
      <vt:lpstr>FZLanTingHeiS-R-GB</vt:lpstr>
      <vt:lpstr>Gotham Book</vt:lpstr>
      <vt:lpstr>宋体</vt:lpstr>
      <vt:lpstr>微软雅黑</vt:lpstr>
      <vt:lpstr>Arial</vt:lpstr>
      <vt:lpstr>Calibri</vt:lpstr>
      <vt:lpstr>Calibri Light</vt:lpstr>
      <vt:lpstr>Courier New</vt:lpstr>
      <vt:lpstr>Wingdings</vt:lpstr>
      <vt:lpstr>Lenovo-NetApp Master</vt:lpstr>
      <vt:lpstr> C++ STL源码剖析</vt:lpstr>
      <vt:lpstr>Agenda</vt:lpstr>
      <vt:lpstr>PowerPoint 演示文稿</vt:lpstr>
      <vt:lpstr>STL六大部件关系</vt:lpstr>
      <vt:lpstr>六大部件举例 </vt:lpstr>
      <vt:lpstr>迭代器语法</vt:lpstr>
      <vt:lpstr>容器结构与分类 – 顺序容器</vt:lpstr>
      <vt:lpstr>容器结构与分类 – 关联容器</vt:lpstr>
      <vt:lpstr>容器结构与分类 – 无序容器</vt:lpstr>
      <vt:lpstr>PowerPoint 演示文稿</vt:lpstr>
      <vt:lpstr>源码分析 – 源码之前，了无秘密</vt:lpstr>
      <vt:lpstr>OOP vs GP</vt:lpstr>
      <vt:lpstr>分配器 - allocator</vt:lpstr>
      <vt:lpstr>分配器 - allocator</vt:lpstr>
      <vt:lpstr>分配器 – allocator（ GCC ）</vt:lpstr>
      <vt:lpstr>分配器 – alloc（ GCC  - 默认分配器）</vt:lpstr>
      <vt:lpstr>第二级分配器 – alloc – 模型</vt:lpstr>
      <vt:lpstr>第二级分配器 – 内存组织结构 </vt:lpstr>
      <vt:lpstr>第二级分配器 – 空间配置(1)</vt:lpstr>
      <vt:lpstr>第二级分配器 – 空间配置(2) </vt:lpstr>
      <vt:lpstr>第二级分配器 – 空间释放(1)</vt:lpstr>
      <vt:lpstr>第二级分配器 – 空间释放(2)</vt:lpstr>
      <vt:lpstr>第二级分配器 – 重新填充空间（1）</vt:lpstr>
      <vt:lpstr>第二级分配器 – 重新填充空间（2）</vt:lpstr>
      <vt:lpstr>第二级分配器 – 重新填充空间（3）</vt:lpstr>
      <vt:lpstr>第二级分配器 – 管理内存池空间（1）</vt:lpstr>
      <vt:lpstr>第二级分配器 – 管理内存池空间（2）</vt:lpstr>
      <vt:lpstr>第二级分配器 – 管理内存池空间（3）</vt:lpstr>
      <vt:lpstr>PowerPoint 演示文稿</vt:lpstr>
      <vt:lpstr>推荐书籍 </vt:lpstr>
      <vt:lpstr>重要网站</vt:lpstr>
      <vt:lpstr>重要网站 </vt:lpstr>
      <vt:lpstr>视频资源 </vt:lpstr>
      <vt:lpstr>后续尽请关注…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Yang (CN)</dc:creator>
  <cp:lastModifiedBy>np Liu</cp:lastModifiedBy>
  <cp:revision>379</cp:revision>
  <dcterms:created xsi:type="dcterms:W3CDTF">2020-04-29T07:08:00Z</dcterms:created>
  <dcterms:modified xsi:type="dcterms:W3CDTF">2021-07-21T16:02:10Z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0x010100F936D7C5FF40CB4C9FED9BC653BFA27E</vt:lpwstr>
  </property>
  <property fmtid="{D5CDD505-2E9C-101B-9397-08002B2CF9AE}" pid="3" name="KSOProductBuildVer">
    <vt:lpwstr>2052-11.1.0.9828</vt:lpwstr>
  </property>
</Properties>
</file>